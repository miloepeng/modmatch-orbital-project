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8" r:id="rId2"/>
    <p:sldId id="267" r:id="rId3"/>
    <p:sldId id="268" r:id="rId4"/>
    <p:sldId id="269" r:id="rId5"/>
    <p:sldId id="256" r:id="rId6"/>
    <p:sldId id="257" r:id="rId7"/>
    <p:sldId id="266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FCDFF"/>
    <a:srgbClr val="AEEFFD"/>
    <a:srgbClr val="00B0F0"/>
    <a:srgbClr val="50EEDF"/>
    <a:srgbClr val="C2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2963" autoAdjust="0"/>
  </p:normalViewPr>
  <p:slideViewPr>
    <p:cSldViewPr snapToGrid="0">
      <p:cViewPr>
        <p:scale>
          <a:sx n="125" d="100"/>
          <a:sy n="125" d="100"/>
        </p:scale>
        <p:origin x="652" y="-2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11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24575,'106'-1'0,"115"3"0,-76 14 0,-18 0 0,-61-11 0,132 6 0,1175-12 0,-1362 1 0,1-2 0,22-4 0,21-2 0,209 7 83,-127 2-1531,-123-1-5378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1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24136,'0'3975'0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32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1 24575,'0'550'0,"-1"-528"0,-1-1 0,-1 1 0,-7 24 0,4-25 0,2 0 0,1 1 0,-1 25 0,4-28 0,-1 0 0,0 0 0,-6 27 0,3-18 0,1 1 0,1 0 0,3 55 0,1-19 0,-2 304-1365,0-355-5461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55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24575,'0'387'0,"1"-375"0,0-1 0,5 23 0,3 21 0,-8 413 0,-3-228 0,2 49-1365,0-276-5461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59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82 24575,'2'0'0,"0"-1"0,0 0 0,-1 1 0,1-1 0,0 0 0,-1 0 0,1 0 0,0 0 0,-1 0 0,1 0 0,-1-1 0,0 1 0,1 0 0,-1-1 0,0 1 0,2-4 0,-1 3 0,-1-1 0,1 1 0,0 0 0,0 0 0,0 0 0,0 1 0,0-1 0,1 0 0,3-1 0,1 1 0,0 0 0,1 1 0,-1 0 0,0 1 0,1-1 0,13 2 0,-15 0 0,0 0 0,-1-1 0,1 0 0,0 0 0,-1-1 0,1 1 0,0-1 0,-1 0 0,1-1 0,-1 0 0,1 1 0,6-5 0,-6 3 0,-1 0 0,0 0 0,1 1 0,0 0 0,-1 0 0,1 0 0,0 1 0,0 0 0,0 0 0,0 0 0,9 1 0,5 1 0,-1 1 0,24 5 0,2 1 0,-37-6 0,1 0 0,-1 1 0,0 0 0,0 1 0,13 6 0,-3-1 0,-9-4 0,0-1 0,-1 2 0,1-1 0,-1 1 0,0 1 0,0-1 0,-1 1 0,0 0 0,0 1 0,-1 0 0,0 0 0,9 17 0,-11-17 0,0 0 0,-1 0 0,0 1 0,0-1 0,-1 1 0,0 0 0,0 0 0,-1 9 0,-1 77 0,-2-41 0,2-48 0,0 0 0,0 0 0,-1-1 0,1 1 0,-1 0 0,-1 0 0,1-1 0,-1 1 0,0-1 0,0 1 0,-6 9 0,-25 64 0,20-58 0,-25 31 0,-4 7 0,34-49 0,-1-1 0,0 0 0,0 0 0,-1-1 0,0 0 0,0-1 0,-13 7 0,14-8 0,-15 8 0,-31 13 0,27-14 0,24-12 0,0 1 0,0-1 0,1 0 0,-1 0 0,0 0 0,0-1 0,0 1 0,0-1 0,0 0 0,0 0 0,-8-1 0,-1-2 0,0 0 0,-16-7 0,-12-2 0,37 11 0,-1 0 0,0 0 0,1-1 0,-1 0 0,1 0 0,-1 0 0,1 0 0,0 0 0,0-1 0,0 0 0,0 0 0,1 0 0,-1 0 0,1 0 0,-5-7 0,-19-15 0,22 21 0,0 0 0,0-1 0,1 1 0,-7-9 0,1 0 0,6 10 0,1-1 0,0 1 0,1-1 0,-1 0 0,1 0 0,0 0 0,-1 0 0,2 0 0,-1 0 0,0-1 0,-1-6 0,4 10 0,-1 0 0,1 1 0,-1-1 0,1 0 0,-1 0 0,1 0 0,-1 0 0,1 1 0,0-1 0,-1 0 0,1 1 0,0-1 0,0 0 0,0 1 0,-1-1 0,1 1 0,0-1 0,0 1 0,0 0 0,0-1 0,0 1 0,0 0 0,0 0 0,0-1 0,0 1 0,0 0 0,0 0 0,0 0 0,0 0 0,0 0 0,0 1 0,1-1 0,3 0 0,-1 1 0,1-1 0,0 1 0,0 0 0,6 2 0,-9-1 0,0-1 0,1 0 0,-1 1 0,0 0 0,0-1 0,0 1 0,0 0 0,0 0 0,-1 0 0,1 0 0,-1 1 0,1-1 0,-1 0 0,0 1 0,1-1 0,-1 0 0,1 5 0,1 6 0,0 0 0,2 19 0,1 4 0,-2-9 0,0 0 0,-1 1 0,-2-1 0,-1 1 0,-4 35 0,-4-6 0,5-33 0,-2 39 0,3-37 0,0-1 0,-2 0 0,-7 25 0,-2 17 0,11-57 0,-1 0 0,0 0 0,-5 11 0,5-13 0,0 0 0,0 0 0,1 0 0,0 0 0,-2 13 0,3-8 0,-1-1 0,-1 1 0,-8 22 0,-4 21 0,10-29 0,1-4 0,1 0 0,-1 32 0,4 42-1365,0-83-5461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16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24176,'564'105'0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37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93 24575,'39'2'0,"52"8"0,-80-9 0,48 4 0,106-4 0,-71-3 0,277 2 0,-358-1 0,0 0 0,0-1 0,0-1 0,24-8 0,-24 7 0,0 0 0,0 1 0,1 0 0,19-1 0,-8 4 0,-4 0 0,0-1 0,0 0 0,23-6 0,-40 5 0,0 1 0,0 0 0,0 0 0,0 1 0,0-1 0,0 1 0,1 0 0,-1 0 0,0 0 0,0 0 0,0 1 0,0 0 0,0 0 0,1 0 0,-1 0 0,-1 1 0,1-1 0,0 1 0,0 0 0,-1 0 0,1 1 0,3 2 0,5 6 0,4 3 0,27 29 0,-34-33 0,1-1 0,0 0 0,1-1 0,-1 0 0,17 9 0,-13-9 0,0 1 0,-1 1 0,13 12 0,-6-5 0,0 0 0,1-1 0,34 19 0,69 37 0,-114-67 0,0 0 0,1-1 0,0-1 0,-1 0 0,2 0 0,-1-1 0,0-1 0,0 1 0,0-2 0,1 0 0,15-1 0,-11-2 0,-1 0 0,1-1 0,-1 0 0,0-1 0,0-1 0,0 0 0,21-13 0,-22 12 0,0 0 0,19-5 0,-18 7 0,-1-1 0,19-10 0,32-18 0,-35 18 0,44-29 0,-69 42 0,-1-1 0,0 1 0,-1-1 0,1 0 0,-1 0 0,1 0 0,-1 0 0,-1-1 0,1 1 0,3-8 0,-1-2 0,0 0 0,3-19 0,-3 14 0,-2 11 0,0 0 0,1 0 0,0 0 0,1 1 0,0 0 0,0 0 0,7-9 0,2-1 0,-12 15 0,0-1 0,1 1 0,-1 0 0,1 0 0,0 0 0,0 0 0,0 1 0,0-1 0,0 1 0,0-1 0,0 1 0,0 0 0,0 0 0,0 1 0,1-1 0,5 0 0,7 0 0,1 1 0,19 2 0,-8-1 0,-16 0 0,4-1 0,1 0 0,0 1 0,-1 1 0,0 1 0,18 5 0,9 3 0,0-2 0,79 7 0,-62-12 0,40 6 0,-55-5 0,0-1 0,81-5 0,-43-1 0,22 4 0,115-4 0,-155-7 0,-40 5 0,35-1 0,49 7 0,83-3 0,-133-8 0,-38 5 0,40-2 0,-31 6 0,-4-1 0,44 4 0,-63-2 0,0 0 0,0 1 0,0 0 0,0 0 0,0 0 0,-1 1 0,1 0 0,-1 0 0,1 0 0,10 9 0,-12-6 0,0 0 0,-1 0 0,1 1 0,-1-1 0,-1 1 0,1 0 0,-1 0 0,3 12 0,7 13 0,-8-20 0,0 1 0,-2-1 0,0 1 0,0-1 0,2 25 0,-4-20 0,2-1 0,7 30 0,4 0 0,-3 1 0,-1 0 0,4 79 0,-11 176 0,-5-160 0,2 675 0,-1-793 0,-7 37 0,5-36 0,-2 34 0,5 699 0,1-744 0,0 0 0,6 22 0,-4-22 0,0 1 0,0 15 0,-3-19 0,0 9 0,1 1 0,1-1 0,5 21 0,-3-19 0,3 40 0,0 6 0,0-1 0,-5-45 0,6 38 0,-4-41 0,-2 0 0,1 39 0,-3-39 0,1 0 0,1 1 0,4 20 0,-5-39 0,-1 0 0,1 1 0,-1-1 0,0 0 0,0 1 0,1-1 0,-1 1 0,0-1 0,0 1 0,0-1 0,-1 1 0,1-1 0,0 1 0,-1-1 0,1 0 0,0 1 0,-1-1 0,0 0 0,1 1 0,-1-1 0,0 0 0,0 0 0,1 1 0,-1-1 0,0 0 0,0 0 0,0 0 0,0 0 0,-1 0 0,1 0 0,0-1 0,0 1 0,-1 0 0,1-1 0,0 1 0,-1-1 0,1 1 0,0-1 0,-1 1 0,-1-1 0,-7 2 0,0-1 0,0-1 0,-1 1 0,-18-3 0,10 1 0,-19 1 0,0 3 0,-58 11 0,53-6 0,-68 2 0,-57-2 0,-18 1 0,106-10-310,-59 1 696,46 7-6115,-2 2 5145,-106-4 0,9-1 621,-423 41-1081,563-40 1396,-130 8 6843,102-12-6995,-22-3-120,-163 4-79,175 6-1,-19 2 0,65-7 0,-65 12 0,6 1 0,65-12 0,-188 11 0,161-16 0,-92 2 0,92 7 0,40-4 0,-29 2 0,34-5 0,-37 8 0,25-3 0,-7 2 0,22-4 0,-1-1 0,-31 1 0,22-3 0,-32 6 0,32-3 0,-36 1 0,43-5 0,1 0 0,0 1 0,-37 8 0,38-5 0,-35 1 0,33-3 0,-30 5 0,20-2 0,-1-1 0,0-2 0,0-1 0,-32-4 0,-9 1 0,-29 2-1365,83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40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6016 3830 24575,'-1'-11'0,"0"1"0,-1-1 0,-1 0 0,0 1 0,0 0 0,-1-1 0,-7-12 0,4 7 0,-8-29 0,-7-35 0,-12-55 0,-37-139 0,3 16 0,-2-212 0,65 368 0,4 61 0,-2 0 0,-14-77 0,8 87 0,2 0 0,1-1 0,2 1 0,-1-37 0,4 43 0,-6-39 0,3 39 0,0-37 0,2-18 0,5-87 0,0 145 0,1-1 0,2 1 0,12-33 0,-4 11 0,-5 1 0,-8 35 0,1 0 0,0-1 0,0 1 0,0 0 0,1 0 0,5-9 0,4-8 0,-1-1 0,9-31 0,-10 26 0,16-32 0,-20 50 0,-2-1 0,1 1 0,-2-1 0,0 0 0,2-17 0,3-18 0,14-23 0,-10 38 0,-9 23 0,0-1 0,-1 0 0,1-22 0,-3 23 0,1 1 0,0-1 0,1 0 0,0 1 0,6-16 0,0 6 0,-1-1 0,0 0 0,-2 0 0,4-29 0,-4 19 0,10-33 0,-1 7 0,-7 29 0,-4 20 0,-1 0 0,0 0 0,-1 0 0,2-17 0,-3 23 0,0 0 0,-1-1 0,1 1 0,0 0 0,-1 0 0,1 0 0,-1-1 0,0 1 0,0 0 0,0 0 0,0 0 0,0 0 0,0 0 0,-1 0 0,1 1 0,-1-1 0,1 0 0,-1 1 0,0-1 0,1 1 0,-1-1 0,-3-1 0,1 1 0,-10-6 0,0-1 0,-25-20 0,35 24 0,0 0 0,-1 1 0,1-1 0,1-1 0,-1 1 0,1 0 0,0-1 0,0 0 0,1 0 0,-1 1 0,0-8 0,2 10 0,0-1 0,0 1 0,0-1 0,-1 1 0,1 0 0,-1 0 0,0-1 0,0 1 0,0 0 0,0 1 0,0-1 0,-1 0 0,1 1 0,-1-1 0,0 1 0,0 0 0,0 0 0,0 0 0,0 0 0,-4-1 0,-1 0 0,0 1 0,0 0 0,-1 0 0,1 1 0,-1 1 0,0-1 0,-11 2 0,-20 0 0,1-2 0,-54-8 0,32 3 0,1 2 0,-75 5 0,42 1 0,-3089-2 0,3169-1 0,0 0 0,-24-6 0,23 4 0,0 0 0,-18 0 0,-435 1 0,228 4 0,203-2 0,-1-1 0,-48-8 0,40 3 0,1 3 0,-85 3 0,47 2 0,81-2 0,-23 0 0,0 0 0,0 2 0,-34 6 0,15 0 0,35-7 0,0 0 0,0 0 0,1 0 0,-1 1 0,1 1 0,-1-1 0,1 1 0,0 0 0,0 1 0,0-1 0,0 1 0,1 1 0,-12 9 0,10-7 0,0-1 0,0 0 0,-18 10 0,18-12 0,0 1 0,0 0 0,1 0 0,0 1 0,-9 8 0,-18 40 0,10-21 0,-76 97 0,81-104 0,1 0 0,1 0 0,-21 46 0,34-62 0,1 0 0,0 0 0,0 1 0,-1 15 0,3-14 0,-2 0 0,1 0 0,-6 13 0,2-8 0,0-6 0,2 1 0,0 0 0,0 0 0,1 0 0,0 0 0,-1 24 0,5 300 0,1-322 0,0-1 0,0 1 0,2-1 0,-1 0 0,2 0 0,0 0 0,8 16 0,-1-4 0,10 21 0,-14-32 0,-1 1 0,-1 0 0,9 31 0,-9-30 0,0-1 0,0 0 0,2 0 0,0 0 0,1-1 0,0 0 0,1 0 0,19 19 0,-19-23-1365,-1-2-5461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5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480 47 24575,'0'-1'0,"-1"0"0,1 0 0,0 0 0,-1 0 0,1 0 0,-1 0 0,1 0 0,-1 1 0,1-1 0,-1 0 0,0 0 0,0 0 0,1 1 0,-1-1 0,0 0 0,0 1 0,0-1 0,0 0 0,1 1 0,-1-1 0,0 1 0,0 0 0,0-1 0,0 1 0,0 0 0,-2-1 0,-32-5 0,32 6 0,-43-10 0,36 7 0,-1 0 0,0 1 0,0 0 0,-12 0 0,20 2 0,0 0 0,0 1 0,0-1 0,0 1 0,0-1 0,0 1 0,1 0 0,-1 0 0,0 0 0,1 0 0,-1 1 0,0-1 0,1 1 0,-1-1 0,1 1 0,0 0 0,0 0 0,0 0 0,0 0 0,-2 3 0,-1 1 0,1 0 0,0 1 0,0 0 0,1 0 0,0 0 0,0 0 0,1 0 0,-3 16 0,2-4 0,1 1 0,1 21 0,2-22 0,-2 0 0,0 0 0,-5 18 0,0-17 0,0-1 0,-2 0 0,-14 28 0,9-23 0,-9 29 0,12-27 0,-2-1 0,0 0 0,-17 25 0,-13 23 0,37-62 0,1-1 0,1 2 0,-1-1 0,2 0 0,0 1 0,0-1 0,1 1 0,0-1 0,1 1 0,0 0 0,1-1 0,1 1 0,-1-1 0,2 1 0,6 20 0,-7-28 0,1 0 0,-1-1 0,1 1 0,-1-1 0,1 1 0,0-1 0,0 0 0,0 0 0,1 0 0,6 4 0,42 20 0,-40-22 0,0 1 0,17 11 0,-20-12 0,-1 0 0,0 0 0,1-1 0,0-1 0,0 1 0,0-1 0,1-1 0,-1 0 0,1 0 0,11 1 0,15-2 0,51-3 0,-30 0 0,16 3 0,60-4 0,-123 3-105,-1-2 0,1 0 0,-1 0 0,0 0 0,0-1 0,0-1 0,0 0 0,0 0 0,-1 0 0,0-1 0,0 0 0,11-9 0,-7 0-6721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36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82 24575,'0'-2'0,"-1"1"0,1-1 0,-1 1 0,1-1 0,-1 1 0,0 0 0,0-1 0,0 1 0,0 0 0,0-1 0,0 1 0,0 0 0,-2-2 0,-22-18 0,17 15 0,3 2 0,0 1 0,-1 0 0,1 0 0,0 0 0,-1 1 0,0 0 0,1 0 0,-1 0 0,-7 0 0,-3-1 0,-1 1 0,-18 0 0,30 2 0,1 0 0,-1 1 0,1-1 0,0 1 0,-1 0 0,1 1 0,0-1 0,0 1 0,0-1 0,0 1 0,0 0 0,0 1 0,0-1 0,-6 6 0,-1 3 0,1 0 0,0 0 0,-9 14 0,8-12 0,3-3 0,-1 0 0,-21 16 0,21-19 0,0 1 0,0 0 0,1 1 0,-10 13 0,10-8 0,1 0 0,0 1 0,1 0 0,1 1 0,0-1 0,-4 30 0,2-15 0,3-4 0,1 0 0,1 0 0,2 0 0,2 28 0,0 7 0,-2-48 0,0-1 0,1 1 0,1-1 0,5 23 0,-4-28 0,-1 1 0,1-1 0,1 0 0,-1-1 0,1 1 0,1-1 0,-1 1 0,1-1 0,6 6 0,9 11 0,-17-19 0,0 1 0,1-1 0,0 0 0,0 0 0,0 0 0,1 0 0,7 4 0,17 16 0,-26-21 0,0 0 0,0-1 0,0 1 0,0 0 0,0-1 0,7 4 0,-8-6 0,0 1 0,0-1 0,-1 0 0,1 1 0,0-1 0,0 0 0,0 0 0,0 0 0,0 0 0,0 0 0,-1-1 0,1 1 0,0 0 0,0-1 0,0 0 0,-1 1 0,1-1 0,0 0 0,1-1 0,20-9 0,-16 8 0,0-1 0,-1 1 0,1-1 0,-1 0 0,1-1 0,-1 0 0,9-9 0,47-49 0,-36 42-1365,-17 16-5461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37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0 24575,'0'27'0,"0"23"0,10 89 0,-5-93 0,-2-1 0,-3 54 0,-1-37 0,0-40 0,-8 40 0,2-20 0,3-17 0,-2 0 0,-13 37 0,7-26 0,1 14 0,8-37 0,0 1 0,-1-1 0,-9 24 0,3-13 0,1 0 0,2 1 0,-7 36 0,-5 16 0,12-56 0,2 1 0,0 0 0,1 0 0,1 0 0,0 27 0,3-26 0,1-2 0,-1 0 0,-1 0 0,-1 0 0,-5 24 0,-9 67 0,10-86-112,1-5-201,0 0-1,2 1 1,-1 25 0,4-33-6513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40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24575,'9'0'0,"-1"-1"0,0 1 0,0 0 0,0 0 0,0 1 0,0 0 0,0 1 0,0 0 0,0 0 0,-1 0 0,14 7 0,-10-4 0,0 0 0,0 0 0,0-1 0,1-1 0,-1 0 0,1-1 0,19 2 0,87-4 0,-53-2 0,29 4 0,101-4 0,-186 0 0,-1 1 0,0-1 0,0-1 0,14-5 0,-14 5 0,-1 0 0,1 0 0,-1 1 0,1 0 0,12-1 0,78 3 0,13 0 0,-98-3-1365,-3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42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24575,'0'35'0,"1"-14"0,0-1 0,-2 1 0,0-1 0,-2 1 0,0-1 0,-1 0 0,-8 22 0,7-26 0,0 0 0,0 0 0,2 1 0,-3 30 0,4 68 0,3-63 0,-1-43 0,2 1 0,-1-1 0,1 0 0,1 0 0,0 0 0,0 0 0,1 0 0,0 0 0,0-1 0,1 0 0,0 0 0,0 0 0,1-1 0,0 1 0,1-1 0,-1-1 0,1 1 0,1-1 0,-1-1 0,1 1 0,0-1 0,0 0 0,1-1 0,16 6 0,24 12 0,-21-8 0,-6-3 0,-17-8 0,0 0 0,1 0 0,-1-1 0,1 0 0,0 0 0,0-1 0,0 1 0,9 0 0,7-2 0,-1-1 0,1 0 0,37-9 0,-50 9 0,32-5 0,-32 6 0,1-1 0,-1-1 0,1 1 0,-1-2 0,0 1 0,0-1 0,0-1 0,14-6 0,-15 6 0,-1 1 0,1-1 0,0 2 0,0-1 0,16-2 0,-17 4 0,0 0 0,-1-1 0,1 0 0,0 0 0,-1-1 0,1 1 0,-1-2 0,0 1 0,7-5 0,-5 3 0,0-1 0,0 2 0,1-1 0,10-3 0,-11 5 0,0-1 0,0 0 0,-1 0 0,1 0 0,-1-1 0,8-7 0,23-17 0,4-6 0,3-17 0,-42 47 0,1 0 0,-1 0 0,-1 0 0,1-1 0,-1 1 0,0-1 0,0 1 0,-1-1 0,2-8 0,0-3 0,0-33 0,-2 26 0,-1 11 0,1 0 0,-2 0 0,0 0 0,-2-13 0,2 22 0,0 1 0,-1-1 0,1 0 0,0 0 0,-1 1 0,0-1 0,0 1 0,0 0 0,0-1 0,-1 1 0,0 0 0,1 0 0,-1 0 0,0 1 0,0-1 0,0 1 0,-6-3 0,-33-32-1365,33 31-5461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43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24575,'89'-2'0,"96"4"0,-132 6 0,-34-5 0,38 3 0,425-7-1365,-468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46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24575,'2'1'0,"0"-1"0,-1 1 0,1-1 0,0 1 0,0 0 0,-1 0 0,1-1 0,0 1 0,-1 0 0,1 0 0,-1 1 0,1-1 0,-1 0 0,0 0 0,1 1 0,-1-1 0,0 1 0,0-1 0,0 1 0,0 0 0,0-1 0,0 1 0,-1 0 0,1-1 0,-1 1 0,1 0 0,0 2 0,2 10 0,0 0 0,3 21 0,-5-22 0,14 55 0,-10-49 0,-1 0 0,-1 1 0,2 31 0,-7 31 0,4 78 0,5-107 0,-3-33 0,1 35 0,-5 395 0,0-438 0,2 0 0,4 22 0,2 20 0,0 8 0,-5-45 0,2 33 0,3 51 0,0 7 0,-9-31 0,2 103 0,7-132 0,-5-33 0,-1 0 0,1 20 0,-3-3 0,-1-12 0,2 0 0,0 0 0,7 39 0,-5-42 0,0-1 0,0 32 0,-3-31 0,1 0 0,6 29 0,-4-26 0,0 1 0,-2 0 0,0 0 0,-3 26 0,3 41 0,6-40 0,-4-33 0,-1 0 0,1 19 0,-3 610 0,-1-635 19,0-1-1,0 0 1,-1 0-1,0 0 1,0 0-1,-6 11 1,5-11-318,0 1 0,0 0 0,1 0 0,-3 16 0,5-12-6527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4:48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 24575,'67'2'0,"76"-4"0,-89-6 0,-35 5 0,37-3 0,-46 5 0,1 0 0,-1-1 0,1 0 0,-1-1 0,0 0 0,18-9 0,-18 8 0,1-1 0,-1 2 0,1-1 0,0 2 0,22-4 0,28 6 0,-41 1 0,1-2 0,0 0 0,40-7 0,-45 5 0,0 1 0,1 0 0,31 2 0,-30 0 0,0 0 0,35-6 0,-31 3 0,0 0 0,34 1 0,4 0 0,-5-6 0,-36 5 0,36-2 0,16 6 0,51-2 0,-74-7 0,-33 5 0,0 1 0,19-1 0,-11 2 0,0-1 0,23-5 0,-37 5 0,42-3 0,13-4 0,-36 5 0,0 1 0,0 1 0,0 1 0,30 3 0,7 0 0,498-2 0,-552 1 0,1 0 0,-1 1 0,1 0 0,-1 1 0,12 5 0,-11-4 0,-1-1 0,1 0 0,0 0 0,21 1 0,-16-4 0,11 0 0,56 8 0,66 25-1365,-139-30-5461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08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24575,'95'-2'0,"101"4"0,-139 5 0,-32-3 0,34 1 0,-3-4 0,100-3 0,-98-6 0,-34 5 0,39-2 0,-46 5 0,1 0 0,-1-1 0,34-7 0,45-9 0,-74 13 0,0 2 0,0 0 0,0 1 0,28 3 0,-18 0 0,33-4 0,-18-5 0,-32 4 0,1 1 0,18-1 0,-2 3 0,-12 0 0,0 0 0,1-1 0,38-8 0,-33 5 0,1 1 0,0 1 0,-1 1 0,38 3 0,0 0 0,-33-1 0,1 1 0,38 8 0,-42-7 0,0-1 0,1-1 0,28-3 0,-20 0 0,37 4 0,-26 5 0,-33-4 0,0 0 0,19-1 0,-18-1 0,-1 1 0,18 4 0,-18-3 0,1-1 0,18 1 0,-11-3 0,-3 0 0,-1 0 0,1 1 0,33 7 0,-40-5-1365,-1-1-5461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11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128 435 24575,'-3'-2'0,"-1"1"0,1 0 0,0-1 0,-1 0 0,1 0 0,0 0 0,0 0 0,0-1 0,-2-2 0,-8-5 0,6 6 0,1-1 0,0 0 0,0 0 0,0-1 0,1 0 0,0 1 0,0-2 0,0 1 0,1-1 0,0 1 0,0-1 0,1 0 0,0-1 0,-3-11 0,4 15 0,1-1 0,0 1 0,1-1 0,-1 1 0,1-1 0,0 0 0,0 1 0,0-1 0,1 1 0,-1-1 0,1 0 0,0 1 0,1-1 0,-1 1 0,1 0 0,0 0 0,0-1 0,0 1 0,1 0 0,-1 1 0,1-1 0,0 0 0,0 1 0,0-1 0,6-3 0,17-17 0,-21 19 0,0 0 0,0 0 0,1 0 0,0 1 0,0 0 0,0 0 0,10-4 0,69-35 0,-56 29 0,-17 8 0,1 0 0,0 0 0,0 2 0,22-6 0,21-1 0,-19 3 0,72-6 0,-92 14 0,1 1 0,-1 1 0,0 0 0,1 1 0,17 6 0,2 3 0,42 19 0,-54-21 0,82 41 0,-104-49 0,0 0 0,0 0 0,-1 1 0,1-1 0,0 1 0,-1 0 0,0 0 0,3 4 0,15 16 0,-17-21 0,-1 1 0,1 0 0,-1 0 0,0 0 0,0 0 0,0 0 0,0 1 0,-1-1 0,1 0 0,-1 1 0,0-1 0,0 1 0,0 0 0,0-1 0,0 1 0,-1 7 0,1 5 0,-2 1 0,-2 22 0,2-32 0,-1 0 0,-1 0 0,1 0 0,-1-1 0,0 1 0,0-1 0,-1 1 0,0-1 0,0 0 0,-7 7 0,-13 21 0,24-34 0,0 0 0,0 1 0,-1-1 0,1 0 0,0 1 0,0-1 0,0 0 0,0 1 0,-1-1 0,1 0 0,0 1 0,0-1 0,0 1 0,0-1 0,0 0 0,0 1 0,0-1 0,0 1 0,0-1 0,0 0 0,0 1 0,1-1 0,-1 0 0,0 1 0,0-1 0,0 1 0,0-1 0,0 0 0,1 1 0,-1-1 0,0 0 0,1 1 0,13 4 0,26-4 0,-34-2 0,505-1 0,-294 3 0,-199-2 0,0-1 0,18-4 0,-17 3 0,34-2 0,-26 5 0,2 0 0,0-1 0,47-8 0,-38 4 0,0 2 0,0 1 0,46 4 0,-9 0 0,231-2 0,-295 1 0,1 0 0,22 5 0,21 3 0,6-1 0,-45-5 0,0-1 0,19 1 0,-8-2 0,0 0 0,32 6 0,3 0 0,-42-6 0,33 7 0,43 9 0,-83-14-1365,-1-1-5461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22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24575,'1'4'0,"1"-1"0,-1 1 0,1-1 0,0 1 0,0-1 0,0 0 0,0 0 0,6 5 0,1 4 0,-5-5 0,-1 1 0,0-1 0,0 0 0,-1 1 0,0-1 0,0 1 0,1 14 0,-1-11 0,0 0 0,0 0 0,5 11 0,-1-5 0,0-1 0,-1 2 0,-1-1 0,0 0 0,-2 1 0,0 0 0,0 23 0,-2-35 0,1 1 0,0 0 0,1-1 0,-1 1 0,1-1 0,1 1 0,-1-1 0,1 0 0,6 9 0,-6-8 0,1 0 0,-1-1 0,0 1 0,0 0 0,-1 0 0,0 0 0,0 1 0,0 8 0,6 55 0,-4-44 0,0 35 0,-4 614-1365,0-663-5461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24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0 133 24575,'0'-3'0,"0"0"0,0 0 0,1 0 0,-1 1 0,1-1 0,-1 0 0,1 0 0,0 0 0,0 1 0,0-1 0,1 1 0,-1-1 0,1 1 0,-1-1 0,1 1 0,0 0 0,0-1 0,3-2 0,1 0 0,1 1 0,0-1 0,0 1 0,15-6 0,-5 3 0,6-11 0,-21 15 0,0 1 0,0 1 0,0-1 0,1 0 0,-1 0 0,0 1 0,1-1 0,-1 1 0,1 0 0,-1 0 0,1 0 0,4-2 0,18 1 0,0 0 0,1 1 0,29 3 0,6 1 0,-34-4 0,-1 1 0,32 3 0,-49-2 0,-1 1 0,1 0 0,-1 0 0,0 0 0,1 1 0,-1 1 0,12 6 0,3 1 0,-20-10 0,0 0 0,0 0 0,0 1 0,0-1 0,0 1 0,0 0 0,-1 0 0,1-1 0,-1 2 0,1-1 0,-1 0 0,0 0 0,4 5 0,19 29 0,-19-28 0,1 1 0,-1 0 0,7 15 0,-4-3 0,-2 0 0,0 1 0,-1-1 0,-2 2 0,0-1 0,-1 0 0,-1 1 0,-2 34 0,-1-43 0,-1 0 0,0-1 0,-1 1 0,-1-1 0,0 0 0,-1 0 0,0 0 0,-1-1 0,-1 1 0,0-1 0,-11 14 0,2 8 0,-2 3 0,11-28 0,-1 1 0,1-2 0,-2 1 0,1-1 0,-1 0 0,0-1 0,-1 0 0,1 0 0,-1-1 0,-1 0 0,1-1 0,-1 0 0,0-1 0,0 0 0,0-1 0,-1 0 0,-17 2 0,-6 0 0,11-1 0,-45 2 0,33-5-53,22 0-210,0-1 1,0 0 0,0-1-1,-21-4 1,25 2-6564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25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24575,'-1'5'0,"0"1"0,0-1 0,0 1 0,0-1 0,-1 0 0,0 1 0,-5 8 0,4-8 0,0 0 0,1 0 0,0 1 0,0-1 0,-1 8 0,0 4 0,-1 0 0,-1-1 0,-8 20 0,-6 23 0,2-9 0,13-41 0,0 0 0,1 1 0,0-1 0,0 1 0,1 0 0,0 14 0,2 8 0,0-20 0,1 1 0,-2-1 0,0 1 0,0-1 0,-2 1 0,1-1 0,-8 20 0,6-23 0,-1 0 0,1 0 0,0 1 0,0 0 0,1 0 0,0 0 0,1 0 0,-1 17 0,3-11 0,-1 0 0,0-1 0,-6 21 0,4-20 0,-1 30 0,3-35 0,1 0 0,-2-1 0,0 1 0,0-1 0,-7 20 0,5-18 0,0-1 0,1 1 0,1-1 0,0 1 0,1 0 0,0 18 0,1-13 0,-1 0 0,-5 24 0,2-22-130,2-1 0,1 1 0,1 27-1,0-32-713,0-1-5982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28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24575,'31'0'0,"-8"-1"0,0 1 0,1 2 0,43 7 0,-19 0 0,0-3 0,0-1 0,81-3 0,-109-2 0,0 1 0,36 6 0,-36-3 0,35 1 0,60 3 0,8 0 0,-39-10 0,93 3 0,-106 7 0,23 1 0,-39-9 0,-14-1 0,0 2 0,56 8 0,39 8 0,7-1 0,53 0 0,-74-5 0,-30-4 0,29-2 0,-78-4 0,56 6 0,-45-1 0,-30-4 0,32 7 0,-36-5 0,0-1 0,25 0 0,24 3 0,-38-3 0,0-1 0,43-2 0,31 1 0,-51 7 0,-35-4 0,37 1 0,-36-4 0,31 6 0,-31-4 0,33 2 0,-37-5 0,15 0 0,-1 1 0,38 7 0,-35-4 0,1-1 0,44-1 0,-42-3 0,66 9 0,-49-2 0,1-3 0,76-4 0,-39 0 0,1034 1 0,-1109-1 0,-1-1 0,23-5 0,5-1 0,-27 5 0,31-9 0,-34 8 0,-1 0 0,0 1 0,1 1 0,18-2 0,-15 3 0,0-1 0,17-4 0,-1 0 0,49-10 0,-16 1-1365,-52 14-5461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55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 24575,'34'-12'0,"0"7"0,-1 3 0,1 1 0,35 3 0,2 0 0,491-2 0,-549-1 0,-1 0 0,21-5 0,22-2 0,250 8-1365,-291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56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24575,'1'4'0,"0"0"0,0 0 0,1 0 0,0 0 0,-1 0 0,1 0 0,5 7 0,2 3 0,0 6 0,-5-10 0,0 0 0,1-1 0,0 1 0,0-1 0,1-1 0,1 1 0,-1-1 0,1 0 0,0 0 0,17 13 0,0-2 0,-18-14 0,1 0 0,0 0 0,10 6 0,47 36 0,-13-17 0,-26-14 0,32 13 0,-47-25 0,0 0 0,0-1 0,0 0 0,0-1 0,1 0 0,-1 0 0,12-1 0,-3-2 0,0 0 0,28-7 0,-3 1 0,-37 5 0,0 0 0,0 0 0,0-1 0,0 0 0,-1 0 0,1 0 0,-1-1 0,8-5 0,-7 4 0,-1 1 0,1-1 0,0 2 0,1-1 0,-1 1 0,14-4 0,-5 3 0,0-2 0,0 0 0,-1 0 0,0-2 0,21-13 0,-8 5 0,-4 0 0,-1 0 0,-1-1 0,0-1 0,28-31 0,-41 40 0,40-37 0,-37 32-28,-8 10-239,0 0-1,0-1 1,0 0-1,4-8 1,-4 4-6559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5:59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24575,'400'17'0,"-71"12"0,-146-25 0,37 4 0,-59-3 0,-36-3 0,-56 6 0,-42-4 0,36 0 0,-54-4-111,26 3-1143,-24 0-5572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00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212 1 24575,'0'0'0,"-1"0"0,0 0 0,1 1 0,-1-1 0,1 0 0,-1 1 0,0-1 0,1 0 0,-1 1 0,1-1 0,-1 1 0,1-1 0,-1 1 0,1-1 0,-1 1 0,1-1 0,0 1 0,-1-1 0,1 1 0,0 0 0,-1-1 0,1 1 0,0-1 0,0 1 0,0 0 0,0-1 0,-1 2 0,-2 23 0,2-18 0,-5 20 0,-1-1 0,-11 28 0,9-28 0,1-1 0,-5 29 0,-15 72 0,5-27 0,6-18 0,1 14 0,1-20 0,10-58 0,1 0 0,0 1 0,-1 32 0,6-30 0,-2-1 0,0 0 0,-6 27 0,2-17 0,2-1 0,1 1 0,4 55 0,0-19 0,-2 63-1365,0-114-5461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02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1 24575,'-7'0'0,"1"1"0,0 0 0,-1 0 0,1 0 0,0 1 0,0 0 0,0 1 0,0-1 0,-9 6 0,-6 5 0,-23 18 0,14-9 0,19-13 0,-1 1 0,1 0 0,-11 14 0,-8 7 0,23-24 0,0 0 0,1 0 0,0 1 0,0 0 0,0 1 0,1-1 0,1 1 0,-1 0 0,1 0 0,1 0 0,0 1 0,0-1 0,-2 17 0,-10 21 0,11-38 0,1-1 0,0 1 0,1 0 0,0 0 0,-1 15 0,2-11 0,0 1 0,2 0 0,0-1 0,0 1 0,4 14 0,-4-24 0,1 1 0,0-1 0,-1 1 0,1-1 0,1 0 0,-1 0 0,1 0 0,-1 0 0,1 0 0,0-1 0,1 1 0,-1-1 0,1 1 0,-1-1 0,1-1 0,0 1 0,0 0 0,5 1 0,-4-1 0,6 2 0,0 2 0,0-1 0,15 12 0,-22-15 0,0-1 0,-1 0 0,1 0 0,0 0 0,1 0 0,-1-1 0,0 0 0,0 0 0,1 0 0,-1 0 0,9 0 0,55-3 0,-33 0 0,-19 2 0,-8-1 0,0 1 0,-1 0 0,1 1 0,0 0 0,12 2 0,-18-2 0,0 0 0,0 0 0,0 0 0,0 0 0,0 0 0,0 0 0,0 0 0,0 1 0,-1-1 0,1 1 0,0-1 0,-1 1 0,1 0 0,-1 0 0,0 0 0,0-1 0,1 1 0,-1 0 0,-1 1 0,1-1 0,0 0 0,0 0 0,-1 0 0,1 3 0,9 47 0,-5-22 0,13 42 0,-10-44 0,0 1 0,-2 0 0,-2 0 0,0 0 0,-2 1 0,-1 31 0,-1-35 0,8 39 0,0 20 0,-7-60 0,2 0 0,9 38 0,-7-37 0,0-1 0,1 35 0,-6-43 0,1-1 0,1 1 0,4 21 0,5 24 0,-9-44 0,1 1 0,9 30 0,-8-36 0,-1 0 0,0 0 0,0 20 0,5 20 0,-6-40-1365,0-2-5461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03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24575,'33'1'0,"1"2"0,35 9 0,-35-6 0,63 4 0,205 14-317,11 1-19,-44-10 336,-63 3 0,-6 0 0,93 26 0,-55-1 653,-172-33-653,97 3 0,69-13 0,-96-2 0,-84 3 0,-11 0 0,0-2 0,66-9 0,12-7 0,-80 9-1365,-29 3-5461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6:57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24575,'0'23'0,"-1"1"0,-8 40 0,6-52 0,0-1 0,0 1 0,-1-1 0,-1 0 0,1 0 0,-2-1 0,-8 14 0,4-8 0,2 0 0,0 0 0,1 0 0,1 1 0,0 0 0,-5 29 0,8-29 0,-1 0 0,-1-1 0,-1 0 0,0 0 0,-1 0 0,-1 0 0,-15 23 0,18-31 8,0 0 0,1 0 0,0 1 0,0-1 0,1 1 1,0 0-1,0 0 0,1 1 0,0-1 0,1 0 0,-1 12 0,1-3-739,-10 33 0,5-32-6095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7:00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1423 24575,'-1'-106'0,"3"-114"0,0 206 0,-1 1 0,2-1 0,0 0 0,1 1 0,0-1 0,1 1 0,0 0 0,1 0 0,13-20 0,-10 20 0,-1 0 0,10-21 0,-11 19 0,0 0 0,12-16 0,-5 14 0,-1 0 0,-1-2 0,-1 1 0,-1-1 0,13-34 0,-18 39 0,1 0 0,10-17 0,-11 22 0,0 0 0,0 0 0,-1-1 0,0 0 0,-1 0 0,4-19 0,-4 2 0,-1 6 0,8-34 0,3-16 0,-11 54 0,1 1 0,1-1 0,0 0 0,1 1 0,10-21 0,-10 26 0,0 0 0,-1-1 0,0 1 0,0-1 0,-1 1 0,-1-1 0,1-13 0,-2 19 0,-1 0 0,0 0 0,0 0 0,-1 0 0,0 1 0,0-1 0,0 0 0,-1 0 0,1 1 0,-1-1 0,-1 0 0,1 1 0,-1 0 0,0 0 0,0 0 0,-5-6 0,-8-6-1365,0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7:03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1005 24575,'0'-2'0,"0"0"0,0 0 0,-1-1 0,1 1 0,0 0 0,-1 0 0,1 0 0,-1 0 0,0 0 0,0 0 0,0 0 0,0 0 0,0 0 0,0 0 0,-1 0 0,1 1 0,-3-4 0,0 3 0,1-1 0,0 1 0,0 0 0,-1 0 0,1 1 0,-1-1 0,0 1 0,1 0 0,-7-2 0,-7 0 0,-1 2 0,0-1 0,-29 3 0,28-1 0,-19 2 0,-29 0 0,62-2 0,0-1 0,0 1 0,0-1 0,0 0 0,0-1 0,0 1 0,1-1 0,-1 0 0,0 0 0,-5-4 0,-16-13 0,-35-22 0,53 35 0,-1 0 0,1 0 0,1-1 0,-1 0 0,1-1 0,0 1 0,-7-12 0,1-1 0,0 0 0,-10-23 0,19 36 0,1-1 0,1 1 0,-1-1 0,1 1 0,1-1 0,-1 0 0,1 0 0,1 1 0,-1-1 0,1 0 0,1 0 0,0 0 0,0 0 0,0 0 0,1 1 0,0-1 0,0 0 0,5-8 0,1-1 0,1 1 0,0 1 0,1 0 0,1 0 0,1 1 0,24-24 0,186-182 0,-214 213 0,1 0 0,0 1 0,0 0 0,18-9 0,-17 10 0,-1 0 0,0 0 0,0-1 0,0 0 0,8-9 0,-9 8 0,0 1 0,0-1 0,1 1 0,15-7 0,11-8 0,-20 10-195,0 1 0,1 1 0,0 1 0,1 0 0,0 1 0,22-6 0,-18 8-6631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7:05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24575,'38'2'0,"63"11"0,-59-7 0,44 2 0,-44-4 0,0 2 0,0 1 0,61 20 0,-59-15 0,0-1 0,88 9 0,197 22-713,-276-33 784,19-2-71,0-2 0,80-5 0,-75-2 0,126 14 0,-84-1 0,166-4 0,-243-6 0,67 13 0,25 1 0,76-15 653,-94-1-664,-96 2 11,-1 2 0,0-1 0,29 10 0,-3-2 0,-13-3 0,6 1 0,1-1 0,61 3 0,583-10 0,-308-1 0,1189 1-1365,-1538 0-5461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7:06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24575,'2'0'0,"0"0"0,0 1 0,0-1 0,-1 1 0,1-1 0,0 1 0,-1 0 0,1 0 0,-1 0 0,1 0 0,0 0 0,-1 0 0,0 0 0,1 0 0,-1 0 0,2 3 0,19 27 0,-16-21 0,0 1 0,0 0 0,-1 0 0,0 0 0,-1 1 0,-1 0 0,3 15 0,5 16 0,44 120 0,-49-143 0,-2 0 0,0 0 0,2 26 0,-5-30 0,0 0 0,2 0 0,0 0 0,1 0 0,0-1 0,9 20 0,-6-20 0,-2 0 0,0 1 0,0-1 0,3 25 0,5 21 0,-8-39 0,0 0 0,0 24 0,-2-23 0,9 42 0,-6-39 0,-1 0 0,-1 0 0,1 35 0,-6 81 0,-1-56 0,2 32-1365,0-93-5461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5T14:27:07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 24575,'3'-1'0,"0"1"0,0-1 0,1 0 0,-1 0 0,0 0 0,0 0 0,4-2 0,15-5 0,10 3 0,0 1 0,1 2 0,36 2 0,39-2 0,-88-1 0,32-8 0,-34 6 0,0 2 0,23-3 0,108 3-34,-88 4-334,95-12-1,125-10 369,3 22 0,-98 1 0,261-2 771,-428-1-771,1-1 0,-2-1 0,21-5 0,-17 3 0,38-4 0,258 7 0,-164 4 0,-66-2-1365,-63 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4:32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24375,'3440'97'0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4:54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3758 88 24575,'-1'8'0,"0"-1"0,0 0 0,-1 1 0,0-1 0,0 0 0,-1 0 0,-5 11 0,-5 14 0,-2 3 0,10-25 0,1 0 0,0 0 0,-3 13 0,-17 52 0,16-54 0,5-14 0,0-1 0,0 1 0,1 0 0,1 0 0,-2 9 0,1-9 0,1 0 0,-1 0 0,-1-1 0,1 1 0,-5 7 0,-8 26 0,12-22 0,1-6 0,-1-1 0,0 0 0,0 0 0,-6 12 0,7-17 0,0-1 0,0 0 0,1 1 0,0-1 0,0 1 0,0 6 0,1-5 0,-1-1 0,0 1 0,0-1 0,-4 11 0,2-7 0,0 1 0,0 0 0,1 1 0,1-1 0,-1 22 0,1-3 0,-7 31 0,4-39 0,-2 45 0,-1 48 0,4-51 0,3-43 0,-5 36 0,-22 93 0,27-149 0,-1 3 0,0 0 0,1 0 0,-1 0 0,1 0 0,0 1 0,0-1 0,2 7 0,19-31 0,-10 8 0,1 2 0,0-1 0,0 1 0,1 1 0,1 0 0,-1 1 0,22-9 0,-19 9 0,-12 5 0,1 1 0,0 0 0,0-1 0,0 2 0,0-1 0,0 1 0,0-1 0,1 1 0,-1 1 0,0-1 0,10 1 0,15 0 0,-18-1 0,0 1 0,0 0 0,0 1 0,0 1 0,0 0 0,0 0 0,12 5 0,5 1 0,-24-7 0,1 1 0,-1-1 0,0 1 0,0 0 0,0 1 0,7 3 0,0 1 0,0 0 0,-1 1 0,0 0 0,0 1 0,-1 1 0,-1-1 0,1 2 0,-1-1 0,11 18 0,27 34 0,-41-51 0,-1 1 0,0 0 0,0 0 0,-1 0 0,2 14 0,9 24 0,-3-15 0,11 27 0,-22-58 0,1-1 0,-1 0 0,0 1 0,0 0 0,-1-1 0,1 1 0,-1 0 0,1-1 0,-1 1 0,0 0 0,-1-1 0,1 1 0,-1 0 0,1-1 0,-1 1 0,0-1 0,0 1 0,-1-1 0,1 1 0,-1-1 0,-3 6 0,2-5 0,-1 1 0,1-1 0,-1 1 0,0-1 0,0-1 0,0 1 0,0 0 0,-1-1 0,1 0 0,-1 0 0,0 0 0,0-1 0,-8 4 0,-6 0 0,0-1 0,0-1 0,0 0 0,-1-1 0,-34 0 0,-8-2 0,-52-3 0,77-6 0,31 6 0,0 0 0,0 0 0,-1 1 0,-11-1 0,7 1 0,1-1 0,-1 0 0,0 0 0,-12-5 0,-25-6 0,11 1 0,8 2 0,29 9 0,-1 1 0,0 0 0,0 0 0,0 0 0,0 1 0,0-1 0,1 0 0,-1 0 0,0 0 0,0 1 0,0-1 0,1 0 0,-1 1 0,0-1 0,0 1 0,1-1 0,-1 1 0,0-1 0,1 1 0,-1-1 0,0 1 0,1 0 0,-1-1 0,1 1 0,-1 0 0,1-1 0,0 1 0,-1 0 0,1 0 0,0-1 0,-1 1 0,1 0 0,0 0 0,0 0 0,0 0 0,0-1 0,-1 1 0,2 2 0,-3 37 0,2-35 0,0 4 0,-1 0 0,0 0 0,-1-1 0,0 1 0,-5 13 0,4-13 0,0-1 0,1 1 0,0 0 0,1 0 0,-1 14 0,0 65 0,4 62 0,1-132 0,9 33 0,-3-19 0,26 70 0,-28-80 0,-3-11 0,0 1 0,2 22 0,-4-27 0,-1 1 0,2-1 0,-1 0 0,1 1 0,3 6 0,9 27 0,7 33 0,-16-59 0,-1 0 0,2 0 0,12 21 0,8 17 0,-21-40 0,0 0 0,1 0 0,0 0 0,1-1 0,14 16 0,4-6 0,4 3 0,-30-25 0,0 0 0,0 1 0,1-1 0,-1 0 0,0 0 0,0 0 0,0 0 0,0 1 0,0-1 0,0 0 0,0 0 0,0 0 0,1 0 0,-1 1 0,0-1 0,0 0 0,0 0 0,0 0 0,0 1 0,0-1 0,0 0 0,0 0 0,0 0 0,0 0 0,0 1 0,0-1 0,0 0 0,-1 0 0,1 0 0,0 1 0,0-1 0,0 0 0,0 0 0,0 0 0,0 0 0,0 1 0,0-1 0,-1 0 0,1 0 0,0 0 0,0 0 0,0 0 0,0 0 0,-1 1 0,-11 2 0,-17-2 0,27-1 0,-18 1 0,0 1 0,0 1 0,1 1 0,-1 0 0,-20 9 0,-22 5 0,-45 13 0,-9 3 0,43-14 0,51-13 0,-1-1 0,0-1 0,0-1 0,-36 3 0,34-6 0,1 2 0,-47 10 0,48-7 0,-1-2 0,0 0 0,-29 0 0,-49 0 0,53-1 0,-67 6 0,-81-7 0,104-3 0,33 2 0,-66-3 0,92-1 0,-47-3 0,61 5 0,-41-6 0,40 3 0,-37-1 0,-458 5 0,415-9 0,25 10 0,-101-2 0,118-7 0,40 4 0,-1 1 0,-24 0 0,-26-5 0,47 5 0,-60-3 0,22 7 0,-81-2 0,85-7 0,37 4 0,0 1 0,-24 0 0,-44-6 0,83 9 0,0 0 0,-1 0 0,1-1 0,0 0 0,0 0 0,0 0 0,-6-3 0,9 4 0,1-1 0,-1 0 0,1 0 0,0 1 0,-1-1 0,1 0 0,0 0 0,-1-1 0,1 1 0,0 0 0,0 0 0,0-1 0,0 1 0,0 0 0,0-1 0,0 1 0,1-1 0,-1 1 0,1-1 0,-1 1 0,1-1 0,-1 0 0,1 1 0,0-1 0,-1-2 0,1-56 0,1 34 0,-2 0 0,0 0 0,-2 1 0,-6-28 0,5 36 0,2 0 0,-2-29 0,2 15 0,-1 13 0,-7-31 0,6 36 0,1-1 0,0 0 0,-1-28 0,3 30 0,0 1 0,-1-1 0,0 0 0,-5-14 0,3 12 0,1 0 0,-2-18 0,-6-47 0,-1-8 0,7 57 0,1-1 0,0-33 0,-5-104 0,0 82 0,9-392 0,9 367 0,-9-765 0,9 788 0,-10 68 0,2 0 0,0 0 0,1 0 0,9-36 0,-8 33 0,-3 20 0,0 0 0,0 0 0,1 0 0,-1 1 0,1-1 0,0 0 0,-1 1 0,1-1 0,0 0 0,0 1 0,2-3 0,1-2 0,0 1 0,-1-1 0,0 0 0,-1 0 0,1 0 0,1-11 0,6-15 0,9-9-1365,-18 36-5461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00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24221,'4321'97'0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16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24575,'1077'0'0,"-934"9"0,55 0 0,-56 0 0,-21 0 0,280-9 0,-261 9 0,690-9 0,-730 8 0,-1-1 0,-87-6 0,180 2 0,-101-5 0,14 11 0,45 0 0,-88-9-1365,-55 0-5461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05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24575,'7'0'0,"-4"-1"0,-1 1 0,1 0 0,-1 0 0,1 0 0,-1 0 0,1 0 0,-1 0 0,1 1 0,-1-1 0,1 1 0,-1 0 0,0-1 0,1 1 0,-1 0 0,0 0 0,0 1 0,1-1 0,-1 0 0,0 1 0,0 0 0,-1-1 0,1 1 0,0 0 0,2 2 0,11 13 0,-13-15 0,0 0 0,0 0 0,0 0 0,0 1 0,0-1 0,-1 0 0,1 1 0,-1-1 0,3 6 0,20 49 0,-12-27 0,-10-24 0,1 1 0,-1-1 0,1 1 0,0 7 0,1 4 0,1 0 0,0-1 0,12 24 0,-7-17 0,41 102 0,-36-89 0,9 28 0,-19-46 0,1 0 0,1 0 0,13 25 0,-18-38 0,1 0 0,-1 0 0,0 0 0,2 12 0,7 21 0,-7-29 0,-1 0 0,0 1 0,-1-1 0,0 1 0,0 15 0,-1-13 0,15 70 0,-6-33 0,-6-19 0,-4-24 0,1 1 0,0 0 0,1 0 0,4 13 0,-4-14-29,-1 0 0,1 1 0,-1-1 0,-1 0 0,1 1 0,-1-1 0,-1 8 0,0 1-1104,1-8-5693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07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719 46 24575,'-1'-1'0,"-1"0"0,1 0 0,0 0 0,-1 0 0,1 0 0,-1 0 0,1 0 0,-1 0 0,1 1 0,-1-1 0,0 1 0,1-1 0,-4 0 0,-8-3 0,7 0 0,-1 0 0,0 0 0,-1 1 0,1 0 0,-1 0 0,1 1 0,-1 0 0,0 1 0,0-1 0,0 1 0,0 1 0,1 0 0,-10 0 0,4 2 0,-1 0 0,0 0 0,0 1 0,1 1 0,0 0 0,-16 8 0,10-4 0,-38 9 0,44-13 0,0 0 0,0 2 0,1-1 0,-15 10 0,13-7 0,-10 4 0,7-4 0,1 1 0,0 0 0,0 1 0,0 1 0,-16 16 0,18-14 0,-29 19 0,27-21 0,6-3 0,1 1 0,0-1 0,1 1 0,0 1 0,0 0 0,-9 15 0,15-19 0,0-1 0,0 1 0,1 0 0,-1 0 0,1 1 0,1-1 0,-1 0 0,1 0 0,0 0 0,1 1 0,1 8 0,-1 11 0,0-21 0,0 1 0,1-1 0,0 1 0,0-1 0,0 0 0,0 0 0,1 0 0,0 0 0,0 0 0,0 0 0,0-1 0,1 1 0,0-1 0,5 4 0,-3-2 0,0-1 0,1 0 0,14 7 0,3 4 0,-6-6 0,1-1 0,0 0 0,0-1 0,1-1 0,0-1 0,25 4 0,-29-8 0,-1 0 0,0-1 0,1-1 0,-1-1 0,0 0 0,1-1 0,-1-1 0,28-8 0,36-16 0,-29 7 0,-45 18 16,-1 0 1,0-1-1,0 1 0,0-1 0,0 0 0,-1 0 0,5-4 1,-4 3-266,0 1-1,0-1 1,0 1 0,1 0 0,5-3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09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0 24575,'-6'83'0,"3"-51"0,1-25 0,0 1 0,0-1 0,0 0 0,-1 1 0,-3 6 0,-5 13 0,-5 6 0,13-28 0,0 0 0,1 0 0,-1 1 0,1-1 0,0 1 0,-1 9 0,0-2 0,-1 1 0,-8 20 0,1-1 0,-20 68 0,2-4 0,18-64 0,9-27 0,-1 0 0,1 0 0,0 1 0,1-1 0,-1 1 0,0 10 0,0 1 0,-1 0 0,0 0 0,-2 0 0,0 0 0,-9 18 0,-16 22 0,18-32 0,-17 24 0,14-23 0,11-22 0,1 1 0,-1-1 0,-1 0 0,-6 6 0,7-7 0,0 0 0,0 0 0,0 0 0,1 1 0,-1 0 0,-2 5 0,2-4-97,-1 1-1,0-1 1,0 1 0,-7 5-1,7-7-780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11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24575,'83'-7'0,"-67"5"0,5 0 0,71-5 0,6-2 0,825 9 0,-769 9 0,-68-10 0,113 2 0,-163 2 0,77 3 0,-97-6 0,249 7 0,125 37 0,-168-33 0,-49-3 0,-36 1 0,36 0 0,-105-10 0,81 2 0,-118 3 0,44 1 0,-73-5 0,26-1 0,1 2 0,37 6 0,-37-4 0,-1-1 0,55-4 0,-22 1 0,1 1-1365,-55 0-5461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27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24575,'26'26'0,"-21"-19"0,0-1 0,0 1 0,0-1 0,5 14 0,12 16 0,-13-23 0,-1 1 0,0 0 0,-1 0 0,-1 1 0,7 24 0,11 24 0,-22-59 0,-1 1 0,1-1 0,-1 1 0,0 0 0,-1 0 0,1 6 0,-1-6 0,1 0 0,-1 1 0,1-1 0,4 10 0,32 111 0,-33-109 0,13 62 0,-10-48 0,-2 0 0,3 47 0,-6-54 0,-1-15 0,1 1 0,0-1 0,6 16 0,-5-17 0,-1 0 0,1-1 0,-2 1 0,1 0 0,0 14 0,-1-7 0,1-1 0,0 0 0,7 23 0,-6-23 0,0 0 0,0 0 0,1 24 0,-4-33 0,1 0 0,0 0 0,0 0 0,0 0 0,1-1 0,0 1 0,2 5 0,8 27 0,-11-33-195,-1 0 0,1 0 0,0 0 0,1 0 0,-1 0 0,3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30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503 188 24575,'0'-5'0,"0"-6"0,0-1 0,-1 0 0,-3-16 0,3 24 0,-1-1 0,1 0 0,-1 1 0,0 0 0,-1-1 0,1 1 0,-1 0 0,1 0 0,-1 0 0,-1 1 0,-3-5 0,-2-1 0,5 4 0,0 1 0,0 0 0,0 0 0,-1 0 0,0 1 0,1-1 0,-1 1 0,-1 0 0,1 1 0,0-1 0,-1 1 0,-5-2 0,-7 0 0,0 1 0,0 1 0,0 0 0,0 1 0,-34 3 0,45 0 0,0-1 0,1 1 0,-1 0 0,1 1 0,-1-1 0,1 1 0,0 1 0,0-1 0,-7 6 0,-4 4 0,-26 25 0,-15 37 0,52-69 0,1 1 0,0-1 0,1 1 0,-1 0 0,2 1 0,-1-1 0,1 1 0,0-1 0,0 1 0,1 0 0,0 0 0,0 0 0,1 0 0,-1 15 0,-1 5 0,-2 59 0,5-81 0,0 1 0,1 0 0,-1-1 0,1 1 0,1 0 0,-1-1 0,1 1 0,0-1 0,1 0 0,-1 0 0,1 0 0,0 0 0,5 6 0,13 20 0,-16-23 0,0 0 0,1-1 0,0 0 0,9 10 0,-6-10 0,4 5 0,1 0 0,27 18 0,-34-26 0,1-1 0,0-1 0,0 1 0,0-1 0,0-1 0,1 1 0,-1-2 0,17 3 0,5-2 0,38-3 0,-20 0 0,-44 0 0,1 0 0,0 1 0,0-1 0,0-1 0,0 1 0,-1-1 0,1 0 0,-1 0 0,7-4 0,-6 3 0,0 0 0,-1 1 0,1 0 0,0 0 0,0 0 0,0 1 0,0 0 0,8-1 0,-10 1 4,0 1-1,0-1 0,-1 0 1,1 0-1,-1 0 0,1 0 1,0 0-1,-1 0 0,0-1 1,1 1-1,-1-1 0,3-2 1,11-7-1413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31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584 0 24575,'0'4'0,"-1"1"0,0-1 0,0 0 0,0 0 0,-1 0 0,0 0 0,-4 8 0,-6 18 0,-25 111 0,10-55 0,24-76 0,-1-1 0,-9 18 0,-4 8 0,-8 35 0,22-62 0,-1 1 0,0-1 0,-1 1 0,1-1 0,-12 12 0,-11 22 0,12-15 0,-37 49 0,20-32 0,18-25 0,-3 8 0,-42 46 0,52-65 0,0 1 0,0 0 0,2 0 0,-7 11 0,7-10 0,-1 0 0,0 0 0,-11 12 0,-3-4 0,16-15 0,0 0 0,0 0 0,1 1 0,-1-1 0,1 1 0,-5 6 0,-36 52 0,30-42-1365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33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24575,'83'6'0,"-67"-4"0,29 1 0,54-4 0,-56 0 0,64 6 0,-41 0 0,98-5 0,-68-1 0,32 6 0,-96-3 0,172 6 0,189 12 0,-191-11 0,138-1 0,-126-1 0,31-3 0,-136-6 0,13 10 0,158-5 0,-147-5 0,-25 10 0,16 5 0,57 1 0,-168-13 0,1 0 0,-1 1 0,14 4 0,23 3 0,21-1 0,8 1 0,-50-3-1365,-23-5-5461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6T13:55:39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1 24575,'17'0'0,"343"7"0,36-4 0,-219-4 0,330 9 0,580-6 0,-549-4 0,-409 11 0,-112-8 0,1 1 0,20 4 0,-19-2 0,30 1 0,62 4 0,-63-10 0,67 2 0,-37 12 0,-57-9 0,1 0 0,41 1 0,-54-4 0,0 0 0,0 0 0,0 1 0,9 3 0,25 3 0,7 0 0,-34-4 0,-1-2 0,28 1 0,-4-4 0,54 2 0,48 26 0,-134-25 0,1-1 0,-1 1 0,1 0 0,8 5 0,26 6 0,-27-10 0,0 1 0,-1 1 0,26 12 0,-15-5 0,23 10 0,16 5 0,-62-26 0,1 1 0,0 0 0,-1 0 0,1-1 0,-1 2 0,1-1 0,-1 0 0,0 0 0,0 1 0,0-1 0,0 1 0,-1 0 0,1 0 0,-1-1 0,3 6 0,14 51 0,-14-43 0,-2-6 0,0 0 0,-1 0 0,0 0 0,-1 15 0,-1-13 0,2 0 0,1 19 0,4 35 0,-1-9 0,-2-18 0,-1 0 0,-3 46 0,-1-13 0,2-26 0,-1 5 0,9 76 0,-4-86 0,-3 0 0,-2 42 0,-1-10 0,2 350 0,9-335 0,-10 354 0,0-427 0,0 0 0,-7 25 0,0 4 0,-1 35 0,8-70 0,-1 0 0,0 1 0,-6 15 0,5-18 0,1 1 0,0 0 0,0 0 0,0 0 0,0 15 0,1-11 0,0 1 0,-1-1 0,-1 0 0,-3 12 0,-6 27 0,8-25 0,-2 1 0,-16 46 0,-18 67 0,33-114 0,7-22 0,-1-1 0,0-1 0,0 1 0,0 0 0,0 0 0,0 0 0,-1 0 0,1-1 0,-1 1 0,0-1 0,0 1 0,0-1 0,0 0 0,0 1 0,0-1 0,-1 0 0,1-1 0,-1 1 0,1 0 0,-1-1 0,0 1 0,0-1 0,1 0 0,-1 0 0,0 0 0,0 0 0,0 0 0,0-1 0,0 1 0,0-1 0,-5 0 0,-18 4 0,0 1 0,0 1 0,-28 11 0,-31 7 0,-55 9 0,-118 22 0,-270 9 0,192-27 0,-192 8 0,-94-35 0,573-10 0,-64 1 0,-119-2 0,180-2 0,-149-3 0,-43-15 0,201 16 0,-35-7 0,-42-4 0,93 13 0,-49-11 0,49 7 0,-49-4 0,56 9 0,-37-9 0,35 6 0,-30-3 0,29 5 0,1-1 0,-37-12 0,35 9 0,-49-8 0,-8 7 0,32 0 0,36 5 0,1 0 0,-1 2 0,-15-1 0,-31 3 0,-76-2 0,101-3-17,-38-1-1331,65 5-5478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2C02F-9420-4D18-BB67-8D149C6CBC9E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52BA7-DEB1-4F8F-AD04-FCEE24AD209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09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52BA7-DEB1-4F8F-AD04-FCEE24AD209B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409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34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699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327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691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844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015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2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576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499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765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65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9BA52-EC16-413D-B656-090C48228131}" type="datetimeFigureOut">
              <a:rPr lang="en-SG" smtClean="0"/>
              <a:t>27/7/2025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622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3.xml"/><Relationship Id="rId7" Type="http://schemas.openxmlformats.org/officeDocument/2006/relationships/image" Target="../media/image410.png"/><Relationship Id="rId71" Type="http://schemas.openxmlformats.org/officeDocument/2006/relationships/image" Target="../media/image36.png"/><Relationship Id="rId2" Type="http://schemas.openxmlformats.org/officeDocument/2006/relationships/image" Target="../media/image3.jpe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10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5.png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40.xml"/><Relationship Id="rId18" Type="http://schemas.openxmlformats.org/officeDocument/2006/relationships/image" Target="../media/image47.png"/><Relationship Id="rId26" Type="http://schemas.openxmlformats.org/officeDocument/2006/relationships/image" Target="../media/image51.png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../media/image44.png"/><Relationship Id="rId17" Type="http://schemas.openxmlformats.org/officeDocument/2006/relationships/customXml" Target="../ink/ink42.xml"/><Relationship Id="rId25" Type="http://schemas.openxmlformats.org/officeDocument/2006/relationships/customXml" Target="../ink/ink46.xml"/><Relationship Id="rId2" Type="http://schemas.openxmlformats.org/officeDocument/2006/relationships/image" Target="../media/image39.png"/><Relationship Id="rId16" Type="http://schemas.openxmlformats.org/officeDocument/2006/relationships/image" Target="../media/image46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39.xml"/><Relationship Id="rId24" Type="http://schemas.openxmlformats.org/officeDocument/2006/relationships/image" Target="../media/image50.png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28" Type="http://schemas.openxmlformats.org/officeDocument/2006/relationships/image" Target="../media/image52.png"/><Relationship Id="rId10" Type="http://schemas.openxmlformats.org/officeDocument/2006/relationships/image" Target="../media/image43.png"/><Relationship Id="rId19" Type="http://schemas.openxmlformats.org/officeDocument/2006/relationships/customXml" Target="../ink/ink43.xml"/><Relationship Id="rId4" Type="http://schemas.openxmlformats.org/officeDocument/2006/relationships/image" Target="../media/image40.png"/><Relationship Id="rId9" Type="http://schemas.openxmlformats.org/officeDocument/2006/relationships/customXml" Target="../ink/ink38.xml"/><Relationship Id="rId14" Type="http://schemas.openxmlformats.org/officeDocument/2006/relationships/image" Target="../media/image45.png"/><Relationship Id="rId22" Type="http://schemas.openxmlformats.org/officeDocument/2006/relationships/image" Target="../media/image49.png"/><Relationship Id="rId27" Type="http://schemas.openxmlformats.org/officeDocument/2006/relationships/customXml" Target="../ink/ink4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3FA73-8D07-E2F0-773A-C9392BA9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8869"/>
            <a:ext cx="6858000" cy="588262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E7102B-C5AE-4B68-49B1-273F19F0EF3C}"/>
              </a:ext>
            </a:extLst>
          </p:cNvPr>
          <p:cNvSpPr/>
          <p:nvPr/>
        </p:nvSpPr>
        <p:spPr>
          <a:xfrm>
            <a:off x="954326" y="4657178"/>
            <a:ext cx="3834927" cy="575222"/>
          </a:xfrm>
          <a:custGeom>
            <a:avLst/>
            <a:gdLst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5233 w 3830286"/>
              <a:gd name="connsiteY4" fmla="*/ 25400 h 571500"/>
              <a:gd name="connsiteX5" fmla="*/ 3293533 w 3830286"/>
              <a:gd name="connsiteY5" fmla="*/ 423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5233 w 3830286"/>
              <a:gd name="connsiteY4" fmla="*/ 25400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8408 w 3830286"/>
              <a:gd name="connsiteY4" fmla="*/ 9525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19841 w 3830286"/>
              <a:gd name="connsiteY3" fmla="*/ 6350 h 571500"/>
              <a:gd name="connsiteX4" fmla="*/ 2928408 w 3830286"/>
              <a:gd name="connsiteY4" fmla="*/ 9525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35806 w 3827992"/>
              <a:gd name="connsiteY0" fmla="*/ 3175 h 571500"/>
              <a:gd name="connsiteX1" fmla="*/ 814739 w 3827992"/>
              <a:gd name="connsiteY1" fmla="*/ 0 h 571500"/>
              <a:gd name="connsiteX2" fmla="*/ 1157639 w 3827992"/>
              <a:gd name="connsiteY2" fmla="*/ 4233 h 571500"/>
              <a:gd name="connsiteX3" fmla="*/ 2117547 w 3827992"/>
              <a:gd name="connsiteY3" fmla="*/ 6350 h 571500"/>
              <a:gd name="connsiteX4" fmla="*/ 2926114 w 3827992"/>
              <a:gd name="connsiteY4" fmla="*/ 9525 h 571500"/>
              <a:gd name="connsiteX5" fmla="*/ 3300764 w 3827992"/>
              <a:gd name="connsiteY5" fmla="*/ 10583 h 571500"/>
              <a:gd name="connsiteX6" fmla="*/ 3651072 w 3827992"/>
              <a:gd name="connsiteY6" fmla="*/ 12700 h 571500"/>
              <a:gd name="connsiteX7" fmla="*/ 3731506 w 3827992"/>
              <a:gd name="connsiteY7" fmla="*/ 12700 h 571500"/>
              <a:gd name="connsiteX8" fmla="*/ 3684939 w 3827992"/>
              <a:gd name="connsiteY8" fmla="*/ 88900 h 571500"/>
              <a:gd name="connsiteX9" fmla="*/ 3655306 w 3827992"/>
              <a:gd name="connsiteY9" fmla="*/ 160867 h 571500"/>
              <a:gd name="connsiteX10" fmla="*/ 3659539 w 3827992"/>
              <a:gd name="connsiteY10" fmla="*/ 203200 h 571500"/>
              <a:gd name="connsiteX11" fmla="*/ 3723039 w 3827992"/>
              <a:gd name="connsiteY11" fmla="*/ 165100 h 571500"/>
              <a:gd name="connsiteX12" fmla="*/ 3786539 w 3827992"/>
              <a:gd name="connsiteY12" fmla="*/ 152400 h 571500"/>
              <a:gd name="connsiteX13" fmla="*/ 3824639 w 3827992"/>
              <a:gd name="connsiteY13" fmla="*/ 203200 h 571500"/>
              <a:gd name="connsiteX14" fmla="*/ 3824639 w 3827992"/>
              <a:gd name="connsiteY14" fmla="*/ 283633 h 571500"/>
              <a:gd name="connsiteX15" fmla="*/ 3811939 w 3827992"/>
              <a:gd name="connsiteY15" fmla="*/ 368300 h 571500"/>
              <a:gd name="connsiteX16" fmla="*/ 3710339 w 3827992"/>
              <a:gd name="connsiteY16" fmla="*/ 406400 h 571500"/>
              <a:gd name="connsiteX17" fmla="*/ 3634139 w 3827992"/>
              <a:gd name="connsiteY17" fmla="*/ 372533 h 571500"/>
              <a:gd name="connsiteX18" fmla="*/ 3638372 w 3827992"/>
              <a:gd name="connsiteY18" fmla="*/ 469900 h 571500"/>
              <a:gd name="connsiteX19" fmla="*/ 3672239 w 3827992"/>
              <a:gd name="connsiteY19" fmla="*/ 550333 h 571500"/>
              <a:gd name="connsiteX20" fmla="*/ 3422472 w 3827992"/>
              <a:gd name="connsiteY20" fmla="*/ 567267 h 571500"/>
              <a:gd name="connsiteX21" fmla="*/ 2994906 w 3827992"/>
              <a:gd name="connsiteY21" fmla="*/ 571500 h 571500"/>
              <a:gd name="connsiteX22" fmla="*/ 2004306 w 3827992"/>
              <a:gd name="connsiteY22" fmla="*/ 554567 h 571500"/>
              <a:gd name="connsiteX23" fmla="*/ 1339672 w 3827992"/>
              <a:gd name="connsiteY23" fmla="*/ 541867 h 571500"/>
              <a:gd name="connsiteX24" fmla="*/ 878239 w 3827992"/>
              <a:gd name="connsiteY24" fmla="*/ 533400 h 571500"/>
              <a:gd name="connsiteX25" fmla="*/ 323672 w 3827992"/>
              <a:gd name="connsiteY25" fmla="*/ 524933 h 571500"/>
              <a:gd name="connsiteX26" fmla="*/ 141639 w 3827992"/>
              <a:gd name="connsiteY26" fmla="*/ 503767 h 571500"/>
              <a:gd name="connsiteX27" fmla="*/ 23106 w 3827992"/>
              <a:gd name="connsiteY27" fmla="*/ 436033 h 571500"/>
              <a:gd name="connsiteX28" fmla="*/ 6172 w 3827992"/>
              <a:gd name="connsiteY28" fmla="*/ 245533 h 571500"/>
              <a:gd name="connsiteX29" fmla="*/ 1939 w 3827992"/>
              <a:gd name="connsiteY29" fmla="*/ 93133 h 571500"/>
              <a:gd name="connsiteX30" fmla="*/ 35806 w 3827992"/>
              <a:gd name="connsiteY30" fmla="*/ 3175 h 571500"/>
              <a:gd name="connsiteX0" fmla="*/ 5314 w 3826075"/>
              <a:gd name="connsiteY0" fmla="*/ 0 h 577850"/>
              <a:gd name="connsiteX1" fmla="*/ 812822 w 3826075"/>
              <a:gd name="connsiteY1" fmla="*/ 6350 h 577850"/>
              <a:gd name="connsiteX2" fmla="*/ 1155722 w 3826075"/>
              <a:gd name="connsiteY2" fmla="*/ 10583 h 577850"/>
              <a:gd name="connsiteX3" fmla="*/ 2115630 w 3826075"/>
              <a:gd name="connsiteY3" fmla="*/ 12700 h 577850"/>
              <a:gd name="connsiteX4" fmla="*/ 2924197 w 3826075"/>
              <a:gd name="connsiteY4" fmla="*/ 15875 h 577850"/>
              <a:gd name="connsiteX5" fmla="*/ 3298847 w 3826075"/>
              <a:gd name="connsiteY5" fmla="*/ 16933 h 577850"/>
              <a:gd name="connsiteX6" fmla="*/ 3649155 w 3826075"/>
              <a:gd name="connsiteY6" fmla="*/ 19050 h 577850"/>
              <a:gd name="connsiteX7" fmla="*/ 3729589 w 3826075"/>
              <a:gd name="connsiteY7" fmla="*/ 19050 h 577850"/>
              <a:gd name="connsiteX8" fmla="*/ 3683022 w 3826075"/>
              <a:gd name="connsiteY8" fmla="*/ 95250 h 577850"/>
              <a:gd name="connsiteX9" fmla="*/ 3653389 w 3826075"/>
              <a:gd name="connsiteY9" fmla="*/ 167217 h 577850"/>
              <a:gd name="connsiteX10" fmla="*/ 3657622 w 3826075"/>
              <a:gd name="connsiteY10" fmla="*/ 209550 h 577850"/>
              <a:gd name="connsiteX11" fmla="*/ 3721122 w 3826075"/>
              <a:gd name="connsiteY11" fmla="*/ 171450 h 577850"/>
              <a:gd name="connsiteX12" fmla="*/ 3784622 w 3826075"/>
              <a:gd name="connsiteY12" fmla="*/ 158750 h 577850"/>
              <a:gd name="connsiteX13" fmla="*/ 3822722 w 3826075"/>
              <a:gd name="connsiteY13" fmla="*/ 209550 h 577850"/>
              <a:gd name="connsiteX14" fmla="*/ 3822722 w 3826075"/>
              <a:gd name="connsiteY14" fmla="*/ 289983 h 577850"/>
              <a:gd name="connsiteX15" fmla="*/ 3810022 w 3826075"/>
              <a:gd name="connsiteY15" fmla="*/ 374650 h 577850"/>
              <a:gd name="connsiteX16" fmla="*/ 3708422 w 3826075"/>
              <a:gd name="connsiteY16" fmla="*/ 412750 h 577850"/>
              <a:gd name="connsiteX17" fmla="*/ 3632222 w 3826075"/>
              <a:gd name="connsiteY17" fmla="*/ 378883 h 577850"/>
              <a:gd name="connsiteX18" fmla="*/ 3636455 w 3826075"/>
              <a:gd name="connsiteY18" fmla="*/ 476250 h 577850"/>
              <a:gd name="connsiteX19" fmla="*/ 3670322 w 3826075"/>
              <a:gd name="connsiteY19" fmla="*/ 556683 h 577850"/>
              <a:gd name="connsiteX20" fmla="*/ 3420555 w 3826075"/>
              <a:gd name="connsiteY20" fmla="*/ 573617 h 577850"/>
              <a:gd name="connsiteX21" fmla="*/ 2992989 w 3826075"/>
              <a:gd name="connsiteY21" fmla="*/ 577850 h 577850"/>
              <a:gd name="connsiteX22" fmla="*/ 2002389 w 3826075"/>
              <a:gd name="connsiteY22" fmla="*/ 560917 h 577850"/>
              <a:gd name="connsiteX23" fmla="*/ 1337755 w 3826075"/>
              <a:gd name="connsiteY23" fmla="*/ 548217 h 577850"/>
              <a:gd name="connsiteX24" fmla="*/ 876322 w 3826075"/>
              <a:gd name="connsiteY24" fmla="*/ 539750 h 577850"/>
              <a:gd name="connsiteX25" fmla="*/ 321755 w 3826075"/>
              <a:gd name="connsiteY25" fmla="*/ 531283 h 577850"/>
              <a:gd name="connsiteX26" fmla="*/ 139722 w 3826075"/>
              <a:gd name="connsiteY26" fmla="*/ 510117 h 577850"/>
              <a:gd name="connsiteX27" fmla="*/ 21189 w 3826075"/>
              <a:gd name="connsiteY27" fmla="*/ 442383 h 577850"/>
              <a:gd name="connsiteX28" fmla="*/ 4255 w 3826075"/>
              <a:gd name="connsiteY28" fmla="*/ 251883 h 577850"/>
              <a:gd name="connsiteX29" fmla="*/ 22 w 3826075"/>
              <a:gd name="connsiteY29" fmla="*/ 99483 h 577850"/>
              <a:gd name="connsiteX30" fmla="*/ 5314 w 3826075"/>
              <a:gd name="connsiteY30" fmla="*/ 0 h 577850"/>
              <a:gd name="connsiteX0" fmla="*/ 5314 w 3826075"/>
              <a:gd name="connsiteY0" fmla="*/ 54353 h 632203"/>
              <a:gd name="connsiteX1" fmla="*/ 812822 w 3826075"/>
              <a:gd name="connsiteY1" fmla="*/ 60703 h 632203"/>
              <a:gd name="connsiteX2" fmla="*/ 1155722 w 3826075"/>
              <a:gd name="connsiteY2" fmla="*/ 64936 h 632203"/>
              <a:gd name="connsiteX3" fmla="*/ 2115630 w 3826075"/>
              <a:gd name="connsiteY3" fmla="*/ 67053 h 632203"/>
              <a:gd name="connsiteX4" fmla="*/ 2924197 w 3826075"/>
              <a:gd name="connsiteY4" fmla="*/ 70228 h 632203"/>
              <a:gd name="connsiteX5" fmla="*/ 3298847 w 3826075"/>
              <a:gd name="connsiteY5" fmla="*/ 71286 h 632203"/>
              <a:gd name="connsiteX6" fmla="*/ 3649155 w 3826075"/>
              <a:gd name="connsiteY6" fmla="*/ 73403 h 632203"/>
              <a:gd name="connsiteX7" fmla="*/ 3729589 w 3826075"/>
              <a:gd name="connsiteY7" fmla="*/ 73403 h 632203"/>
              <a:gd name="connsiteX8" fmla="*/ 3683022 w 3826075"/>
              <a:gd name="connsiteY8" fmla="*/ 149603 h 632203"/>
              <a:gd name="connsiteX9" fmla="*/ 3653389 w 3826075"/>
              <a:gd name="connsiteY9" fmla="*/ 221570 h 632203"/>
              <a:gd name="connsiteX10" fmla="*/ 3657622 w 3826075"/>
              <a:gd name="connsiteY10" fmla="*/ 263903 h 632203"/>
              <a:gd name="connsiteX11" fmla="*/ 3721122 w 3826075"/>
              <a:gd name="connsiteY11" fmla="*/ 225803 h 632203"/>
              <a:gd name="connsiteX12" fmla="*/ 3784622 w 3826075"/>
              <a:gd name="connsiteY12" fmla="*/ 213103 h 632203"/>
              <a:gd name="connsiteX13" fmla="*/ 3822722 w 3826075"/>
              <a:gd name="connsiteY13" fmla="*/ 263903 h 632203"/>
              <a:gd name="connsiteX14" fmla="*/ 3822722 w 3826075"/>
              <a:gd name="connsiteY14" fmla="*/ 344336 h 632203"/>
              <a:gd name="connsiteX15" fmla="*/ 3810022 w 3826075"/>
              <a:gd name="connsiteY15" fmla="*/ 429003 h 632203"/>
              <a:gd name="connsiteX16" fmla="*/ 3708422 w 3826075"/>
              <a:gd name="connsiteY16" fmla="*/ 467103 h 632203"/>
              <a:gd name="connsiteX17" fmla="*/ 3632222 w 3826075"/>
              <a:gd name="connsiteY17" fmla="*/ 433236 h 632203"/>
              <a:gd name="connsiteX18" fmla="*/ 3636455 w 3826075"/>
              <a:gd name="connsiteY18" fmla="*/ 530603 h 632203"/>
              <a:gd name="connsiteX19" fmla="*/ 3670322 w 3826075"/>
              <a:gd name="connsiteY19" fmla="*/ 611036 h 632203"/>
              <a:gd name="connsiteX20" fmla="*/ 3420555 w 3826075"/>
              <a:gd name="connsiteY20" fmla="*/ 627970 h 632203"/>
              <a:gd name="connsiteX21" fmla="*/ 2992989 w 3826075"/>
              <a:gd name="connsiteY21" fmla="*/ 632203 h 632203"/>
              <a:gd name="connsiteX22" fmla="*/ 2002389 w 3826075"/>
              <a:gd name="connsiteY22" fmla="*/ 615270 h 632203"/>
              <a:gd name="connsiteX23" fmla="*/ 1337755 w 3826075"/>
              <a:gd name="connsiteY23" fmla="*/ 602570 h 632203"/>
              <a:gd name="connsiteX24" fmla="*/ 876322 w 3826075"/>
              <a:gd name="connsiteY24" fmla="*/ 594103 h 632203"/>
              <a:gd name="connsiteX25" fmla="*/ 321755 w 3826075"/>
              <a:gd name="connsiteY25" fmla="*/ 585636 h 632203"/>
              <a:gd name="connsiteX26" fmla="*/ 139722 w 3826075"/>
              <a:gd name="connsiteY26" fmla="*/ 564470 h 632203"/>
              <a:gd name="connsiteX27" fmla="*/ 21189 w 3826075"/>
              <a:gd name="connsiteY27" fmla="*/ 496736 h 632203"/>
              <a:gd name="connsiteX28" fmla="*/ 4255 w 3826075"/>
              <a:gd name="connsiteY28" fmla="*/ 306236 h 632203"/>
              <a:gd name="connsiteX29" fmla="*/ 22 w 3826075"/>
              <a:gd name="connsiteY29" fmla="*/ 153836 h 632203"/>
              <a:gd name="connsiteX30" fmla="*/ 5314 w 3826075"/>
              <a:gd name="connsiteY30" fmla="*/ 54353 h 632203"/>
              <a:gd name="connsiteX0" fmla="*/ 10044 w 3830805"/>
              <a:gd name="connsiteY0" fmla="*/ 54353 h 632203"/>
              <a:gd name="connsiteX1" fmla="*/ 817552 w 3830805"/>
              <a:gd name="connsiteY1" fmla="*/ 60703 h 632203"/>
              <a:gd name="connsiteX2" fmla="*/ 1160452 w 3830805"/>
              <a:gd name="connsiteY2" fmla="*/ 64936 h 632203"/>
              <a:gd name="connsiteX3" fmla="*/ 2120360 w 3830805"/>
              <a:gd name="connsiteY3" fmla="*/ 67053 h 632203"/>
              <a:gd name="connsiteX4" fmla="*/ 2928927 w 3830805"/>
              <a:gd name="connsiteY4" fmla="*/ 70228 h 632203"/>
              <a:gd name="connsiteX5" fmla="*/ 3303577 w 3830805"/>
              <a:gd name="connsiteY5" fmla="*/ 71286 h 632203"/>
              <a:gd name="connsiteX6" fmla="*/ 3653885 w 3830805"/>
              <a:gd name="connsiteY6" fmla="*/ 73403 h 632203"/>
              <a:gd name="connsiteX7" fmla="*/ 3734319 w 3830805"/>
              <a:gd name="connsiteY7" fmla="*/ 73403 h 632203"/>
              <a:gd name="connsiteX8" fmla="*/ 3687752 w 3830805"/>
              <a:gd name="connsiteY8" fmla="*/ 149603 h 632203"/>
              <a:gd name="connsiteX9" fmla="*/ 3658119 w 3830805"/>
              <a:gd name="connsiteY9" fmla="*/ 221570 h 632203"/>
              <a:gd name="connsiteX10" fmla="*/ 3662352 w 3830805"/>
              <a:gd name="connsiteY10" fmla="*/ 263903 h 632203"/>
              <a:gd name="connsiteX11" fmla="*/ 3725852 w 3830805"/>
              <a:gd name="connsiteY11" fmla="*/ 225803 h 632203"/>
              <a:gd name="connsiteX12" fmla="*/ 3789352 w 3830805"/>
              <a:gd name="connsiteY12" fmla="*/ 213103 h 632203"/>
              <a:gd name="connsiteX13" fmla="*/ 3827452 w 3830805"/>
              <a:gd name="connsiteY13" fmla="*/ 263903 h 632203"/>
              <a:gd name="connsiteX14" fmla="*/ 3827452 w 3830805"/>
              <a:gd name="connsiteY14" fmla="*/ 344336 h 632203"/>
              <a:gd name="connsiteX15" fmla="*/ 3814752 w 3830805"/>
              <a:gd name="connsiteY15" fmla="*/ 429003 h 632203"/>
              <a:gd name="connsiteX16" fmla="*/ 3713152 w 3830805"/>
              <a:gd name="connsiteY16" fmla="*/ 467103 h 632203"/>
              <a:gd name="connsiteX17" fmla="*/ 3636952 w 3830805"/>
              <a:gd name="connsiteY17" fmla="*/ 433236 h 632203"/>
              <a:gd name="connsiteX18" fmla="*/ 3641185 w 3830805"/>
              <a:gd name="connsiteY18" fmla="*/ 530603 h 632203"/>
              <a:gd name="connsiteX19" fmla="*/ 3675052 w 3830805"/>
              <a:gd name="connsiteY19" fmla="*/ 611036 h 632203"/>
              <a:gd name="connsiteX20" fmla="*/ 3425285 w 3830805"/>
              <a:gd name="connsiteY20" fmla="*/ 627970 h 632203"/>
              <a:gd name="connsiteX21" fmla="*/ 2997719 w 3830805"/>
              <a:gd name="connsiteY21" fmla="*/ 632203 h 632203"/>
              <a:gd name="connsiteX22" fmla="*/ 2007119 w 3830805"/>
              <a:gd name="connsiteY22" fmla="*/ 615270 h 632203"/>
              <a:gd name="connsiteX23" fmla="*/ 1342485 w 3830805"/>
              <a:gd name="connsiteY23" fmla="*/ 602570 h 632203"/>
              <a:gd name="connsiteX24" fmla="*/ 881052 w 3830805"/>
              <a:gd name="connsiteY24" fmla="*/ 594103 h 632203"/>
              <a:gd name="connsiteX25" fmla="*/ 326485 w 3830805"/>
              <a:gd name="connsiteY25" fmla="*/ 585636 h 632203"/>
              <a:gd name="connsiteX26" fmla="*/ 144452 w 3830805"/>
              <a:gd name="connsiteY26" fmla="*/ 564470 h 632203"/>
              <a:gd name="connsiteX27" fmla="*/ 25919 w 3830805"/>
              <a:gd name="connsiteY27" fmla="*/ 496736 h 632203"/>
              <a:gd name="connsiteX28" fmla="*/ 8985 w 3830805"/>
              <a:gd name="connsiteY28" fmla="*/ 306236 h 632203"/>
              <a:gd name="connsiteX29" fmla="*/ 4752 w 3830805"/>
              <a:gd name="connsiteY29" fmla="*/ 153836 h 632203"/>
              <a:gd name="connsiteX30" fmla="*/ 10044 w 3830805"/>
              <a:gd name="connsiteY30" fmla="*/ 54353 h 632203"/>
              <a:gd name="connsiteX0" fmla="*/ 10044 w 3830805"/>
              <a:gd name="connsiteY0" fmla="*/ 21934 h 599784"/>
              <a:gd name="connsiteX1" fmla="*/ 817552 w 3830805"/>
              <a:gd name="connsiteY1" fmla="*/ 28284 h 599784"/>
              <a:gd name="connsiteX2" fmla="*/ 1160452 w 3830805"/>
              <a:gd name="connsiteY2" fmla="*/ 32517 h 599784"/>
              <a:gd name="connsiteX3" fmla="*/ 2120360 w 3830805"/>
              <a:gd name="connsiteY3" fmla="*/ 34634 h 599784"/>
              <a:gd name="connsiteX4" fmla="*/ 2928927 w 3830805"/>
              <a:gd name="connsiteY4" fmla="*/ 37809 h 599784"/>
              <a:gd name="connsiteX5" fmla="*/ 3303577 w 3830805"/>
              <a:gd name="connsiteY5" fmla="*/ 38867 h 599784"/>
              <a:gd name="connsiteX6" fmla="*/ 3653885 w 3830805"/>
              <a:gd name="connsiteY6" fmla="*/ 40984 h 599784"/>
              <a:gd name="connsiteX7" fmla="*/ 3734319 w 3830805"/>
              <a:gd name="connsiteY7" fmla="*/ 40984 h 599784"/>
              <a:gd name="connsiteX8" fmla="*/ 3687752 w 3830805"/>
              <a:gd name="connsiteY8" fmla="*/ 117184 h 599784"/>
              <a:gd name="connsiteX9" fmla="*/ 3658119 w 3830805"/>
              <a:gd name="connsiteY9" fmla="*/ 189151 h 599784"/>
              <a:gd name="connsiteX10" fmla="*/ 3662352 w 3830805"/>
              <a:gd name="connsiteY10" fmla="*/ 231484 h 599784"/>
              <a:gd name="connsiteX11" fmla="*/ 3725852 w 3830805"/>
              <a:gd name="connsiteY11" fmla="*/ 193384 h 599784"/>
              <a:gd name="connsiteX12" fmla="*/ 3789352 w 3830805"/>
              <a:gd name="connsiteY12" fmla="*/ 180684 h 599784"/>
              <a:gd name="connsiteX13" fmla="*/ 3827452 w 3830805"/>
              <a:gd name="connsiteY13" fmla="*/ 231484 h 599784"/>
              <a:gd name="connsiteX14" fmla="*/ 3827452 w 3830805"/>
              <a:gd name="connsiteY14" fmla="*/ 311917 h 599784"/>
              <a:gd name="connsiteX15" fmla="*/ 3814752 w 3830805"/>
              <a:gd name="connsiteY15" fmla="*/ 396584 h 599784"/>
              <a:gd name="connsiteX16" fmla="*/ 3713152 w 3830805"/>
              <a:gd name="connsiteY16" fmla="*/ 434684 h 599784"/>
              <a:gd name="connsiteX17" fmla="*/ 3636952 w 3830805"/>
              <a:gd name="connsiteY17" fmla="*/ 400817 h 599784"/>
              <a:gd name="connsiteX18" fmla="*/ 3641185 w 3830805"/>
              <a:gd name="connsiteY18" fmla="*/ 498184 h 599784"/>
              <a:gd name="connsiteX19" fmla="*/ 3675052 w 3830805"/>
              <a:gd name="connsiteY19" fmla="*/ 578617 h 599784"/>
              <a:gd name="connsiteX20" fmla="*/ 3425285 w 3830805"/>
              <a:gd name="connsiteY20" fmla="*/ 595551 h 599784"/>
              <a:gd name="connsiteX21" fmla="*/ 2997719 w 3830805"/>
              <a:gd name="connsiteY21" fmla="*/ 599784 h 599784"/>
              <a:gd name="connsiteX22" fmla="*/ 2007119 w 3830805"/>
              <a:gd name="connsiteY22" fmla="*/ 582851 h 599784"/>
              <a:gd name="connsiteX23" fmla="*/ 1342485 w 3830805"/>
              <a:gd name="connsiteY23" fmla="*/ 570151 h 599784"/>
              <a:gd name="connsiteX24" fmla="*/ 881052 w 3830805"/>
              <a:gd name="connsiteY24" fmla="*/ 561684 h 599784"/>
              <a:gd name="connsiteX25" fmla="*/ 326485 w 3830805"/>
              <a:gd name="connsiteY25" fmla="*/ 553217 h 599784"/>
              <a:gd name="connsiteX26" fmla="*/ 144452 w 3830805"/>
              <a:gd name="connsiteY26" fmla="*/ 532051 h 599784"/>
              <a:gd name="connsiteX27" fmla="*/ 25919 w 3830805"/>
              <a:gd name="connsiteY27" fmla="*/ 464317 h 599784"/>
              <a:gd name="connsiteX28" fmla="*/ 8985 w 3830805"/>
              <a:gd name="connsiteY28" fmla="*/ 273817 h 599784"/>
              <a:gd name="connsiteX29" fmla="*/ 4752 w 3830805"/>
              <a:gd name="connsiteY29" fmla="*/ 121417 h 599784"/>
              <a:gd name="connsiteX30" fmla="*/ 10044 w 3830805"/>
              <a:gd name="connsiteY30" fmla="*/ 21934 h 599784"/>
              <a:gd name="connsiteX0" fmla="*/ 90336 w 3831722"/>
              <a:gd name="connsiteY0" fmla="*/ 22703 h 597378"/>
              <a:gd name="connsiteX1" fmla="*/ 818469 w 3831722"/>
              <a:gd name="connsiteY1" fmla="*/ 25878 h 597378"/>
              <a:gd name="connsiteX2" fmla="*/ 1161369 w 3831722"/>
              <a:gd name="connsiteY2" fmla="*/ 30111 h 597378"/>
              <a:gd name="connsiteX3" fmla="*/ 2121277 w 3831722"/>
              <a:gd name="connsiteY3" fmla="*/ 32228 h 597378"/>
              <a:gd name="connsiteX4" fmla="*/ 2929844 w 3831722"/>
              <a:gd name="connsiteY4" fmla="*/ 35403 h 597378"/>
              <a:gd name="connsiteX5" fmla="*/ 3304494 w 3831722"/>
              <a:gd name="connsiteY5" fmla="*/ 36461 h 597378"/>
              <a:gd name="connsiteX6" fmla="*/ 3654802 w 3831722"/>
              <a:gd name="connsiteY6" fmla="*/ 38578 h 597378"/>
              <a:gd name="connsiteX7" fmla="*/ 3735236 w 3831722"/>
              <a:gd name="connsiteY7" fmla="*/ 38578 h 597378"/>
              <a:gd name="connsiteX8" fmla="*/ 3688669 w 3831722"/>
              <a:gd name="connsiteY8" fmla="*/ 114778 h 597378"/>
              <a:gd name="connsiteX9" fmla="*/ 3659036 w 3831722"/>
              <a:gd name="connsiteY9" fmla="*/ 186745 h 597378"/>
              <a:gd name="connsiteX10" fmla="*/ 3663269 w 3831722"/>
              <a:gd name="connsiteY10" fmla="*/ 229078 h 597378"/>
              <a:gd name="connsiteX11" fmla="*/ 3726769 w 3831722"/>
              <a:gd name="connsiteY11" fmla="*/ 190978 h 597378"/>
              <a:gd name="connsiteX12" fmla="*/ 3790269 w 3831722"/>
              <a:gd name="connsiteY12" fmla="*/ 178278 h 597378"/>
              <a:gd name="connsiteX13" fmla="*/ 3828369 w 3831722"/>
              <a:gd name="connsiteY13" fmla="*/ 229078 h 597378"/>
              <a:gd name="connsiteX14" fmla="*/ 3828369 w 3831722"/>
              <a:gd name="connsiteY14" fmla="*/ 309511 h 597378"/>
              <a:gd name="connsiteX15" fmla="*/ 3815669 w 3831722"/>
              <a:gd name="connsiteY15" fmla="*/ 394178 h 597378"/>
              <a:gd name="connsiteX16" fmla="*/ 3714069 w 3831722"/>
              <a:gd name="connsiteY16" fmla="*/ 432278 h 597378"/>
              <a:gd name="connsiteX17" fmla="*/ 3637869 w 3831722"/>
              <a:gd name="connsiteY17" fmla="*/ 398411 h 597378"/>
              <a:gd name="connsiteX18" fmla="*/ 3642102 w 3831722"/>
              <a:gd name="connsiteY18" fmla="*/ 495778 h 597378"/>
              <a:gd name="connsiteX19" fmla="*/ 3675969 w 3831722"/>
              <a:gd name="connsiteY19" fmla="*/ 576211 h 597378"/>
              <a:gd name="connsiteX20" fmla="*/ 3426202 w 3831722"/>
              <a:gd name="connsiteY20" fmla="*/ 593145 h 597378"/>
              <a:gd name="connsiteX21" fmla="*/ 2998636 w 3831722"/>
              <a:gd name="connsiteY21" fmla="*/ 597378 h 597378"/>
              <a:gd name="connsiteX22" fmla="*/ 2008036 w 3831722"/>
              <a:gd name="connsiteY22" fmla="*/ 580445 h 597378"/>
              <a:gd name="connsiteX23" fmla="*/ 1343402 w 3831722"/>
              <a:gd name="connsiteY23" fmla="*/ 567745 h 597378"/>
              <a:gd name="connsiteX24" fmla="*/ 881969 w 3831722"/>
              <a:gd name="connsiteY24" fmla="*/ 559278 h 597378"/>
              <a:gd name="connsiteX25" fmla="*/ 327402 w 3831722"/>
              <a:gd name="connsiteY25" fmla="*/ 550811 h 597378"/>
              <a:gd name="connsiteX26" fmla="*/ 145369 w 3831722"/>
              <a:gd name="connsiteY26" fmla="*/ 529645 h 597378"/>
              <a:gd name="connsiteX27" fmla="*/ 26836 w 3831722"/>
              <a:gd name="connsiteY27" fmla="*/ 461911 h 597378"/>
              <a:gd name="connsiteX28" fmla="*/ 9902 w 3831722"/>
              <a:gd name="connsiteY28" fmla="*/ 271411 h 597378"/>
              <a:gd name="connsiteX29" fmla="*/ 5669 w 3831722"/>
              <a:gd name="connsiteY29" fmla="*/ 119011 h 597378"/>
              <a:gd name="connsiteX30" fmla="*/ 90336 w 3831722"/>
              <a:gd name="connsiteY30" fmla="*/ 22703 h 597378"/>
              <a:gd name="connsiteX0" fmla="*/ 90336 w 3831722"/>
              <a:gd name="connsiteY0" fmla="*/ 22703 h 597378"/>
              <a:gd name="connsiteX1" fmla="*/ 818469 w 3831722"/>
              <a:gd name="connsiteY1" fmla="*/ 25878 h 597378"/>
              <a:gd name="connsiteX2" fmla="*/ 1161369 w 3831722"/>
              <a:gd name="connsiteY2" fmla="*/ 30111 h 597378"/>
              <a:gd name="connsiteX3" fmla="*/ 2121277 w 3831722"/>
              <a:gd name="connsiteY3" fmla="*/ 32228 h 597378"/>
              <a:gd name="connsiteX4" fmla="*/ 2929844 w 3831722"/>
              <a:gd name="connsiteY4" fmla="*/ 35403 h 597378"/>
              <a:gd name="connsiteX5" fmla="*/ 3304494 w 3831722"/>
              <a:gd name="connsiteY5" fmla="*/ 36461 h 597378"/>
              <a:gd name="connsiteX6" fmla="*/ 3654802 w 3831722"/>
              <a:gd name="connsiteY6" fmla="*/ 38578 h 597378"/>
              <a:gd name="connsiteX7" fmla="*/ 3735236 w 3831722"/>
              <a:gd name="connsiteY7" fmla="*/ 38578 h 597378"/>
              <a:gd name="connsiteX8" fmla="*/ 3688669 w 3831722"/>
              <a:gd name="connsiteY8" fmla="*/ 114778 h 597378"/>
              <a:gd name="connsiteX9" fmla="*/ 3659036 w 3831722"/>
              <a:gd name="connsiteY9" fmla="*/ 186745 h 597378"/>
              <a:gd name="connsiteX10" fmla="*/ 3663269 w 3831722"/>
              <a:gd name="connsiteY10" fmla="*/ 229078 h 597378"/>
              <a:gd name="connsiteX11" fmla="*/ 3726769 w 3831722"/>
              <a:gd name="connsiteY11" fmla="*/ 190978 h 597378"/>
              <a:gd name="connsiteX12" fmla="*/ 3790269 w 3831722"/>
              <a:gd name="connsiteY12" fmla="*/ 178278 h 597378"/>
              <a:gd name="connsiteX13" fmla="*/ 3828369 w 3831722"/>
              <a:gd name="connsiteY13" fmla="*/ 229078 h 597378"/>
              <a:gd name="connsiteX14" fmla="*/ 3828369 w 3831722"/>
              <a:gd name="connsiteY14" fmla="*/ 309511 h 597378"/>
              <a:gd name="connsiteX15" fmla="*/ 3815669 w 3831722"/>
              <a:gd name="connsiteY15" fmla="*/ 394178 h 597378"/>
              <a:gd name="connsiteX16" fmla="*/ 3714069 w 3831722"/>
              <a:gd name="connsiteY16" fmla="*/ 432278 h 597378"/>
              <a:gd name="connsiteX17" fmla="*/ 3637869 w 3831722"/>
              <a:gd name="connsiteY17" fmla="*/ 398411 h 597378"/>
              <a:gd name="connsiteX18" fmla="*/ 3642102 w 3831722"/>
              <a:gd name="connsiteY18" fmla="*/ 495778 h 597378"/>
              <a:gd name="connsiteX19" fmla="*/ 3675969 w 3831722"/>
              <a:gd name="connsiteY19" fmla="*/ 576211 h 597378"/>
              <a:gd name="connsiteX20" fmla="*/ 3426202 w 3831722"/>
              <a:gd name="connsiteY20" fmla="*/ 593145 h 597378"/>
              <a:gd name="connsiteX21" fmla="*/ 2998636 w 3831722"/>
              <a:gd name="connsiteY21" fmla="*/ 597378 h 597378"/>
              <a:gd name="connsiteX22" fmla="*/ 2008036 w 3831722"/>
              <a:gd name="connsiteY22" fmla="*/ 580445 h 597378"/>
              <a:gd name="connsiteX23" fmla="*/ 1343402 w 3831722"/>
              <a:gd name="connsiteY23" fmla="*/ 567745 h 597378"/>
              <a:gd name="connsiteX24" fmla="*/ 881969 w 3831722"/>
              <a:gd name="connsiteY24" fmla="*/ 559278 h 597378"/>
              <a:gd name="connsiteX25" fmla="*/ 327402 w 3831722"/>
              <a:gd name="connsiteY25" fmla="*/ 550811 h 597378"/>
              <a:gd name="connsiteX26" fmla="*/ 145369 w 3831722"/>
              <a:gd name="connsiteY26" fmla="*/ 529645 h 597378"/>
              <a:gd name="connsiteX27" fmla="*/ 26836 w 3831722"/>
              <a:gd name="connsiteY27" fmla="*/ 461911 h 597378"/>
              <a:gd name="connsiteX28" fmla="*/ 9902 w 3831722"/>
              <a:gd name="connsiteY28" fmla="*/ 271411 h 597378"/>
              <a:gd name="connsiteX29" fmla="*/ 5669 w 3831722"/>
              <a:gd name="connsiteY29" fmla="*/ 119011 h 597378"/>
              <a:gd name="connsiteX30" fmla="*/ 90336 w 3831722"/>
              <a:gd name="connsiteY30" fmla="*/ 22703 h 597378"/>
              <a:gd name="connsiteX0" fmla="*/ 82843 w 3824229"/>
              <a:gd name="connsiteY0" fmla="*/ 22703 h 597378"/>
              <a:gd name="connsiteX1" fmla="*/ 810976 w 3824229"/>
              <a:gd name="connsiteY1" fmla="*/ 25878 h 597378"/>
              <a:gd name="connsiteX2" fmla="*/ 1153876 w 3824229"/>
              <a:gd name="connsiteY2" fmla="*/ 30111 h 597378"/>
              <a:gd name="connsiteX3" fmla="*/ 2113784 w 3824229"/>
              <a:gd name="connsiteY3" fmla="*/ 32228 h 597378"/>
              <a:gd name="connsiteX4" fmla="*/ 2922351 w 3824229"/>
              <a:gd name="connsiteY4" fmla="*/ 35403 h 597378"/>
              <a:gd name="connsiteX5" fmla="*/ 3297001 w 3824229"/>
              <a:gd name="connsiteY5" fmla="*/ 36461 h 597378"/>
              <a:gd name="connsiteX6" fmla="*/ 3647309 w 3824229"/>
              <a:gd name="connsiteY6" fmla="*/ 38578 h 597378"/>
              <a:gd name="connsiteX7" fmla="*/ 3727743 w 3824229"/>
              <a:gd name="connsiteY7" fmla="*/ 38578 h 597378"/>
              <a:gd name="connsiteX8" fmla="*/ 3681176 w 3824229"/>
              <a:gd name="connsiteY8" fmla="*/ 114778 h 597378"/>
              <a:gd name="connsiteX9" fmla="*/ 3651543 w 3824229"/>
              <a:gd name="connsiteY9" fmla="*/ 186745 h 597378"/>
              <a:gd name="connsiteX10" fmla="*/ 3655776 w 3824229"/>
              <a:gd name="connsiteY10" fmla="*/ 229078 h 597378"/>
              <a:gd name="connsiteX11" fmla="*/ 3719276 w 3824229"/>
              <a:gd name="connsiteY11" fmla="*/ 190978 h 597378"/>
              <a:gd name="connsiteX12" fmla="*/ 3782776 w 3824229"/>
              <a:gd name="connsiteY12" fmla="*/ 178278 h 597378"/>
              <a:gd name="connsiteX13" fmla="*/ 3820876 w 3824229"/>
              <a:gd name="connsiteY13" fmla="*/ 229078 h 597378"/>
              <a:gd name="connsiteX14" fmla="*/ 3820876 w 3824229"/>
              <a:gd name="connsiteY14" fmla="*/ 309511 h 597378"/>
              <a:gd name="connsiteX15" fmla="*/ 3808176 w 3824229"/>
              <a:gd name="connsiteY15" fmla="*/ 394178 h 597378"/>
              <a:gd name="connsiteX16" fmla="*/ 3706576 w 3824229"/>
              <a:gd name="connsiteY16" fmla="*/ 432278 h 597378"/>
              <a:gd name="connsiteX17" fmla="*/ 3630376 w 3824229"/>
              <a:gd name="connsiteY17" fmla="*/ 398411 h 597378"/>
              <a:gd name="connsiteX18" fmla="*/ 3634609 w 3824229"/>
              <a:gd name="connsiteY18" fmla="*/ 495778 h 597378"/>
              <a:gd name="connsiteX19" fmla="*/ 3668476 w 3824229"/>
              <a:gd name="connsiteY19" fmla="*/ 576211 h 597378"/>
              <a:gd name="connsiteX20" fmla="*/ 3418709 w 3824229"/>
              <a:gd name="connsiteY20" fmla="*/ 593145 h 597378"/>
              <a:gd name="connsiteX21" fmla="*/ 2991143 w 3824229"/>
              <a:gd name="connsiteY21" fmla="*/ 597378 h 597378"/>
              <a:gd name="connsiteX22" fmla="*/ 2000543 w 3824229"/>
              <a:gd name="connsiteY22" fmla="*/ 580445 h 597378"/>
              <a:gd name="connsiteX23" fmla="*/ 1335909 w 3824229"/>
              <a:gd name="connsiteY23" fmla="*/ 567745 h 597378"/>
              <a:gd name="connsiteX24" fmla="*/ 874476 w 3824229"/>
              <a:gd name="connsiteY24" fmla="*/ 559278 h 597378"/>
              <a:gd name="connsiteX25" fmla="*/ 319909 w 3824229"/>
              <a:gd name="connsiteY25" fmla="*/ 550811 h 597378"/>
              <a:gd name="connsiteX26" fmla="*/ 137876 w 3824229"/>
              <a:gd name="connsiteY26" fmla="*/ 529645 h 597378"/>
              <a:gd name="connsiteX27" fmla="*/ 19343 w 3824229"/>
              <a:gd name="connsiteY27" fmla="*/ 461911 h 597378"/>
              <a:gd name="connsiteX28" fmla="*/ 2409 w 3824229"/>
              <a:gd name="connsiteY28" fmla="*/ 271411 h 597378"/>
              <a:gd name="connsiteX29" fmla="*/ 10876 w 3824229"/>
              <a:gd name="connsiteY29" fmla="*/ 119011 h 597378"/>
              <a:gd name="connsiteX30" fmla="*/ 82843 w 3824229"/>
              <a:gd name="connsiteY30" fmla="*/ 22703 h 597378"/>
              <a:gd name="connsiteX0" fmla="*/ 81116 w 3822502"/>
              <a:gd name="connsiteY0" fmla="*/ 22703 h 597378"/>
              <a:gd name="connsiteX1" fmla="*/ 809249 w 3822502"/>
              <a:gd name="connsiteY1" fmla="*/ 25878 h 597378"/>
              <a:gd name="connsiteX2" fmla="*/ 1152149 w 3822502"/>
              <a:gd name="connsiteY2" fmla="*/ 30111 h 597378"/>
              <a:gd name="connsiteX3" fmla="*/ 2112057 w 3822502"/>
              <a:gd name="connsiteY3" fmla="*/ 32228 h 597378"/>
              <a:gd name="connsiteX4" fmla="*/ 2920624 w 3822502"/>
              <a:gd name="connsiteY4" fmla="*/ 35403 h 597378"/>
              <a:gd name="connsiteX5" fmla="*/ 3295274 w 3822502"/>
              <a:gd name="connsiteY5" fmla="*/ 36461 h 597378"/>
              <a:gd name="connsiteX6" fmla="*/ 3645582 w 3822502"/>
              <a:gd name="connsiteY6" fmla="*/ 38578 h 597378"/>
              <a:gd name="connsiteX7" fmla="*/ 3726016 w 3822502"/>
              <a:gd name="connsiteY7" fmla="*/ 38578 h 597378"/>
              <a:gd name="connsiteX8" fmla="*/ 3679449 w 3822502"/>
              <a:gd name="connsiteY8" fmla="*/ 114778 h 597378"/>
              <a:gd name="connsiteX9" fmla="*/ 3649816 w 3822502"/>
              <a:gd name="connsiteY9" fmla="*/ 186745 h 597378"/>
              <a:gd name="connsiteX10" fmla="*/ 3654049 w 3822502"/>
              <a:gd name="connsiteY10" fmla="*/ 229078 h 597378"/>
              <a:gd name="connsiteX11" fmla="*/ 3717549 w 3822502"/>
              <a:gd name="connsiteY11" fmla="*/ 190978 h 597378"/>
              <a:gd name="connsiteX12" fmla="*/ 3781049 w 3822502"/>
              <a:gd name="connsiteY12" fmla="*/ 178278 h 597378"/>
              <a:gd name="connsiteX13" fmla="*/ 3819149 w 3822502"/>
              <a:gd name="connsiteY13" fmla="*/ 229078 h 597378"/>
              <a:gd name="connsiteX14" fmla="*/ 3819149 w 3822502"/>
              <a:gd name="connsiteY14" fmla="*/ 309511 h 597378"/>
              <a:gd name="connsiteX15" fmla="*/ 3806449 w 3822502"/>
              <a:gd name="connsiteY15" fmla="*/ 394178 h 597378"/>
              <a:gd name="connsiteX16" fmla="*/ 3704849 w 3822502"/>
              <a:gd name="connsiteY16" fmla="*/ 432278 h 597378"/>
              <a:gd name="connsiteX17" fmla="*/ 3628649 w 3822502"/>
              <a:gd name="connsiteY17" fmla="*/ 398411 h 597378"/>
              <a:gd name="connsiteX18" fmla="*/ 3632882 w 3822502"/>
              <a:gd name="connsiteY18" fmla="*/ 495778 h 597378"/>
              <a:gd name="connsiteX19" fmla="*/ 3666749 w 3822502"/>
              <a:gd name="connsiteY19" fmla="*/ 576211 h 597378"/>
              <a:gd name="connsiteX20" fmla="*/ 3416982 w 3822502"/>
              <a:gd name="connsiteY20" fmla="*/ 593145 h 597378"/>
              <a:gd name="connsiteX21" fmla="*/ 2989416 w 3822502"/>
              <a:gd name="connsiteY21" fmla="*/ 597378 h 597378"/>
              <a:gd name="connsiteX22" fmla="*/ 1998816 w 3822502"/>
              <a:gd name="connsiteY22" fmla="*/ 580445 h 597378"/>
              <a:gd name="connsiteX23" fmla="*/ 1334182 w 3822502"/>
              <a:gd name="connsiteY23" fmla="*/ 567745 h 597378"/>
              <a:gd name="connsiteX24" fmla="*/ 872749 w 3822502"/>
              <a:gd name="connsiteY24" fmla="*/ 559278 h 597378"/>
              <a:gd name="connsiteX25" fmla="*/ 318182 w 3822502"/>
              <a:gd name="connsiteY25" fmla="*/ 550811 h 597378"/>
              <a:gd name="connsiteX26" fmla="*/ 136149 w 3822502"/>
              <a:gd name="connsiteY26" fmla="*/ 529645 h 597378"/>
              <a:gd name="connsiteX27" fmla="*/ 17616 w 3822502"/>
              <a:gd name="connsiteY27" fmla="*/ 461911 h 597378"/>
              <a:gd name="connsiteX28" fmla="*/ 682 w 3822502"/>
              <a:gd name="connsiteY28" fmla="*/ 271411 h 597378"/>
              <a:gd name="connsiteX29" fmla="*/ 9149 w 3822502"/>
              <a:gd name="connsiteY29" fmla="*/ 119011 h 597378"/>
              <a:gd name="connsiteX30" fmla="*/ 81116 w 3822502"/>
              <a:gd name="connsiteY30" fmla="*/ 22703 h 597378"/>
              <a:gd name="connsiteX0" fmla="*/ 83814 w 3825200"/>
              <a:gd name="connsiteY0" fmla="*/ 22703 h 597378"/>
              <a:gd name="connsiteX1" fmla="*/ 811947 w 3825200"/>
              <a:gd name="connsiteY1" fmla="*/ 25878 h 597378"/>
              <a:gd name="connsiteX2" fmla="*/ 1154847 w 3825200"/>
              <a:gd name="connsiteY2" fmla="*/ 30111 h 597378"/>
              <a:gd name="connsiteX3" fmla="*/ 2114755 w 3825200"/>
              <a:gd name="connsiteY3" fmla="*/ 32228 h 597378"/>
              <a:gd name="connsiteX4" fmla="*/ 2923322 w 3825200"/>
              <a:gd name="connsiteY4" fmla="*/ 35403 h 597378"/>
              <a:gd name="connsiteX5" fmla="*/ 3297972 w 3825200"/>
              <a:gd name="connsiteY5" fmla="*/ 36461 h 597378"/>
              <a:gd name="connsiteX6" fmla="*/ 3648280 w 3825200"/>
              <a:gd name="connsiteY6" fmla="*/ 38578 h 597378"/>
              <a:gd name="connsiteX7" fmla="*/ 3728714 w 3825200"/>
              <a:gd name="connsiteY7" fmla="*/ 38578 h 597378"/>
              <a:gd name="connsiteX8" fmla="*/ 3682147 w 3825200"/>
              <a:gd name="connsiteY8" fmla="*/ 114778 h 597378"/>
              <a:gd name="connsiteX9" fmla="*/ 3652514 w 3825200"/>
              <a:gd name="connsiteY9" fmla="*/ 186745 h 597378"/>
              <a:gd name="connsiteX10" fmla="*/ 3656747 w 3825200"/>
              <a:gd name="connsiteY10" fmla="*/ 229078 h 597378"/>
              <a:gd name="connsiteX11" fmla="*/ 3720247 w 3825200"/>
              <a:gd name="connsiteY11" fmla="*/ 190978 h 597378"/>
              <a:gd name="connsiteX12" fmla="*/ 3783747 w 3825200"/>
              <a:gd name="connsiteY12" fmla="*/ 178278 h 597378"/>
              <a:gd name="connsiteX13" fmla="*/ 3821847 w 3825200"/>
              <a:gd name="connsiteY13" fmla="*/ 229078 h 597378"/>
              <a:gd name="connsiteX14" fmla="*/ 3821847 w 3825200"/>
              <a:gd name="connsiteY14" fmla="*/ 309511 h 597378"/>
              <a:gd name="connsiteX15" fmla="*/ 3809147 w 3825200"/>
              <a:gd name="connsiteY15" fmla="*/ 394178 h 597378"/>
              <a:gd name="connsiteX16" fmla="*/ 3707547 w 3825200"/>
              <a:gd name="connsiteY16" fmla="*/ 432278 h 597378"/>
              <a:gd name="connsiteX17" fmla="*/ 3631347 w 3825200"/>
              <a:gd name="connsiteY17" fmla="*/ 398411 h 597378"/>
              <a:gd name="connsiteX18" fmla="*/ 3635580 w 3825200"/>
              <a:gd name="connsiteY18" fmla="*/ 495778 h 597378"/>
              <a:gd name="connsiteX19" fmla="*/ 3669447 w 3825200"/>
              <a:gd name="connsiteY19" fmla="*/ 576211 h 597378"/>
              <a:gd name="connsiteX20" fmla="*/ 3419680 w 3825200"/>
              <a:gd name="connsiteY20" fmla="*/ 593145 h 597378"/>
              <a:gd name="connsiteX21" fmla="*/ 2992114 w 3825200"/>
              <a:gd name="connsiteY21" fmla="*/ 597378 h 597378"/>
              <a:gd name="connsiteX22" fmla="*/ 2001514 w 3825200"/>
              <a:gd name="connsiteY22" fmla="*/ 580445 h 597378"/>
              <a:gd name="connsiteX23" fmla="*/ 1336880 w 3825200"/>
              <a:gd name="connsiteY23" fmla="*/ 567745 h 597378"/>
              <a:gd name="connsiteX24" fmla="*/ 875447 w 3825200"/>
              <a:gd name="connsiteY24" fmla="*/ 559278 h 597378"/>
              <a:gd name="connsiteX25" fmla="*/ 320880 w 3825200"/>
              <a:gd name="connsiteY25" fmla="*/ 550811 h 597378"/>
              <a:gd name="connsiteX26" fmla="*/ 138847 w 3825200"/>
              <a:gd name="connsiteY26" fmla="*/ 529645 h 597378"/>
              <a:gd name="connsiteX27" fmla="*/ 20314 w 3825200"/>
              <a:gd name="connsiteY27" fmla="*/ 461911 h 597378"/>
              <a:gd name="connsiteX28" fmla="*/ 3380 w 3825200"/>
              <a:gd name="connsiteY28" fmla="*/ 271411 h 597378"/>
              <a:gd name="connsiteX29" fmla="*/ 11847 w 3825200"/>
              <a:gd name="connsiteY29" fmla="*/ 119011 h 597378"/>
              <a:gd name="connsiteX30" fmla="*/ 83814 w 3825200"/>
              <a:gd name="connsiteY30" fmla="*/ 22703 h 597378"/>
              <a:gd name="connsiteX0" fmla="*/ 81069 w 3822455"/>
              <a:gd name="connsiteY0" fmla="*/ 22703 h 597378"/>
              <a:gd name="connsiteX1" fmla="*/ 809202 w 3822455"/>
              <a:gd name="connsiteY1" fmla="*/ 25878 h 597378"/>
              <a:gd name="connsiteX2" fmla="*/ 1152102 w 3822455"/>
              <a:gd name="connsiteY2" fmla="*/ 30111 h 597378"/>
              <a:gd name="connsiteX3" fmla="*/ 2112010 w 3822455"/>
              <a:gd name="connsiteY3" fmla="*/ 32228 h 597378"/>
              <a:gd name="connsiteX4" fmla="*/ 2920577 w 3822455"/>
              <a:gd name="connsiteY4" fmla="*/ 35403 h 597378"/>
              <a:gd name="connsiteX5" fmla="*/ 3295227 w 3822455"/>
              <a:gd name="connsiteY5" fmla="*/ 36461 h 597378"/>
              <a:gd name="connsiteX6" fmla="*/ 3645535 w 3822455"/>
              <a:gd name="connsiteY6" fmla="*/ 38578 h 597378"/>
              <a:gd name="connsiteX7" fmla="*/ 3725969 w 3822455"/>
              <a:gd name="connsiteY7" fmla="*/ 38578 h 597378"/>
              <a:gd name="connsiteX8" fmla="*/ 3679402 w 3822455"/>
              <a:gd name="connsiteY8" fmla="*/ 114778 h 597378"/>
              <a:gd name="connsiteX9" fmla="*/ 3649769 w 3822455"/>
              <a:gd name="connsiteY9" fmla="*/ 186745 h 597378"/>
              <a:gd name="connsiteX10" fmla="*/ 3654002 w 3822455"/>
              <a:gd name="connsiteY10" fmla="*/ 229078 h 597378"/>
              <a:gd name="connsiteX11" fmla="*/ 3717502 w 3822455"/>
              <a:gd name="connsiteY11" fmla="*/ 190978 h 597378"/>
              <a:gd name="connsiteX12" fmla="*/ 3781002 w 3822455"/>
              <a:gd name="connsiteY12" fmla="*/ 178278 h 597378"/>
              <a:gd name="connsiteX13" fmla="*/ 3819102 w 3822455"/>
              <a:gd name="connsiteY13" fmla="*/ 229078 h 597378"/>
              <a:gd name="connsiteX14" fmla="*/ 3819102 w 3822455"/>
              <a:gd name="connsiteY14" fmla="*/ 309511 h 597378"/>
              <a:gd name="connsiteX15" fmla="*/ 3806402 w 3822455"/>
              <a:gd name="connsiteY15" fmla="*/ 394178 h 597378"/>
              <a:gd name="connsiteX16" fmla="*/ 3704802 w 3822455"/>
              <a:gd name="connsiteY16" fmla="*/ 432278 h 597378"/>
              <a:gd name="connsiteX17" fmla="*/ 3628602 w 3822455"/>
              <a:gd name="connsiteY17" fmla="*/ 398411 h 597378"/>
              <a:gd name="connsiteX18" fmla="*/ 3632835 w 3822455"/>
              <a:gd name="connsiteY18" fmla="*/ 495778 h 597378"/>
              <a:gd name="connsiteX19" fmla="*/ 3666702 w 3822455"/>
              <a:gd name="connsiteY19" fmla="*/ 576211 h 597378"/>
              <a:gd name="connsiteX20" fmla="*/ 3416935 w 3822455"/>
              <a:gd name="connsiteY20" fmla="*/ 593145 h 597378"/>
              <a:gd name="connsiteX21" fmla="*/ 2989369 w 3822455"/>
              <a:gd name="connsiteY21" fmla="*/ 597378 h 597378"/>
              <a:gd name="connsiteX22" fmla="*/ 1998769 w 3822455"/>
              <a:gd name="connsiteY22" fmla="*/ 580445 h 597378"/>
              <a:gd name="connsiteX23" fmla="*/ 1334135 w 3822455"/>
              <a:gd name="connsiteY23" fmla="*/ 567745 h 597378"/>
              <a:gd name="connsiteX24" fmla="*/ 872702 w 3822455"/>
              <a:gd name="connsiteY24" fmla="*/ 559278 h 597378"/>
              <a:gd name="connsiteX25" fmla="*/ 318135 w 3822455"/>
              <a:gd name="connsiteY25" fmla="*/ 550811 h 597378"/>
              <a:gd name="connsiteX26" fmla="*/ 136102 w 3822455"/>
              <a:gd name="connsiteY26" fmla="*/ 529645 h 597378"/>
              <a:gd name="connsiteX27" fmla="*/ 17569 w 3822455"/>
              <a:gd name="connsiteY27" fmla="*/ 461911 h 597378"/>
              <a:gd name="connsiteX28" fmla="*/ 635 w 3822455"/>
              <a:gd name="connsiteY28" fmla="*/ 271411 h 597378"/>
              <a:gd name="connsiteX29" fmla="*/ 9102 w 3822455"/>
              <a:gd name="connsiteY29" fmla="*/ 119011 h 597378"/>
              <a:gd name="connsiteX30" fmla="*/ 81069 w 3822455"/>
              <a:gd name="connsiteY30" fmla="*/ 22703 h 597378"/>
              <a:gd name="connsiteX0" fmla="*/ 82095 w 3823481"/>
              <a:gd name="connsiteY0" fmla="*/ 22703 h 597378"/>
              <a:gd name="connsiteX1" fmla="*/ 810228 w 3823481"/>
              <a:gd name="connsiteY1" fmla="*/ 25878 h 597378"/>
              <a:gd name="connsiteX2" fmla="*/ 1153128 w 3823481"/>
              <a:gd name="connsiteY2" fmla="*/ 30111 h 597378"/>
              <a:gd name="connsiteX3" fmla="*/ 2113036 w 3823481"/>
              <a:gd name="connsiteY3" fmla="*/ 32228 h 597378"/>
              <a:gd name="connsiteX4" fmla="*/ 2921603 w 3823481"/>
              <a:gd name="connsiteY4" fmla="*/ 35403 h 597378"/>
              <a:gd name="connsiteX5" fmla="*/ 3296253 w 3823481"/>
              <a:gd name="connsiteY5" fmla="*/ 36461 h 597378"/>
              <a:gd name="connsiteX6" fmla="*/ 3646561 w 3823481"/>
              <a:gd name="connsiteY6" fmla="*/ 38578 h 597378"/>
              <a:gd name="connsiteX7" fmla="*/ 3726995 w 3823481"/>
              <a:gd name="connsiteY7" fmla="*/ 38578 h 597378"/>
              <a:gd name="connsiteX8" fmla="*/ 3680428 w 3823481"/>
              <a:gd name="connsiteY8" fmla="*/ 114778 h 597378"/>
              <a:gd name="connsiteX9" fmla="*/ 3650795 w 3823481"/>
              <a:gd name="connsiteY9" fmla="*/ 186745 h 597378"/>
              <a:gd name="connsiteX10" fmla="*/ 3655028 w 3823481"/>
              <a:gd name="connsiteY10" fmla="*/ 229078 h 597378"/>
              <a:gd name="connsiteX11" fmla="*/ 3718528 w 3823481"/>
              <a:gd name="connsiteY11" fmla="*/ 190978 h 597378"/>
              <a:gd name="connsiteX12" fmla="*/ 3782028 w 3823481"/>
              <a:gd name="connsiteY12" fmla="*/ 178278 h 597378"/>
              <a:gd name="connsiteX13" fmla="*/ 3820128 w 3823481"/>
              <a:gd name="connsiteY13" fmla="*/ 229078 h 597378"/>
              <a:gd name="connsiteX14" fmla="*/ 3820128 w 3823481"/>
              <a:gd name="connsiteY14" fmla="*/ 309511 h 597378"/>
              <a:gd name="connsiteX15" fmla="*/ 3807428 w 3823481"/>
              <a:gd name="connsiteY15" fmla="*/ 394178 h 597378"/>
              <a:gd name="connsiteX16" fmla="*/ 3705828 w 3823481"/>
              <a:gd name="connsiteY16" fmla="*/ 432278 h 597378"/>
              <a:gd name="connsiteX17" fmla="*/ 3629628 w 3823481"/>
              <a:gd name="connsiteY17" fmla="*/ 398411 h 597378"/>
              <a:gd name="connsiteX18" fmla="*/ 3633861 w 3823481"/>
              <a:gd name="connsiteY18" fmla="*/ 495778 h 597378"/>
              <a:gd name="connsiteX19" fmla="*/ 3667728 w 3823481"/>
              <a:gd name="connsiteY19" fmla="*/ 576211 h 597378"/>
              <a:gd name="connsiteX20" fmla="*/ 3417961 w 3823481"/>
              <a:gd name="connsiteY20" fmla="*/ 593145 h 597378"/>
              <a:gd name="connsiteX21" fmla="*/ 2990395 w 3823481"/>
              <a:gd name="connsiteY21" fmla="*/ 597378 h 597378"/>
              <a:gd name="connsiteX22" fmla="*/ 1999795 w 3823481"/>
              <a:gd name="connsiteY22" fmla="*/ 580445 h 597378"/>
              <a:gd name="connsiteX23" fmla="*/ 1335161 w 3823481"/>
              <a:gd name="connsiteY23" fmla="*/ 567745 h 597378"/>
              <a:gd name="connsiteX24" fmla="*/ 873728 w 3823481"/>
              <a:gd name="connsiteY24" fmla="*/ 559278 h 597378"/>
              <a:gd name="connsiteX25" fmla="*/ 319161 w 3823481"/>
              <a:gd name="connsiteY25" fmla="*/ 550811 h 597378"/>
              <a:gd name="connsiteX26" fmla="*/ 137128 w 3823481"/>
              <a:gd name="connsiteY26" fmla="*/ 529645 h 597378"/>
              <a:gd name="connsiteX27" fmla="*/ 18595 w 3823481"/>
              <a:gd name="connsiteY27" fmla="*/ 461911 h 597378"/>
              <a:gd name="connsiteX28" fmla="*/ 1661 w 3823481"/>
              <a:gd name="connsiteY28" fmla="*/ 271411 h 597378"/>
              <a:gd name="connsiteX29" fmla="*/ 10128 w 3823481"/>
              <a:gd name="connsiteY29" fmla="*/ 119011 h 597378"/>
              <a:gd name="connsiteX30" fmla="*/ 82095 w 3823481"/>
              <a:gd name="connsiteY30" fmla="*/ 22703 h 597378"/>
              <a:gd name="connsiteX0" fmla="*/ 82095 w 3823481"/>
              <a:gd name="connsiteY0" fmla="*/ 22703 h 597378"/>
              <a:gd name="connsiteX1" fmla="*/ 810228 w 3823481"/>
              <a:gd name="connsiteY1" fmla="*/ 25878 h 597378"/>
              <a:gd name="connsiteX2" fmla="*/ 1153128 w 3823481"/>
              <a:gd name="connsiteY2" fmla="*/ 30111 h 597378"/>
              <a:gd name="connsiteX3" fmla="*/ 2113036 w 3823481"/>
              <a:gd name="connsiteY3" fmla="*/ 32228 h 597378"/>
              <a:gd name="connsiteX4" fmla="*/ 2921603 w 3823481"/>
              <a:gd name="connsiteY4" fmla="*/ 35403 h 597378"/>
              <a:gd name="connsiteX5" fmla="*/ 3296253 w 3823481"/>
              <a:gd name="connsiteY5" fmla="*/ 36461 h 597378"/>
              <a:gd name="connsiteX6" fmla="*/ 3646561 w 3823481"/>
              <a:gd name="connsiteY6" fmla="*/ 38578 h 597378"/>
              <a:gd name="connsiteX7" fmla="*/ 3726995 w 3823481"/>
              <a:gd name="connsiteY7" fmla="*/ 38578 h 597378"/>
              <a:gd name="connsiteX8" fmla="*/ 3680428 w 3823481"/>
              <a:gd name="connsiteY8" fmla="*/ 114778 h 597378"/>
              <a:gd name="connsiteX9" fmla="*/ 3650795 w 3823481"/>
              <a:gd name="connsiteY9" fmla="*/ 186745 h 597378"/>
              <a:gd name="connsiteX10" fmla="*/ 3655028 w 3823481"/>
              <a:gd name="connsiteY10" fmla="*/ 229078 h 597378"/>
              <a:gd name="connsiteX11" fmla="*/ 3718528 w 3823481"/>
              <a:gd name="connsiteY11" fmla="*/ 190978 h 597378"/>
              <a:gd name="connsiteX12" fmla="*/ 3782028 w 3823481"/>
              <a:gd name="connsiteY12" fmla="*/ 178278 h 597378"/>
              <a:gd name="connsiteX13" fmla="*/ 3820128 w 3823481"/>
              <a:gd name="connsiteY13" fmla="*/ 229078 h 597378"/>
              <a:gd name="connsiteX14" fmla="*/ 3820128 w 3823481"/>
              <a:gd name="connsiteY14" fmla="*/ 309511 h 597378"/>
              <a:gd name="connsiteX15" fmla="*/ 3807428 w 3823481"/>
              <a:gd name="connsiteY15" fmla="*/ 394178 h 597378"/>
              <a:gd name="connsiteX16" fmla="*/ 3705828 w 3823481"/>
              <a:gd name="connsiteY16" fmla="*/ 432278 h 597378"/>
              <a:gd name="connsiteX17" fmla="*/ 3629628 w 3823481"/>
              <a:gd name="connsiteY17" fmla="*/ 398411 h 597378"/>
              <a:gd name="connsiteX18" fmla="*/ 3633861 w 3823481"/>
              <a:gd name="connsiteY18" fmla="*/ 495778 h 597378"/>
              <a:gd name="connsiteX19" fmla="*/ 3667728 w 3823481"/>
              <a:gd name="connsiteY19" fmla="*/ 576211 h 597378"/>
              <a:gd name="connsiteX20" fmla="*/ 3417961 w 3823481"/>
              <a:gd name="connsiteY20" fmla="*/ 593145 h 597378"/>
              <a:gd name="connsiteX21" fmla="*/ 2990395 w 3823481"/>
              <a:gd name="connsiteY21" fmla="*/ 597378 h 597378"/>
              <a:gd name="connsiteX22" fmla="*/ 1999795 w 3823481"/>
              <a:gd name="connsiteY22" fmla="*/ 580445 h 597378"/>
              <a:gd name="connsiteX23" fmla="*/ 1335161 w 3823481"/>
              <a:gd name="connsiteY23" fmla="*/ 567745 h 597378"/>
              <a:gd name="connsiteX24" fmla="*/ 873728 w 3823481"/>
              <a:gd name="connsiteY24" fmla="*/ 559278 h 597378"/>
              <a:gd name="connsiteX25" fmla="*/ 319161 w 3823481"/>
              <a:gd name="connsiteY25" fmla="*/ 550811 h 597378"/>
              <a:gd name="connsiteX26" fmla="*/ 137128 w 3823481"/>
              <a:gd name="connsiteY26" fmla="*/ 529645 h 597378"/>
              <a:gd name="connsiteX27" fmla="*/ 18595 w 3823481"/>
              <a:gd name="connsiteY27" fmla="*/ 461911 h 597378"/>
              <a:gd name="connsiteX28" fmla="*/ 1661 w 3823481"/>
              <a:gd name="connsiteY28" fmla="*/ 271411 h 597378"/>
              <a:gd name="connsiteX29" fmla="*/ 10128 w 3823481"/>
              <a:gd name="connsiteY29" fmla="*/ 119011 h 597378"/>
              <a:gd name="connsiteX30" fmla="*/ 82095 w 3823481"/>
              <a:gd name="connsiteY30" fmla="*/ 22703 h 597378"/>
              <a:gd name="connsiteX0" fmla="*/ 82842 w 3824228"/>
              <a:gd name="connsiteY0" fmla="*/ 27111 h 586970"/>
              <a:gd name="connsiteX1" fmla="*/ 810975 w 3824228"/>
              <a:gd name="connsiteY1" fmla="*/ 15470 h 586970"/>
              <a:gd name="connsiteX2" fmla="*/ 1153875 w 3824228"/>
              <a:gd name="connsiteY2" fmla="*/ 19703 h 586970"/>
              <a:gd name="connsiteX3" fmla="*/ 2113783 w 3824228"/>
              <a:gd name="connsiteY3" fmla="*/ 21820 h 586970"/>
              <a:gd name="connsiteX4" fmla="*/ 2922350 w 3824228"/>
              <a:gd name="connsiteY4" fmla="*/ 24995 h 586970"/>
              <a:gd name="connsiteX5" fmla="*/ 3297000 w 3824228"/>
              <a:gd name="connsiteY5" fmla="*/ 26053 h 586970"/>
              <a:gd name="connsiteX6" fmla="*/ 3647308 w 3824228"/>
              <a:gd name="connsiteY6" fmla="*/ 28170 h 586970"/>
              <a:gd name="connsiteX7" fmla="*/ 3727742 w 3824228"/>
              <a:gd name="connsiteY7" fmla="*/ 28170 h 586970"/>
              <a:gd name="connsiteX8" fmla="*/ 3681175 w 3824228"/>
              <a:gd name="connsiteY8" fmla="*/ 104370 h 586970"/>
              <a:gd name="connsiteX9" fmla="*/ 3651542 w 3824228"/>
              <a:gd name="connsiteY9" fmla="*/ 176337 h 586970"/>
              <a:gd name="connsiteX10" fmla="*/ 3655775 w 3824228"/>
              <a:gd name="connsiteY10" fmla="*/ 218670 h 586970"/>
              <a:gd name="connsiteX11" fmla="*/ 3719275 w 3824228"/>
              <a:gd name="connsiteY11" fmla="*/ 180570 h 586970"/>
              <a:gd name="connsiteX12" fmla="*/ 3782775 w 3824228"/>
              <a:gd name="connsiteY12" fmla="*/ 167870 h 586970"/>
              <a:gd name="connsiteX13" fmla="*/ 3820875 w 3824228"/>
              <a:gd name="connsiteY13" fmla="*/ 218670 h 586970"/>
              <a:gd name="connsiteX14" fmla="*/ 3820875 w 3824228"/>
              <a:gd name="connsiteY14" fmla="*/ 299103 h 586970"/>
              <a:gd name="connsiteX15" fmla="*/ 3808175 w 3824228"/>
              <a:gd name="connsiteY15" fmla="*/ 383770 h 586970"/>
              <a:gd name="connsiteX16" fmla="*/ 3706575 w 3824228"/>
              <a:gd name="connsiteY16" fmla="*/ 421870 h 586970"/>
              <a:gd name="connsiteX17" fmla="*/ 3630375 w 3824228"/>
              <a:gd name="connsiteY17" fmla="*/ 388003 h 586970"/>
              <a:gd name="connsiteX18" fmla="*/ 3634608 w 3824228"/>
              <a:gd name="connsiteY18" fmla="*/ 485370 h 586970"/>
              <a:gd name="connsiteX19" fmla="*/ 3668475 w 3824228"/>
              <a:gd name="connsiteY19" fmla="*/ 565803 h 586970"/>
              <a:gd name="connsiteX20" fmla="*/ 3418708 w 3824228"/>
              <a:gd name="connsiteY20" fmla="*/ 582737 h 586970"/>
              <a:gd name="connsiteX21" fmla="*/ 2991142 w 3824228"/>
              <a:gd name="connsiteY21" fmla="*/ 586970 h 586970"/>
              <a:gd name="connsiteX22" fmla="*/ 2000542 w 3824228"/>
              <a:gd name="connsiteY22" fmla="*/ 570037 h 586970"/>
              <a:gd name="connsiteX23" fmla="*/ 1335908 w 3824228"/>
              <a:gd name="connsiteY23" fmla="*/ 557337 h 586970"/>
              <a:gd name="connsiteX24" fmla="*/ 874475 w 3824228"/>
              <a:gd name="connsiteY24" fmla="*/ 548870 h 586970"/>
              <a:gd name="connsiteX25" fmla="*/ 319908 w 3824228"/>
              <a:gd name="connsiteY25" fmla="*/ 540403 h 586970"/>
              <a:gd name="connsiteX26" fmla="*/ 137875 w 3824228"/>
              <a:gd name="connsiteY26" fmla="*/ 519237 h 586970"/>
              <a:gd name="connsiteX27" fmla="*/ 19342 w 3824228"/>
              <a:gd name="connsiteY27" fmla="*/ 451503 h 586970"/>
              <a:gd name="connsiteX28" fmla="*/ 2408 w 3824228"/>
              <a:gd name="connsiteY28" fmla="*/ 261003 h 586970"/>
              <a:gd name="connsiteX29" fmla="*/ 10875 w 3824228"/>
              <a:gd name="connsiteY29" fmla="*/ 108603 h 586970"/>
              <a:gd name="connsiteX30" fmla="*/ 82842 w 3824228"/>
              <a:gd name="connsiteY30" fmla="*/ 27111 h 586970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28655 h 575222"/>
              <a:gd name="connsiteX26" fmla="*/ 137875 w 3824228"/>
              <a:gd name="connsiteY26" fmla="*/ 507489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28655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80825 w 3824228"/>
              <a:gd name="connsiteY24" fmla="*/ 55617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45721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80825 w 3824228"/>
              <a:gd name="connsiteY24" fmla="*/ 55617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5155"/>
              <a:gd name="connsiteY0" fmla="*/ 15363 h 575222"/>
              <a:gd name="connsiteX1" fmla="*/ 810975 w 3825155"/>
              <a:gd name="connsiteY1" fmla="*/ 3722 h 575222"/>
              <a:gd name="connsiteX2" fmla="*/ 1153875 w 3825155"/>
              <a:gd name="connsiteY2" fmla="*/ 7955 h 575222"/>
              <a:gd name="connsiteX3" fmla="*/ 2113783 w 3825155"/>
              <a:gd name="connsiteY3" fmla="*/ 10072 h 575222"/>
              <a:gd name="connsiteX4" fmla="*/ 2922350 w 3825155"/>
              <a:gd name="connsiteY4" fmla="*/ 13247 h 575222"/>
              <a:gd name="connsiteX5" fmla="*/ 3297000 w 3825155"/>
              <a:gd name="connsiteY5" fmla="*/ 14305 h 575222"/>
              <a:gd name="connsiteX6" fmla="*/ 3647308 w 3825155"/>
              <a:gd name="connsiteY6" fmla="*/ 16422 h 575222"/>
              <a:gd name="connsiteX7" fmla="*/ 3727742 w 3825155"/>
              <a:gd name="connsiteY7" fmla="*/ 16422 h 575222"/>
              <a:gd name="connsiteX8" fmla="*/ 3681175 w 3825155"/>
              <a:gd name="connsiteY8" fmla="*/ 92622 h 575222"/>
              <a:gd name="connsiteX9" fmla="*/ 3651542 w 3825155"/>
              <a:gd name="connsiteY9" fmla="*/ 164589 h 575222"/>
              <a:gd name="connsiteX10" fmla="*/ 3655775 w 3825155"/>
              <a:gd name="connsiteY10" fmla="*/ 206922 h 575222"/>
              <a:gd name="connsiteX11" fmla="*/ 3719275 w 3825155"/>
              <a:gd name="connsiteY11" fmla="*/ 168822 h 575222"/>
              <a:gd name="connsiteX12" fmla="*/ 3782775 w 3825155"/>
              <a:gd name="connsiteY12" fmla="*/ 156122 h 575222"/>
              <a:gd name="connsiteX13" fmla="*/ 3820875 w 3825155"/>
              <a:gd name="connsiteY13" fmla="*/ 206922 h 575222"/>
              <a:gd name="connsiteX14" fmla="*/ 3820875 w 3825155"/>
              <a:gd name="connsiteY14" fmla="*/ 287355 h 575222"/>
              <a:gd name="connsiteX15" fmla="*/ 3790713 w 3825155"/>
              <a:gd name="connsiteY15" fmla="*/ 378372 h 575222"/>
              <a:gd name="connsiteX16" fmla="*/ 3706575 w 3825155"/>
              <a:gd name="connsiteY16" fmla="*/ 410122 h 575222"/>
              <a:gd name="connsiteX17" fmla="*/ 3630375 w 3825155"/>
              <a:gd name="connsiteY17" fmla="*/ 376255 h 575222"/>
              <a:gd name="connsiteX18" fmla="*/ 3645721 w 3825155"/>
              <a:gd name="connsiteY18" fmla="*/ 473622 h 575222"/>
              <a:gd name="connsiteX19" fmla="*/ 3668475 w 3825155"/>
              <a:gd name="connsiteY19" fmla="*/ 554055 h 575222"/>
              <a:gd name="connsiteX20" fmla="*/ 3418708 w 3825155"/>
              <a:gd name="connsiteY20" fmla="*/ 570989 h 575222"/>
              <a:gd name="connsiteX21" fmla="*/ 2991142 w 3825155"/>
              <a:gd name="connsiteY21" fmla="*/ 575222 h 575222"/>
              <a:gd name="connsiteX22" fmla="*/ 2000542 w 3825155"/>
              <a:gd name="connsiteY22" fmla="*/ 558289 h 575222"/>
              <a:gd name="connsiteX23" fmla="*/ 1335908 w 3825155"/>
              <a:gd name="connsiteY23" fmla="*/ 545589 h 575222"/>
              <a:gd name="connsiteX24" fmla="*/ 880825 w 3825155"/>
              <a:gd name="connsiteY24" fmla="*/ 556172 h 575222"/>
              <a:gd name="connsiteX25" fmla="*/ 319908 w 3825155"/>
              <a:gd name="connsiteY25" fmla="*/ 544530 h 575222"/>
              <a:gd name="connsiteX26" fmla="*/ 144225 w 3825155"/>
              <a:gd name="connsiteY26" fmla="*/ 517014 h 575222"/>
              <a:gd name="connsiteX27" fmla="*/ 19342 w 3825155"/>
              <a:gd name="connsiteY27" fmla="*/ 439755 h 575222"/>
              <a:gd name="connsiteX28" fmla="*/ 2408 w 3825155"/>
              <a:gd name="connsiteY28" fmla="*/ 249255 h 575222"/>
              <a:gd name="connsiteX29" fmla="*/ 10875 w 3825155"/>
              <a:gd name="connsiteY29" fmla="*/ 96855 h 575222"/>
              <a:gd name="connsiteX30" fmla="*/ 82842 w 3825155"/>
              <a:gd name="connsiteY30" fmla="*/ 15363 h 575222"/>
              <a:gd name="connsiteX0" fmla="*/ 82842 w 3834997"/>
              <a:gd name="connsiteY0" fmla="*/ 15363 h 575222"/>
              <a:gd name="connsiteX1" fmla="*/ 810975 w 3834997"/>
              <a:gd name="connsiteY1" fmla="*/ 3722 h 575222"/>
              <a:gd name="connsiteX2" fmla="*/ 1153875 w 3834997"/>
              <a:gd name="connsiteY2" fmla="*/ 7955 h 575222"/>
              <a:gd name="connsiteX3" fmla="*/ 2113783 w 3834997"/>
              <a:gd name="connsiteY3" fmla="*/ 10072 h 575222"/>
              <a:gd name="connsiteX4" fmla="*/ 2922350 w 3834997"/>
              <a:gd name="connsiteY4" fmla="*/ 13247 h 575222"/>
              <a:gd name="connsiteX5" fmla="*/ 3297000 w 3834997"/>
              <a:gd name="connsiteY5" fmla="*/ 14305 h 575222"/>
              <a:gd name="connsiteX6" fmla="*/ 3647308 w 3834997"/>
              <a:gd name="connsiteY6" fmla="*/ 16422 h 575222"/>
              <a:gd name="connsiteX7" fmla="*/ 3727742 w 3834997"/>
              <a:gd name="connsiteY7" fmla="*/ 16422 h 575222"/>
              <a:gd name="connsiteX8" fmla="*/ 3681175 w 3834997"/>
              <a:gd name="connsiteY8" fmla="*/ 92622 h 575222"/>
              <a:gd name="connsiteX9" fmla="*/ 3651542 w 3834997"/>
              <a:gd name="connsiteY9" fmla="*/ 164589 h 575222"/>
              <a:gd name="connsiteX10" fmla="*/ 3655775 w 3834997"/>
              <a:gd name="connsiteY10" fmla="*/ 206922 h 575222"/>
              <a:gd name="connsiteX11" fmla="*/ 3719275 w 3834997"/>
              <a:gd name="connsiteY11" fmla="*/ 168822 h 575222"/>
              <a:gd name="connsiteX12" fmla="*/ 3782775 w 3834997"/>
              <a:gd name="connsiteY12" fmla="*/ 156122 h 575222"/>
              <a:gd name="connsiteX13" fmla="*/ 3820875 w 3834997"/>
              <a:gd name="connsiteY13" fmla="*/ 206922 h 575222"/>
              <a:gd name="connsiteX14" fmla="*/ 3833575 w 3834997"/>
              <a:gd name="connsiteY14" fmla="*/ 298467 h 575222"/>
              <a:gd name="connsiteX15" fmla="*/ 3790713 w 3834997"/>
              <a:gd name="connsiteY15" fmla="*/ 378372 h 575222"/>
              <a:gd name="connsiteX16" fmla="*/ 3706575 w 3834997"/>
              <a:gd name="connsiteY16" fmla="*/ 410122 h 575222"/>
              <a:gd name="connsiteX17" fmla="*/ 3630375 w 3834997"/>
              <a:gd name="connsiteY17" fmla="*/ 376255 h 575222"/>
              <a:gd name="connsiteX18" fmla="*/ 3645721 w 3834997"/>
              <a:gd name="connsiteY18" fmla="*/ 473622 h 575222"/>
              <a:gd name="connsiteX19" fmla="*/ 3668475 w 3834997"/>
              <a:gd name="connsiteY19" fmla="*/ 554055 h 575222"/>
              <a:gd name="connsiteX20" fmla="*/ 3418708 w 3834997"/>
              <a:gd name="connsiteY20" fmla="*/ 570989 h 575222"/>
              <a:gd name="connsiteX21" fmla="*/ 2991142 w 3834997"/>
              <a:gd name="connsiteY21" fmla="*/ 575222 h 575222"/>
              <a:gd name="connsiteX22" fmla="*/ 2000542 w 3834997"/>
              <a:gd name="connsiteY22" fmla="*/ 558289 h 575222"/>
              <a:gd name="connsiteX23" fmla="*/ 1335908 w 3834997"/>
              <a:gd name="connsiteY23" fmla="*/ 545589 h 575222"/>
              <a:gd name="connsiteX24" fmla="*/ 880825 w 3834997"/>
              <a:gd name="connsiteY24" fmla="*/ 556172 h 575222"/>
              <a:gd name="connsiteX25" fmla="*/ 319908 w 3834997"/>
              <a:gd name="connsiteY25" fmla="*/ 544530 h 575222"/>
              <a:gd name="connsiteX26" fmla="*/ 144225 w 3834997"/>
              <a:gd name="connsiteY26" fmla="*/ 517014 h 575222"/>
              <a:gd name="connsiteX27" fmla="*/ 19342 w 3834997"/>
              <a:gd name="connsiteY27" fmla="*/ 439755 h 575222"/>
              <a:gd name="connsiteX28" fmla="*/ 2408 w 3834997"/>
              <a:gd name="connsiteY28" fmla="*/ 249255 h 575222"/>
              <a:gd name="connsiteX29" fmla="*/ 10875 w 3834997"/>
              <a:gd name="connsiteY29" fmla="*/ 96855 h 575222"/>
              <a:gd name="connsiteX30" fmla="*/ 82842 w 3834997"/>
              <a:gd name="connsiteY30" fmla="*/ 15363 h 575222"/>
              <a:gd name="connsiteX0" fmla="*/ 82842 w 3834997"/>
              <a:gd name="connsiteY0" fmla="*/ 15363 h 575222"/>
              <a:gd name="connsiteX1" fmla="*/ 810975 w 3834997"/>
              <a:gd name="connsiteY1" fmla="*/ 3722 h 575222"/>
              <a:gd name="connsiteX2" fmla="*/ 1153875 w 3834997"/>
              <a:gd name="connsiteY2" fmla="*/ 7955 h 575222"/>
              <a:gd name="connsiteX3" fmla="*/ 2113783 w 3834997"/>
              <a:gd name="connsiteY3" fmla="*/ 10072 h 575222"/>
              <a:gd name="connsiteX4" fmla="*/ 2922350 w 3834997"/>
              <a:gd name="connsiteY4" fmla="*/ 13247 h 575222"/>
              <a:gd name="connsiteX5" fmla="*/ 3297000 w 3834997"/>
              <a:gd name="connsiteY5" fmla="*/ 14305 h 575222"/>
              <a:gd name="connsiteX6" fmla="*/ 3647308 w 3834997"/>
              <a:gd name="connsiteY6" fmla="*/ 16422 h 575222"/>
              <a:gd name="connsiteX7" fmla="*/ 3727742 w 3834997"/>
              <a:gd name="connsiteY7" fmla="*/ 16422 h 575222"/>
              <a:gd name="connsiteX8" fmla="*/ 3681175 w 3834997"/>
              <a:gd name="connsiteY8" fmla="*/ 92622 h 575222"/>
              <a:gd name="connsiteX9" fmla="*/ 3651542 w 3834997"/>
              <a:gd name="connsiteY9" fmla="*/ 164589 h 575222"/>
              <a:gd name="connsiteX10" fmla="*/ 3655775 w 3834997"/>
              <a:gd name="connsiteY10" fmla="*/ 206922 h 575222"/>
              <a:gd name="connsiteX11" fmla="*/ 3719275 w 3834997"/>
              <a:gd name="connsiteY11" fmla="*/ 183110 h 575222"/>
              <a:gd name="connsiteX12" fmla="*/ 3782775 w 3834997"/>
              <a:gd name="connsiteY12" fmla="*/ 156122 h 575222"/>
              <a:gd name="connsiteX13" fmla="*/ 3820875 w 3834997"/>
              <a:gd name="connsiteY13" fmla="*/ 206922 h 575222"/>
              <a:gd name="connsiteX14" fmla="*/ 3833575 w 3834997"/>
              <a:gd name="connsiteY14" fmla="*/ 298467 h 575222"/>
              <a:gd name="connsiteX15" fmla="*/ 3790713 w 3834997"/>
              <a:gd name="connsiteY15" fmla="*/ 378372 h 575222"/>
              <a:gd name="connsiteX16" fmla="*/ 3706575 w 3834997"/>
              <a:gd name="connsiteY16" fmla="*/ 410122 h 575222"/>
              <a:gd name="connsiteX17" fmla="*/ 3630375 w 3834997"/>
              <a:gd name="connsiteY17" fmla="*/ 376255 h 575222"/>
              <a:gd name="connsiteX18" fmla="*/ 3645721 w 3834997"/>
              <a:gd name="connsiteY18" fmla="*/ 473622 h 575222"/>
              <a:gd name="connsiteX19" fmla="*/ 3668475 w 3834997"/>
              <a:gd name="connsiteY19" fmla="*/ 554055 h 575222"/>
              <a:gd name="connsiteX20" fmla="*/ 3418708 w 3834997"/>
              <a:gd name="connsiteY20" fmla="*/ 570989 h 575222"/>
              <a:gd name="connsiteX21" fmla="*/ 2991142 w 3834997"/>
              <a:gd name="connsiteY21" fmla="*/ 575222 h 575222"/>
              <a:gd name="connsiteX22" fmla="*/ 2000542 w 3834997"/>
              <a:gd name="connsiteY22" fmla="*/ 558289 h 575222"/>
              <a:gd name="connsiteX23" fmla="*/ 1335908 w 3834997"/>
              <a:gd name="connsiteY23" fmla="*/ 545589 h 575222"/>
              <a:gd name="connsiteX24" fmla="*/ 880825 w 3834997"/>
              <a:gd name="connsiteY24" fmla="*/ 556172 h 575222"/>
              <a:gd name="connsiteX25" fmla="*/ 319908 w 3834997"/>
              <a:gd name="connsiteY25" fmla="*/ 544530 h 575222"/>
              <a:gd name="connsiteX26" fmla="*/ 144225 w 3834997"/>
              <a:gd name="connsiteY26" fmla="*/ 517014 h 575222"/>
              <a:gd name="connsiteX27" fmla="*/ 19342 w 3834997"/>
              <a:gd name="connsiteY27" fmla="*/ 439755 h 575222"/>
              <a:gd name="connsiteX28" fmla="*/ 2408 w 3834997"/>
              <a:gd name="connsiteY28" fmla="*/ 249255 h 575222"/>
              <a:gd name="connsiteX29" fmla="*/ 10875 w 3834997"/>
              <a:gd name="connsiteY29" fmla="*/ 96855 h 575222"/>
              <a:gd name="connsiteX30" fmla="*/ 82842 w 383499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45721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44225 w 3834927"/>
              <a:gd name="connsiteY26" fmla="*/ 517014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53658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44225 w 3834927"/>
              <a:gd name="connsiteY26" fmla="*/ 517014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53658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12475 w 3834927"/>
              <a:gd name="connsiteY26" fmla="*/ 532889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34927" h="575222">
                <a:moveTo>
                  <a:pt x="82842" y="15363"/>
                </a:moveTo>
                <a:cubicBezTo>
                  <a:pt x="374236" y="-7920"/>
                  <a:pt x="541806" y="1605"/>
                  <a:pt x="810975" y="3722"/>
                </a:cubicBezTo>
                <a:lnTo>
                  <a:pt x="1153875" y="7955"/>
                </a:lnTo>
                <a:lnTo>
                  <a:pt x="2113783" y="10072"/>
                </a:lnTo>
                <a:lnTo>
                  <a:pt x="2922350" y="13247"/>
                </a:lnTo>
                <a:lnTo>
                  <a:pt x="3297000" y="14305"/>
                </a:lnTo>
                <a:cubicBezTo>
                  <a:pt x="3416944" y="17127"/>
                  <a:pt x="3527364" y="13600"/>
                  <a:pt x="3647308" y="16422"/>
                </a:cubicBezTo>
                <a:cubicBezTo>
                  <a:pt x="3720686" y="17833"/>
                  <a:pt x="3722098" y="3722"/>
                  <a:pt x="3727742" y="16422"/>
                </a:cubicBezTo>
                <a:cubicBezTo>
                  <a:pt x="3733386" y="29122"/>
                  <a:pt x="3693875" y="67927"/>
                  <a:pt x="3681175" y="92622"/>
                </a:cubicBezTo>
                <a:cubicBezTo>
                  <a:pt x="3668475" y="117317"/>
                  <a:pt x="3655775" y="145539"/>
                  <a:pt x="3651542" y="164589"/>
                </a:cubicBezTo>
                <a:cubicBezTo>
                  <a:pt x="3647309" y="183639"/>
                  <a:pt x="3644486" y="203835"/>
                  <a:pt x="3655775" y="206922"/>
                </a:cubicBezTo>
                <a:cubicBezTo>
                  <a:pt x="3667064" y="210009"/>
                  <a:pt x="3697315" y="188931"/>
                  <a:pt x="3719275" y="183110"/>
                </a:cubicBezTo>
                <a:cubicBezTo>
                  <a:pt x="3741235" y="177289"/>
                  <a:pt x="3770604" y="168028"/>
                  <a:pt x="3787537" y="171997"/>
                </a:cubicBezTo>
                <a:cubicBezTo>
                  <a:pt x="3804470" y="175966"/>
                  <a:pt x="3813202" y="185844"/>
                  <a:pt x="3820875" y="206922"/>
                </a:cubicBezTo>
                <a:cubicBezTo>
                  <a:pt x="3828548" y="228000"/>
                  <a:pt x="3838602" y="269892"/>
                  <a:pt x="3833575" y="298467"/>
                </a:cubicBezTo>
                <a:cubicBezTo>
                  <a:pt x="3828548" y="327042"/>
                  <a:pt x="3811880" y="359763"/>
                  <a:pt x="3790713" y="378372"/>
                </a:cubicBezTo>
                <a:cubicBezTo>
                  <a:pt x="3769546" y="396981"/>
                  <a:pt x="3733298" y="410475"/>
                  <a:pt x="3706575" y="410122"/>
                </a:cubicBezTo>
                <a:cubicBezTo>
                  <a:pt x="3679852" y="409769"/>
                  <a:pt x="3639194" y="365672"/>
                  <a:pt x="3630375" y="376255"/>
                </a:cubicBezTo>
                <a:cubicBezTo>
                  <a:pt x="3621556" y="386838"/>
                  <a:pt x="3647308" y="443989"/>
                  <a:pt x="3653658" y="473622"/>
                </a:cubicBezTo>
                <a:cubicBezTo>
                  <a:pt x="3660008" y="503255"/>
                  <a:pt x="3707633" y="537827"/>
                  <a:pt x="3668475" y="554055"/>
                </a:cubicBezTo>
                <a:cubicBezTo>
                  <a:pt x="3629317" y="570283"/>
                  <a:pt x="3531597" y="567461"/>
                  <a:pt x="3418708" y="570989"/>
                </a:cubicBezTo>
                <a:cubicBezTo>
                  <a:pt x="3305819" y="574517"/>
                  <a:pt x="2991142" y="575222"/>
                  <a:pt x="2991142" y="575222"/>
                </a:cubicBezTo>
                <a:lnTo>
                  <a:pt x="2000542" y="558289"/>
                </a:lnTo>
                <a:lnTo>
                  <a:pt x="1335908" y="545589"/>
                </a:lnTo>
                <a:lnTo>
                  <a:pt x="880825" y="556172"/>
                </a:lnTo>
                <a:lnTo>
                  <a:pt x="319908" y="544530"/>
                </a:lnTo>
                <a:cubicBezTo>
                  <a:pt x="197141" y="539591"/>
                  <a:pt x="162569" y="550352"/>
                  <a:pt x="112475" y="532889"/>
                </a:cubicBezTo>
                <a:cubicBezTo>
                  <a:pt x="62381" y="515426"/>
                  <a:pt x="37686" y="487027"/>
                  <a:pt x="19342" y="439755"/>
                </a:cubicBezTo>
                <a:cubicBezTo>
                  <a:pt x="998" y="392483"/>
                  <a:pt x="5936" y="306405"/>
                  <a:pt x="2408" y="249255"/>
                </a:cubicBezTo>
                <a:cubicBezTo>
                  <a:pt x="-1120" y="192105"/>
                  <a:pt x="-2531" y="135837"/>
                  <a:pt x="10875" y="96855"/>
                </a:cubicBezTo>
                <a:cubicBezTo>
                  <a:pt x="24281" y="57873"/>
                  <a:pt x="10874" y="45349"/>
                  <a:pt x="82842" y="15363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11C88E5-905A-7B2E-FA84-A0396EAECBCC}"/>
              </a:ext>
            </a:extLst>
          </p:cNvPr>
          <p:cNvSpPr/>
          <p:nvPr/>
        </p:nvSpPr>
        <p:spPr>
          <a:xfrm>
            <a:off x="4584413" y="4668837"/>
            <a:ext cx="1467145" cy="557770"/>
          </a:xfrm>
          <a:custGeom>
            <a:avLst/>
            <a:gdLst>
              <a:gd name="connsiteX0" fmla="*/ 98674 w 1474095"/>
              <a:gd name="connsiteY0" fmla="*/ 0 h 571536"/>
              <a:gd name="connsiteX1" fmla="*/ 778124 w 1474095"/>
              <a:gd name="connsiteY1" fmla="*/ 9525 h 571536"/>
              <a:gd name="connsiteX2" fmla="*/ 1143249 w 1474095"/>
              <a:gd name="connsiteY2" fmla="*/ 15875 h 571536"/>
              <a:gd name="connsiteX3" fmla="*/ 1409949 w 1474095"/>
              <a:gd name="connsiteY3" fmla="*/ 28575 h 571536"/>
              <a:gd name="connsiteX4" fmla="*/ 1460749 w 1474095"/>
              <a:gd name="connsiteY4" fmla="*/ 190500 h 571536"/>
              <a:gd name="connsiteX5" fmla="*/ 1463924 w 1474095"/>
              <a:gd name="connsiteY5" fmla="*/ 393700 h 571536"/>
              <a:gd name="connsiteX6" fmla="*/ 1457574 w 1474095"/>
              <a:gd name="connsiteY6" fmla="*/ 527050 h 571536"/>
              <a:gd name="connsiteX7" fmla="*/ 1263899 w 1474095"/>
              <a:gd name="connsiteY7" fmla="*/ 558800 h 571536"/>
              <a:gd name="connsiteX8" fmla="*/ 924174 w 1474095"/>
              <a:gd name="connsiteY8" fmla="*/ 571500 h 571536"/>
              <a:gd name="connsiteX9" fmla="*/ 555874 w 1474095"/>
              <a:gd name="connsiteY9" fmla="*/ 561975 h 571536"/>
              <a:gd name="connsiteX10" fmla="*/ 285999 w 1474095"/>
              <a:gd name="connsiteY10" fmla="*/ 542925 h 571536"/>
              <a:gd name="connsiteX11" fmla="*/ 60574 w 1474095"/>
              <a:gd name="connsiteY11" fmla="*/ 536575 h 571536"/>
              <a:gd name="connsiteX12" fmla="*/ 35174 w 1474095"/>
              <a:gd name="connsiteY12" fmla="*/ 498475 h 571536"/>
              <a:gd name="connsiteX13" fmla="*/ 249 w 1474095"/>
              <a:gd name="connsiteY13" fmla="*/ 342900 h 571536"/>
              <a:gd name="connsiteX14" fmla="*/ 54224 w 1474095"/>
              <a:gd name="connsiteY14" fmla="*/ 396875 h 571536"/>
              <a:gd name="connsiteX15" fmla="*/ 120899 w 1474095"/>
              <a:gd name="connsiteY15" fmla="*/ 381000 h 571536"/>
              <a:gd name="connsiteX16" fmla="*/ 165349 w 1474095"/>
              <a:gd name="connsiteY16" fmla="*/ 352425 h 571536"/>
              <a:gd name="connsiteX17" fmla="*/ 203449 w 1474095"/>
              <a:gd name="connsiteY17" fmla="*/ 269875 h 571536"/>
              <a:gd name="connsiteX18" fmla="*/ 190749 w 1474095"/>
              <a:gd name="connsiteY18" fmla="*/ 174625 h 571536"/>
              <a:gd name="connsiteX19" fmla="*/ 130424 w 1474095"/>
              <a:gd name="connsiteY19" fmla="*/ 149225 h 571536"/>
              <a:gd name="connsiteX20" fmla="*/ 76449 w 1474095"/>
              <a:gd name="connsiteY20" fmla="*/ 174625 h 571536"/>
              <a:gd name="connsiteX21" fmla="*/ 31999 w 1474095"/>
              <a:gd name="connsiteY21" fmla="*/ 200025 h 571536"/>
              <a:gd name="connsiteX22" fmla="*/ 16124 w 1474095"/>
              <a:gd name="connsiteY22" fmla="*/ 152400 h 571536"/>
              <a:gd name="connsiteX23" fmla="*/ 66924 w 1474095"/>
              <a:gd name="connsiteY23" fmla="*/ 60325 h 571536"/>
              <a:gd name="connsiteX24" fmla="*/ 98674 w 1474095"/>
              <a:gd name="connsiteY24" fmla="*/ 0 h 571536"/>
              <a:gd name="connsiteX0" fmla="*/ 98702 w 1474123"/>
              <a:gd name="connsiteY0" fmla="*/ 0 h 571536"/>
              <a:gd name="connsiteX1" fmla="*/ 778152 w 1474123"/>
              <a:gd name="connsiteY1" fmla="*/ 9525 h 571536"/>
              <a:gd name="connsiteX2" fmla="*/ 1143277 w 1474123"/>
              <a:gd name="connsiteY2" fmla="*/ 15875 h 571536"/>
              <a:gd name="connsiteX3" fmla="*/ 1409977 w 1474123"/>
              <a:gd name="connsiteY3" fmla="*/ 28575 h 571536"/>
              <a:gd name="connsiteX4" fmla="*/ 1460777 w 1474123"/>
              <a:gd name="connsiteY4" fmla="*/ 190500 h 571536"/>
              <a:gd name="connsiteX5" fmla="*/ 1463952 w 1474123"/>
              <a:gd name="connsiteY5" fmla="*/ 393700 h 571536"/>
              <a:gd name="connsiteX6" fmla="*/ 1457602 w 1474123"/>
              <a:gd name="connsiteY6" fmla="*/ 527050 h 571536"/>
              <a:gd name="connsiteX7" fmla="*/ 1263927 w 1474123"/>
              <a:gd name="connsiteY7" fmla="*/ 558800 h 571536"/>
              <a:gd name="connsiteX8" fmla="*/ 924202 w 1474123"/>
              <a:gd name="connsiteY8" fmla="*/ 571500 h 571536"/>
              <a:gd name="connsiteX9" fmla="*/ 555902 w 1474123"/>
              <a:gd name="connsiteY9" fmla="*/ 561975 h 571536"/>
              <a:gd name="connsiteX10" fmla="*/ 286027 w 1474123"/>
              <a:gd name="connsiteY10" fmla="*/ 542925 h 571536"/>
              <a:gd name="connsiteX11" fmla="*/ 79652 w 1474123"/>
              <a:gd name="connsiteY11" fmla="*/ 541337 h 571536"/>
              <a:gd name="connsiteX12" fmla="*/ 35202 w 1474123"/>
              <a:gd name="connsiteY12" fmla="*/ 498475 h 571536"/>
              <a:gd name="connsiteX13" fmla="*/ 277 w 1474123"/>
              <a:gd name="connsiteY13" fmla="*/ 342900 h 571536"/>
              <a:gd name="connsiteX14" fmla="*/ 54252 w 1474123"/>
              <a:gd name="connsiteY14" fmla="*/ 396875 h 571536"/>
              <a:gd name="connsiteX15" fmla="*/ 120927 w 1474123"/>
              <a:gd name="connsiteY15" fmla="*/ 381000 h 571536"/>
              <a:gd name="connsiteX16" fmla="*/ 165377 w 1474123"/>
              <a:gd name="connsiteY16" fmla="*/ 352425 h 571536"/>
              <a:gd name="connsiteX17" fmla="*/ 203477 w 1474123"/>
              <a:gd name="connsiteY17" fmla="*/ 269875 h 571536"/>
              <a:gd name="connsiteX18" fmla="*/ 190777 w 1474123"/>
              <a:gd name="connsiteY18" fmla="*/ 174625 h 571536"/>
              <a:gd name="connsiteX19" fmla="*/ 130452 w 1474123"/>
              <a:gd name="connsiteY19" fmla="*/ 149225 h 571536"/>
              <a:gd name="connsiteX20" fmla="*/ 76477 w 1474123"/>
              <a:gd name="connsiteY20" fmla="*/ 174625 h 571536"/>
              <a:gd name="connsiteX21" fmla="*/ 32027 w 1474123"/>
              <a:gd name="connsiteY21" fmla="*/ 200025 h 571536"/>
              <a:gd name="connsiteX22" fmla="*/ 16152 w 1474123"/>
              <a:gd name="connsiteY22" fmla="*/ 152400 h 571536"/>
              <a:gd name="connsiteX23" fmla="*/ 66952 w 1474123"/>
              <a:gd name="connsiteY23" fmla="*/ 60325 h 571536"/>
              <a:gd name="connsiteX24" fmla="*/ 98702 w 1474123"/>
              <a:gd name="connsiteY24" fmla="*/ 0 h 571536"/>
              <a:gd name="connsiteX0" fmla="*/ 98604 w 1474025"/>
              <a:gd name="connsiteY0" fmla="*/ 0 h 571536"/>
              <a:gd name="connsiteX1" fmla="*/ 778054 w 1474025"/>
              <a:gd name="connsiteY1" fmla="*/ 9525 h 571536"/>
              <a:gd name="connsiteX2" fmla="*/ 1143179 w 1474025"/>
              <a:gd name="connsiteY2" fmla="*/ 15875 h 571536"/>
              <a:gd name="connsiteX3" fmla="*/ 1409879 w 1474025"/>
              <a:gd name="connsiteY3" fmla="*/ 28575 h 571536"/>
              <a:gd name="connsiteX4" fmla="*/ 1460679 w 1474025"/>
              <a:gd name="connsiteY4" fmla="*/ 190500 h 571536"/>
              <a:gd name="connsiteX5" fmla="*/ 1463854 w 1474025"/>
              <a:gd name="connsiteY5" fmla="*/ 393700 h 571536"/>
              <a:gd name="connsiteX6" fmla="*/ 1457504 w 1474025"/>
              <a:gd name="connsiteY6" fmla="*/ 527050 h 571536"/>
              <a:gd name="connsiteX7" fmla="*/ 1263829 w 1474025"/>
              <a:gd name="connsiteY7" fmla="*/ 558800 h 571536"/>
              <a:gd name="connsiteX8" fmla="*/ 924104 w 1474025"/>
              <a:gd name="connsiteY8" fmla="*/ 571500 h 571536"/>
              <a:gd name="connsiteX9" fmla="*/ 555804 w 1474025"/>
              <a:gd name="connsiteY9" fmla="*/ 561975 h 571536"/>
              <a:gd name="connsiteX10" fmla="*/ 285929 w 1474025"/>
              <a:gd name="connsiteY10" fmla="*/ 542925 h 571536"/>
              <a:gd name="connsiteX11" fmla="*/ 79554 w 1474025"/>
              <a:gd name="connsiteY11" fmla="*/ 541337 h 571536"/>
              <a:gd name="connsiteX12" fmla="*/ 38279 w 1474025"/>
              <a:gd name="connsiteY12" fmla="*/ 500063 h 571536"/>
              <a:gd name="connsiteX13" fmla="*/ 179 w 1474025"/>
              <a:gd name="connsiteY13" fmla="*/ 342900 h 571536"/>
              <a:gd name="connsiteX14" fmla="*/ 54154 w 1474025"/>
              <a:gd name="connsiteY14" fmla="*/ 396875 h 571536"/>
              <a:gd name="connsiteX15" fmla="*/ 120829 w 1474025"/>
              <a:gd name="connsiteY15" fmla="*/ 381000 h 571536"/>
              <a:gd name="connsiteX16" fmla="*/ 165279 w 1474025"/>
              <a:gd name="connsiteY16" fmla="*/ 352425 h 571536"/>
              <a:gd name="connsiteX17" fmla="*/ 203379 w 1474025"/>
              <a:gd name="connsiteY17" fmla="*/ 269875 h 571536"/>
              <a:gd name="connsiteX18" fmla="*/ 190679 w 1474025"/>
              <a:gd name="connsiteY18" fmla="*/ 174625 h 571536"/>
              <a:gd name="connsiteX19" fmla="*/ 130354 w 1474025"/>
              <a:gd name="connsiteY19" fmla="*/ 149225 h 571536"/>
              <a:gd name="connsiteX20" fmla="*/ 76379 w 1474025"/>
              <a:gd name="connsiteY20" fmla="*/ 174625 h 571536"/>
              <a:gd name="connsiteX21" fmla="*/ 31929 w 1474025"/>
              <a:gd name="connsiteY21" fmla="*/ 200025 h 571536"/>
              <a:gd name="connsiteX22" fmla="*/ 16054 w 1474025"/>
              <a:gd name="connsiteY22" fmla="*/ 152400 h 571536"/>
              <a:gd name="connsiteX23" fmla="*/ 66854 w 1474025"/>
              <a:gd name="connsiteY23" fmla="*/ 60325 h 571536"/>
              <a:gd name="connsiteX24" fmla="*/ 98604 w 1474025"/>
              <a:gd name="connsiteY24" fmla="*/ 0 h 571536"/>
              <a:gd name="connsiteX0" fmla="*/ 98636 w 1474057"/>
              <a:gd name="connsiteY0" fmla="*/ 0 h 571536"/>
              <a:gd name="connsiteX1" fmla="*/ 778086 w 1474057"/>
              <a:gd name="connsiteY1" fmla="*/ 9525 h 571536"/>
              <a:gd name="connsiteX2" fmla="*/ 1143211 w 1474057"/>
              <a:gd name="connsiteY2" fmla="*/ 15875 h 571536"/>
              <a:gd name="connsiteX3" fmla="*/ 1409911 w 1474057"/>
              <a:gd name="connsiteY3" fmla="*/ 28575 h 571536"/>
              <a:gd name="connsiteX4" fmla="*/ 1460711 w 1474057"/>
              <a:gd name="connsiteY4" fmla="*/ 190500 h 571536"/>
              <a:gd name="connsiteX5" fmla="*/ 1463886 w 1474057"/>
              <a:gd name="connsiteY5" fmla="*/ 393700 h 571536"/>
              <a:gd name="connsiteX6" fmla="*/ 1457536 w 1474057"/>
              <a:gd name="connsiteY6" fmla="*/ 527050 h 571536"/>
              <a:gd name="connsiteX7" fmla="*/ 1263861 w 1474057"/>
              <a:gd name="connsiteY7" fmla="*/ 558800 h 571536"/>
              <a:gd name="connsiteX8" fmla="*/ 924136 w 1474057"/>
              <a:gd name="connsiteY8" fmla="*/ 571500 h 571536"/>
              <a:gd name="connsiteX9" fmla="*/ 555836 w 1474057"/>
              <a:gd name="connsiteY9" fmla="*/ 561975 h 571536"/>
              <a:gd name="connsiteX10" fmla="*/ 285961 w 1474057"/>
              <a:gd name="connsiteY10" fmla="*/ 542925 h 571536"/>
              <a:gd name="connsiteX11" fmla="*/ 79586 w 1474057"/>
              <a:gd name="connsiteY11" fmla="*/ 541337 h 571536"/>
              <a:gd name="connsiteX12" fmla="*/ 38311 w 1474057"/>
              <a:gd name="connsiteY12" fmla="*/ 500063 h 571536"/>
              <a:gd name="connsiteX13" fmla="*/ 211 w 1474057"/>
              <a:gd name="connsiteY13" fmla="*/ 342900 h 571536"/>
              <a:gd name="connsiteX14" fmla="*/ 54186 w 1474057"/>
              <a:gd name="connsiteY14" fmla="*/ 396875 h 571536"/>
              <a:gd name="connsiteX15" fmla="*/ 120861 w 1474057"/>
              <a:gd name="connsiteY15" fmla="*/ 381000 h 571536"/>
              <a:gd name="connsiteX16" fmla="*/ 165311 w 1474057"/>
              <a:gd name="connsiteY16" fmla="*/ 352425 h 571536"/>
              <a:gd name="connsiteX17" fmla="*/ 203411 w 1474057"/>
              <a:gd name="connsiteY17" fmla="*/ 269875 h 571536"/>
              <a:gd name="connsiteX18" fmla="*/ 190711 w 1474057"/>
              <a:gd name="connsiteY18" fmla="*/ 174625 h 571536"/>
              <a:gd name="connsiteX19" fmla="*/ 130386 w 1474057"/>
              <a:gd name="connsiteY19" fmla="*/ 149225 h 571536"/>
              <a:gd name="connsiteX20" fmla="*/ 76411 w 1474057"/>
              <a:gd name="connsiteY20" fmla="*/ 174625 h 571536"/>
              <a:gd name="connsiteX21" fmla="*/ 31961 w 1474057"/>
              <a:gd name="connsiteY21" fmla="*/ 200025 h 571536"/>
              <a:gd name="connsiteX22" fmla="*/ 16086 w 1474057"/>
              <a:gd name="connsiteY22" fmla="*/ 152400 h 571536"/>
              <a:gd name="connsiteX23" fmla="*/ 66886 w 1474057"/>
              <a:gd name="connsiteY23" fmla="*/ 60325 h 571536"/>
              <a:gd name="connsiteX24" fmla="*/ 98636 w 1474057"/>
              <a:gd name="connsiteY24" fmla="*/ 0 h 571536"/>
              <a:gd name="connsiteX0" fmla="*/ 98589 w 1474010"/>
              <a:gd name="connsiteY0" fmla="*/ 0 h 571536"/>
              <a:gd name="connsiteX1" fmla="*/ 778039 w 1474010"/>
              <a:gd name="connsiteY1" fmla="*/ 9525 h 571536"/>
              <a:gd name="connsiteX2" fmla="*/ 1143164 w 1474010"/>
              <a:gd name="connsiteY2" fmla="*/ 15875 h 571536"/>
              <a:gd name="connsiteX3" fmla="*/ 1409864 w 1474010"/>
              <a:gd name="connsiteY3" fmla="*/ 28575 h 571536"/>
              <a:gd name="connsiteX4" fmla="*/ 1460664 w 1474010"/>
              <a:gd name="connsiteY4" fmla="*/ 190500 h 571536"/>
              <a:gd name="connsiteX5" fmla="*/ 1463839 w 1474010"/>
              <a:gd name="connsiteY5" fmla="*/ 393700 h 571536"/>
              <a:gd name="connsiteX6" fmla="*/ 1457489 w 1474010"/>
              <a:gd name="connsiteY6" fmla="*/ 527050 h 571536"/>
              <a:gd name="connsiteX7" fmla="*/ 1263814 w 1474010"/>
              <a:gd name="connsiteY7" fmla="*/ 558800 h 571536"/>
              <a:gd name="connsiteX8" fmla="*/ 924089 w 1474010"/>
              <a:gd name="connsiteY8" fmla="*/ 571500 h 571536"/>
              <a:gd name="connsiteX9" fmla="*/ 555789 w 1474010"/>
              <a:gd name="connsiteY9" fmla="*/ 561975 h 571536"/>
              <a:gd name="connsiteX10" fmla="*/ 285914 w 1474010"/>
              <a:gd name="connsiteY10" fmla="*/ 542925 h 571536"/>
              <a:gd name="connsiteX11" fmla="*/ 79539 w 1474010"/>
              <a:gd name="connsiteY11" fmla="*/ 541337 h 571536"/>
              <a:gd name="connsiteX12" fmla="*/ 39851 w 1474010"/>
              <a:gd name="connsiteY12" fmla="*/ 500063 h 571536"/>
              <a:gd name="connsiteX13" fmla="*/ 164 w 1474010"/>
              <a:gd name="connsiteY13" fmla="*/ 342900 h 571536"/>
              <a:gd name="connsiteX14" fmla="*/ 54139 w 1474010"/>
              <a:gd name="connsiteY14" fmla="*/ 396875 h 571536"/>
              <a:gd name="connsiteX15" fmla="*/ 120814 w 1474010"/>
              <a:gd name="connsiteY15" fmla="*/ 381000 h 571536"/>
              <a:gd name="connsiteX16" fmla="*/ 165264 w 1474010"/>
              <a:gd name="connsiteY16" fmla="*/ 352425 h 571536"/>
              <a:gd name="connsiteX17" fmla="*/ 203364 w 1474010"/>
              <a:gd name="connsiteY17" fmla="*/ 269875 h 571536"/>
              <a:gd name="connsiteX18" fmla="*/ 190664 w 1474010"/>
              <a:gd name="connsiteY18" fmla="*/ 174625 h 571536"/>
              <a:gd name="connsiteX19" fmla="*/ 130339 w 1474010"/>
              <a:gd name="connsiteY19" fmla="*/ 149225 h 571536"/>
              <a:gd name="connsiteX20" fmla="*/ 76364 w 1474010"/>
              <a:gd name="connsiteY20" fmla="*/ 174625 h 571536"/>
              <a:gd name="connsiteX21" fmla="*/ 31914 w 1474010"/>
              <a:gd name="connsiteY21" fmla="*/ 200025 h 571536"/>
              <a:gd name="connsiteX22" fmla="*/ 16039 w 1474010"/>
              <a:gd name="connsiteY22" fmla="*/ 152400 h 571536"/>
              <a:gd name="connsiteX23" fmla="*/ 66839 w 1474010"/>
              <a:gd name="connsiteY23" fmla="*/ 60325 h 571536"/>
              <a:gd name="connsiteX24" fmla="*/ 98589 w 1474010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4625 h 571536"/>
              <a:gd name="connsiteX19" fmla="*/ 130339 w 1467022"/>
              <a:gd name="connsiteY19" fmla="*/ 149225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4625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84314 w 1467022"/>
              <a:gd name="connsiteY16" fmla="*/ 342900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17639 w 1467022"/>
              <a:gd name="connsiteY15" fmla="*/ 388937 h 571536"/>
              <a:gd name="connsiteX16" fmla="*/ 184314 w 1467022"/>
              <a:gd name="connsiteY16" fmla="*/ 342900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6983 w 1465416"/>
              <a:gd name="connsiteY0" fmla="*/ 0 h 571536"/>
              <a:gd name="connsiteX1" fmla="*/ 776433 w 1465416"/>
              <a:gd name="connsiteY1" fmla="*/ 9525 h 571536"/>
              <a:gd name="connsiteX2" fmla="*/ 1141558 w 1465416"/>
              <a:gd name="connsiteY2" fmla="*/ 15875 h 571536"/>
              <a:gd name="connsiteX3" fmla="*/ 1408258 w 1465416"/>
              <a:gd name="connsiteY3" fmla="*/ 28575 h 571536"/>
              <a:gd name="connsiteX4" fmla="*/ 1459058 w 1465416"/>
              <a:gd name="connsiteY4" fmla="*/ 190500 h 571536"/>
              <a:gd name="connsiteX5" fmla="*/ 1462233 w 1465416"/>
              <a:gd name="connsiteY5" fmla="*/ 393700 h 571536"/>
              <a:gd name="connsiteX6" fmla="*/ 1436833 w 1465416"/>
              <a:gd name="connsiteY6" fmla="*/ 528638 h 571536"/>
              <a:gd name="connsiteX7" fmla="*/ 1262208 w 1465416"/>
              <a:gd name="connsiteY7" fmla="*/ 558800 h 571536"/>
              <a:gd name="connsiteX8" fmla="*/ 922483 w 1465416"/>
              <a:gd name="connsiteY8" fmla="*/ 571500 h 571536"/>
              <a:gd name="connsiteX9" fmla="*/ 554183 w 1465416"/>
              <a:gd name="connsiteY9" fmla="*/ 561975 h 571536"/>
              <a:gd name="connsiteX10" fmla="*/ 284308 w 1465416"/>
              <a:gd name="connsiteY10" fmla="*/ 542925 h 571536"/>
              <a:gd name="connsiteX11" fmla="*/ 77933 w 1465416"/>
              <a:gd name="connsiteY11" fmla="*/ 541337 h 571536"/>
              <a:gd name="connsiteX12" fmla="*/ 38245 w 1465416"/>
              <a:gd name="connsiteY12" fmla="*/ 500063 h 571536"/>
              <a:gd name="connsiteX13" fmla="*/ 146 w 1465416"/>
              <a:gd name="connsiteY13" fmla="*/ 352425 h 571536"/>
              <a:gd name="connsiteX14" fmla="*/ 52533 w 1465416"/>
              <a:gd name="connsiteY14" fmla="*/ 396875 h 571536"/>
              <a:gd name="connsiteX15" fmla="*/ 116033 w 1465416"/>
              <a:gd name="connsiteY15" fmla="*/ 388937 h 571536"/>
              <a:gd name="connsiteX16" fmla="*/ 182708 w 1465416"/>
              <a:gd name="connsiteY16" fmla="*/ 342900 h 571536"/>
              <a:gd name="connsiteX17" fmla="*/ 201758 w 1465416"/>
              <a:gd name="connsiteY17" fmla="*/ 269875 h 571536"/>
              <a:gd name="connsiteX18" fmla="*/ 189058 w 1465416"/>
              <a:gd name="connsiteY18" fmla="*/ 179387 h 571536"/>
              <a:gd name="connsiteX19" fmla="*/ 135083 w 1465416"/>
              <a:gd name="connsiteY19" fmla="*/ 153987 h 571536"/>
              <a:gd name="connsiteX20" fmla="*/ 74758 w 1465416"/>
              <a:gd name="connsiteY20" fmla="*/ 174625 h 571536"/>
              <a:gd name="connsiteX21" fmla="*/ 30308 w 1465416"/>
              <a:gd name="connsiteY21" fmla="*/ 200025 h 571536"/>
              <a:gd name="connsiteX22" fmla="*/ 14433 w 1465416"/>
              <a:gd name="connsiteY22" fmla="*/ 152400 h 571536"/>
              <a:gd name="connsiteX23" fmla="*/ 65233 w 1465416"/>
              <a:gd name="connsiteY23" fmla="*/ 60325 h 571536"/>
              <a:gd name="connsiteX24" fmla="*/ 96983 w 1465416"/>
              <a:gd name="connsiteY24" fmla="*/ 0 h 571536"/>
              <a:gd name="connsiteX0" fmla="*/ 98563 w 1466996"/>
              <a:gd name="connsiteY0" fmla="*/ 0 h 571536"/>
              <a:gd name="connsiteX1" fmla="*/ 778013 w 1466996"/>
              <a:gd name="connsiteY1" fmla="*/ 9525 h 571536"/>
              <a:gd name="connsiteX2" fmla="*/ 1143138 w 1466996"/>
              <a:gd name="connsiteY2" fmla="*/ 15875 h 571536"/>
              <a:gd name="connsiteX3" fmla="*/ 1409838 w 1466996"/>
              <a:gd name="connsiteY3" fmla="*/ 28575 h 571536"/>
              <a:gd name="connsiteX4" fmla="*/ 1460638 w 1466996"/>
              <a:gd name="connsiteY4" fmla="*/ 190500 h 571536"/>
              <a:gd name="connsiteX5" fmla="*/ 1463813 w 1466996"/>
              <a:gd name="connsiteY5" fmla="*/ 393700 h 571536"/>
              <a:gd name="connsiteX6" fmla="*/ 1438413 w 1466996"/>
              <a:gd name="connsiteY6" fmla="*/ 528638 h 571536"/>
              <a:gd name="connsiteX7" fmla="*/ 1263788 w 1466996"/>
              <a:gd name="connsiteY7" fmla="*/ 558800 h 571536"/>
              <a:gd name="connsiteX8" fmla="*/ 924063 w 1466996"/>
              <a:gd name="connsiteY8" fmla="*/ 571500 h 571536"/>
              <a:gd name="connsiteX9" fmla="*/ 555763 w 1466996"/>
              <a:gd name="connsiteY9" fmla="*/ 561975 h 571536"/>
              <a:gd name="connsiteX10" fmla="*/ 285888 w 1466996"/>
              <a:gd name="connsiteY10" fmla="*/ 542925 h 571536"/>
              <a:gd name="connsiteX11" fmla="*/ 79513 w 1466996"/>
              <a:gd name="connsiteY11" fmla="*/ 541337 h 571536"/>
              <a:gd name="connsiteX12" fmla="*/ 39825 w 1466996"/>
              <a:gd name="connsiteY12" fmla="*/ 500063 h 571536"/>
              <a:gd name="connsiteX13" fmla="*/ 138 w 1466996"/>
              <a:gd name="connsiteY13" fmla="*/ 357188 h 571536"/>
              <a:gd name="connsiteX14" fmla="*/ 54113 w 1466996"/>
              <a:gd name="connsiteY14" fmla="*/ 396875 h 571536"/>
              <a:gd name="connsiteX15" fmla="*/ 117613 w 1466996"/>
              <a:gd name="connsiteY15" fmla="*/ 388937 h 571536"/>
              <a:gd name="connsiteX16" fmla="*/ 184288 w 1466996"/>
              <a:gd name="connsiteY16" fmla="*/ 342900 h 571536"/>
              <a:gd name="connsiteX17" fmla="*/ 203338 w 1466996"/>
              <a:gd name="connsiteY17" fmla="*/ 269875 h 571536"/>
              <a:gd name="connsiteX18" fmla="*/ 190638 w 1466996"/>
              <a:gd name="connsiteY18" fmla="*/ 179387 h 571536"/>
              <a:gd name="connsiteX19" fmla="*/ 136663 w 1466996"/>
              <a:gd name="connsiteY19" fmla="*/ 153987 h 571536"/>
              <a:gd name="connsiteX20" fmla="*/ 76338 w 1466996"/>
              <a:gd name="connsiteY20" fmla="*/ 174625 h 571536"/>
              <a:gd name="connsiteX21" fmla="*/ 31888 w 1466996"/>
              <a:gd name="connsiteY21" fmla="*/ 200025 h 571536"/>
              <a:gd name="connsiteX22" fmla="*/ 16013 w 1466996"/>
              <a:gd name="connsiteY22" fmla="*/ 152400 h 571536"/>
              <a:gd name="connsiteX23" fmla="*/ 66813 w 1466996"/>
              <a:gd name="connsiteY23" fmla="*/ 60325 h 571536"/>
              <a:gd name="connsiteX24" fmla="*/ 98563 w 1466996"/>
              <a:gd name="connsiteY24" fmla="*/ 0 h 571536"/>
              <a:gd name="connsiteX0" fmla="*/ 98661 w 1467094"/>
              <a:gd name="connsiteY0" fmla="*/ 0 h 571536"/>
              <a:gd name="connsiteX1" fmla="*/ 778111 w 1467094"/>
              <a:gd name="connsiteY1" fmla="*/ 9525 h 571536"/>
              <a:gd name="connsiteX2" fmla="*/ 1143236 w 1467094"/>
              <a:gd name="connsiteY2" fmla="*/ 15875 h 571536"/>
              <a:gd name="connsiteX3" fmla="*/ 1409936 w 1467094"/>
              <a:gd name="connsiteY3" fmla="*/ 28575 h 571536"/>
              <a:gd name="connsiteX4" fmla="*/ 1460736 w 1467094"/>
              <a:gd name="connsiteY4" fmla="*/ 190500 h 571536"/>
              <a:gd name="connsiteX5" fmla="*/ 1463911 w 1467094"/>
              <a:gd name="connsiteY5" fmla="*/ 393700 h 571536"/>
              <a:gd name="connsiteX6" fmla="*/ 1438511 w 1467094"/>
              <a:gd name="connsiteY6" fmla="*/ 528638 h 571536"/>
              <a:gd name="connsiteX7" fmla="*/ 1263886 w 1467094"/>
              <a:gd name="connsiteY7" fmla="*/ 558800 h 571536"/>
              <a:gd name="connsiteX8" fmla="*/ 924161 w 1467094"/>
              <a:gd name="connsiteY8" fmla="*/ 571500 h 571536"/>
              <a:gd name="connsiteX9" fmla="*/ 555861 w 1467094"/>
              <a:gd name="connsiteY9" fmla="*/ 561975 h 571536"/>
              <a:gd name="connsiteX10" fmla="*/ 285986 w 1467094"/>
              <a:gd name="connsiteY10" fmla="*/ 542925 h 571536"/>
              <a:gd name="connsiteX11" fmla="*/ 79611 w 1467094"/>
              <a:gd name="connsiteY11" fmla="*/ 541337 h 571536"/>
              <a:gd name="connsiteX12" fmla="*/ 39923 w 1467094"/>
              <a:gd name="connsiteY12" fmla="*/ 500063 h 571536"/>
              <a:gd name="connsiteX13" fmla="*/ 236 w 1467094"/>
              <a:gd name="connsiteY13" fmla="*/ 357188 h 571536"/>
              <a:gd name="connsiteX14" fmla="*/ 58974 w 1467094"/>
              <a:gd name="connsiteY14" fmla="*/ 396875 h 571536"/>
              <a:gd name="connsiteX15" fmla="*/ 117711 w 1467094"/>
              <a:gd name="connsiteY15" fmla="*/ 388937 h 571536"/>
              <a:gd name="connsiteX16" fmla="*/ 184386 w 1467094"/>
              <a:gd name="connsiteY16" fmla="*/ 342900 h 571536"/>
              <a:gd name="connsiteX17" fmla="*/ 203436 w 1467094"/>
              <a:gd name="connsiteY17" fmla="*/ 269875 h 571536"/>
              <a:gd name="connsiteX18" fmla="*/ 190736 w 1467094"/>
              <a:gd name="connsiteY18" fmla="*/ 179387 h 571536"/>
              <a:gd name="connsiteX19" fmla="*/ 136761 w 1467094"/>
              <a:gd name="connsiteY19" fmla="*/ 153987 h 571536"/>
              <a:gd name="connsiteX20" fmla="*/ 76436 w 1467094"/>
              <a:gd name="connsiteY20" fmla="*/ 174625 h 571536"/>
              <a:gd name="connsiteX21" fmla="*/ 31986 w 1467094"/>
              <a:gd name="connsiteY21" fmla="*/ 200025 h 571536"/>
              <a:gd name="connsiteX22" fmla="*/ 16111 w 1467094"/>
              <a:gd name="connsiteY22" fmla="*/ 152400 h 571536"/>
              <a:gd name="connsiteX23" fmla="*/ 66911 w 1467094"/>
              <a:gd name="connsiteY23" fmla="*/ 60325 h 571536"/>
              <a:gd name="connsiteX24" fmla="*/ 98661 w 1467094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79387 h 571536"/>
              <a:gd name="connsiteX19" fmla="*/ 136812 w 1467145"/>
              <a:gd name="connsiteY19" fmla="*/ 153987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6812 w 1467145"/>
              <a:gd name="connsiteY19" fmla="*/ 153987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8400 w 1467145"/>
              <a:gd name="connsiteY19" fmla="*/ 161925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8400 w 1467145"/>
              <a:gd name="connsiteY19" fmla="*/ 161925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108237 w 1467145"/>
              <a:gd name="connsiteY0" fmla="*/ 0 h 569948"/>
              <a:gd name="connsiteX1" fmla="*/ 778162 w 1467145"/>
              <a:gd name="connsiteY1" fmla="*/ 7937 h 569948"/>
              <a:gd name="connsiteX2" fmla="*/ 1143287 w 1467145"/>
              <a:gd name="connsiteY2" fmla="*/ 14287 h 569948"/>
              <a:gd name="connsiteX3" fmla="*/ 1409987 w 1467145"/>
              <a:gd name="connsiteY3" fmla="*/ 26987 h 569948"/>
              <a:gd name="connsiteX4" fmla="*/ 1460787 w 1467145"/>
              <a:gd name="connsiteY4" fmla="*/ 188912 h 569948"/>
              <a:gd name="connsiteX5" fmla="*/ 1463962 w 1467145"/>
              <a:gd name="connsiteY5" fmla="*/ 392112 h 569948"/>
              <a:gd name="connsiteX6" fmla="*/ 1438562 w 1467145"/>
              <a:gd name="connsiteY6" fmla="*/ 527050 h 569948"/>
              <a:gd name="connsiteX7" fmla="*/ 1263937 w 1467145"/>
              <a:gd name="connsiteY7" fmla="*/ 557212 h 569948"/>
              <a:gd name="connsiteX8" fmla="*/ 924212 w 1467145"/>
              <a:gd name="connsiteY8" fmla="*/ 569912 h 569948"/>
              <a:gd name="connsiteX9" fmla="*/ 555912 w 1467145"/>
              <a:gd name="connsiteY9" fmla="*/ 560387 h 569948"/>
              <a:gd name="connsiteX10" fmla="*/ 286037 w 1467145"/>
              <a:gd name="connsiteY10" fmla="*/ 541337 h 569948"/>
              <a:gd name="connsiteX11" fmla="*/ 79662 w 1467145"/>
              <a:gd name="connsiteY11" fmla="*/ 539749 h 569948"/>
              <a:gd name="connsiteX12" fmla="*/ 38387 w 1467145"/>
              <a:gd name="connsiteY12" fmla="*/ 493713 h 569948"/>
              <a:gd name="connsiteX13" fmla="*/ 287 w 1467145"/>
              <a:gd name="connsiteY13" fmla="*/ 355600 h 569948"/>
              <a:gd name="connsiteX14" fmla="*/ 59025 w 1467145"/>
              <a:gd name="connsiteY14" fmla="*/ 395287 h 569948"/>
              <a:gd name="connsiteX15" fmla="*/ 117762 w 1467145"/>
              <a:gd name="connsiteY15" fmla="*/ 387349 h 569948"/>
              <a:gd name="connsiteX16" fmla="*/ 184437 w 1467145"/>
              <a:gd name="connsiteY16" fmla="*/ 341312 h 569948"/>
              <a:gd name="connsiteX17" fmla="*/ 203487 w 1467145"/>
              <a:gd name="connsiteY17" fmla="*/ 268287 h 569948"/>
              <a:gd name="connsiteX18" fmla="*/ 190787 w 1467145"/>
              <a:gd name="connsiteY18" fmla="*/ 185736 h 569948"/>
              <a:gd name="connsiteX19" fmla="*/ 138400 w 1467145"/>
              <a:gd name="connsiteY19" fmla="*/ 160337 h 569948"/>
              <a:gd name="connsiteX20" fmla="*/ 76487 w 1467145"/>
              <a:gd name="connsiteY20" fmla="*/ 173037 h 569948"/>
              <a:gd name="connsiteX21" fmla="*/ 32037 w 1467145"/>
              <a:gd name="connsiteY21" fmla="*/ 198437 h 569948"/>
              <a:gd name="connsiteX22" fmla="*/ 16162 w 1467145"/>
              <a:gd name="connsiteY22" fmla="*/ 150812 h 569948"/>
              <a:gd name="connsiteX23" fmla="*/ 66962 w 1467145"/>
              <a:gd name="connsiteY23" fmla="*/ 58737 h 569948"/>
              <a:gd name="connsiteX24" fmla="*/ 108237 w 1467145"/>
              <a:gd name="connsiteY24" fmla="*/ 0 h 569948"/>
              <a:gd name="connsiteX0" fmla="*/ 108237 w 1467145"/>
              <a:gd name="connsiteY0" fmla="*/ 0 h 569948"/>
              <a:gd name="connsiteX1" fmla="*/ 778162 w 1467145"/>
              <a:gd name="connsiteY1" fmla="*/ 7937 h 569948"/>
              <a:gd name="connsiteX2" fmla="*/ 1143287 w 1467145"/>
              <a:gd name="connsiteY2" fmla="*/ 14287 h 569948"/>
              <a:gd name="connsiteX3" fmla="*/ 1409987 w 1467145"/>
              <a:gd name="connsiteY3" fmla="*/ 26987 h 569948"/>
              <a:gd name="connsiteX4" fmla="*/ 1460787 w 1467145"/>
              <a:gd name="connsiteY4" fmla="*/ 188912 h 569948"/>
              <a:gd name="connsiteX5" fmla="*/ 1463962 w 1467145"/>
              <a:gd name="connsiteY5" fmla="*/ 392112 h 569948"/>
              <a:gd name="connsiteX6" fmla="*/ 1438562 w 1467145"/>
              <a:gd name="connsiteY6" fmla="*/ 527050 h 569948"/>
              <a:gd name="connsiteX7" fmla="*/ 1263937 w 1467145"/>
              <a:gd name="connsiteY7" fmla="*/ 557212 h 569948"/>
              <a:gd name="connsiteX8" fmla="*/ 924212 w 1467145"/>
              <a:gd name="connsiteY8" fmla="*/ 569912 h 569948"/>
              <a:gd name="connsiteX9" fmla="*/ 555912 w 1467145"/>
              <a:gd name="connsiteY9" fmla="*/ 560387 h 569948"/>
              <a:gd name="connsiteX10" fmla="*/ 286037 w 1467145"/>
              <a:gd name="connsiteY10" fmla="*/ 541337 h 569948"/>
              <a:gd name="connsiteX11" fmla="*/ 79662 w 1467145"/>
              <a:gd name="connsiteY11" fmla="*/ 539749 h 569948"/>
              <a:gd name="connsiteX12" fmla="*/ 38387 w 1467145"/>
              <a:gd name="connsiteY12" fmla="*/ 493713 h 569948"/>
              <a:gd name="connsiteX13" fmla="*/ 287 w 1467145"/>
              <a:gd name="connsiteY13" fmla="*/ 355600 h 569948"/>
              <a:gd name="connsiteX14" fmla="*/ 59025 w 1467145"/>
              <a:gd name="connsiteY14" fmla="*/ 395287 h 569948"/>
              <a:gd name="connsiteX15" fmla="*/ 117762 w 1467145"/>
              <a:gd name="connsiteY15" fmla="*/ 387349 h 569948"/>
              <a:gd name="connsiteX16" fmla="*/ 184437 w 1467145"/>
              <a:gd name="connsiteY16" fmla="*/ 341312 h 569948"/>
              <a:gd name="connsiteX17" fmla="*/ 203487 w 1467145"/>
              <a:gd name="connsiteY17" fmla="*/ 268287 h 569948"/>
              <a:gd name="connsiteX18" fmla="*/ 190787 w 1467145"/>
              <a:gd name="connsiteY18" fmla="*/ 185736 h 569948"/>
              <a:gd name="connsiteX19" fmla="*/ 138400 w 1467145"/>
              <a:gd name="connsiteY19" fmla="*/ 160337 h 569948"/>
              <a:gd name="connsiteX20" fmla="*/ 76487 w 1467145"/>
              <a:gd name="connsiteY20" fmla="*/ 173037 h 569948"/>
              <a:gd name="connsiteX21" fmla="*/ 32037 w 1467145"/>
              <a:gd name="connsiteY21" fmla="*/ 198437 h 569948"/>
              <a:gd name="connsiteX22" fmla="*/ 20925 w 1467145"/>
              <a:gd name="connsiteY22" fmla="*/ 150812 h 569948"/>
              <a:gd name="connsiteX23" fmla="*/ 66962 w 1467145"/>
              <a:gd name="connsiteY23" fmla="*/ 58737 h 569948"/>
              <a:gd name="connsiteX24" fmla="*/ 108237 w 1467145"/>
              <a:gd name="connsiteY24" fmla="*/ 0 h 569948"/>
              <a:gd name="connsiteX0" fmla="*/ 108237 w 1467145"/>
              <a:gd name="connsiteY0" fmla="*/ 0 h 569941"/>
              <a:gd name="connsiteX1" fmla="*/ 778162 w 1467145"/>
              <a:gd name="connsiteY1" fmla="*/ 7937 h 569941"/>
              <a:gd name="connsiteX2" fmla="*/ 1143287 w 1467145"/>
              <a:gd name="connsiteY2" fmla="*/ 14287 h 569941"/>
              <a:gd name="connsiteX3" fmla="*/ 1409987 w 1467145"/>
              <a:gd name="connsiteY3" fmla="*/ 26987 h 569941"/>
              <a:gd name="connsiteX4" fmla="*/ 1460787 w 1467145"/>
              <a:gd name="connsiteY4" fmla="*/ 188912 h 569941"/>
              <a:gd name="connsiteX5" fmla="*/ 1463962 w 1467145"/>
              <a:gd name="connsiteY5" fmla="*/ 392112 h 569941"/>
              <a:gd name="connsiteX6" fmla="*/ 1438562 w 1467145"/>
              <a:gd name="connsiteY6" fmla="*/ 527050 h 569941"/>
              <a:gd name="connsiteX7" fmla="*/ 1263937 w 1467145"/>
              <a:gd name="connsiteY7" fmla="*/ 557212 h 569941"/>
              <a:gd name="connsiteX8" fmla="*/ 924212 w 1467145"/>
              <a:gd name="connsiteY8" fmla="*/ 569912 h 569941"/>
              <a:gd name="connsiteX9" fmla="*/ 555912 w 1467145"/>
              <a:gd name="connsiteY9" fmla="*/ 560387 h 569941"/>
              <a:gd name="connsiteX10" fmla="*/ 290799 w 1467145"/>
              <a:gd name="connsiteY10" fmla="*/ 549275 h 569941"/>
              <a:gd name="connsiteX11" fmla="*/ 79662 w 1467145"/>
              <a:gd name="connsiteY11" fmla="*/ 539749 h 569941"/>
              <a:gd name="connsiteX12" fmla="*/ 38387 w 1467145"/>
              <a:gd name="connsiteY12" fmla="*/ 493713 h 569941"/>
              <a:gd name="connsiteX13" fmla="*/ 287 w 1467145"/>
              <a:gd name="connsiteY13" fmla="*/ 355600 h 569941"/>
              <a:gd name="connsiteX14" fmla="*/ 59025 w 1467145"/>
              <a:gd name="connsiteY14" fmla="*/ 395287 h 569941"/>
              <a:gd name="connsiteX15" fmla="*/ 117762 w 1467145"/>
              <a:gd name="connsiteY15" fmla="*/ 387349 h 569941"/>
              <a:gd name="connsiteX16" fmla="*/ 184437 w 1467145"/>
              <a:gd name="connsiteY16" fmla="*/ 341312 h 569941"/>
              <a:gd name="connsiteX17" fmla="*/ 203487 w 1467145"/>
              <a:gd name="connsiteY17" fmla="*/ 268287 h 569941"/>
              <a:gd name="connsiteX18" fmla="*/ 190787 w 1467145"/>
              <a:gd name="connsiteY18" fmla="*/ 185736 h 569941"/>
              <a:gd name="connsiteX19" fmla="*/ 138400 w 1467145"/>
              <a:gd name="connsiteY19" fmla="*/ 160337 h 569941"/>
              <a:gd name="connsiteX20" fmla="*/ 76487 w 1467145"/>
              <a:gd name="connsiteY20" fmla="*/ 173037 h 569941"/>
              <a:gd name="connsiteX21" fmla="*/ 32037 w 1467145"/>
              <a:gd name="connsiteY21" fmla="*/ 198437 h 569941"/>
              <a:gd name="connsiteX22" fmla="*/ 20925 w 1467145"/>
              <a:gd name="connsiteY22" fmla="*/ 150812 h 569941"/>
              <a:gd name="connsiteX23" fmla="*/ 66962 w 1467145"/>
              <a:gd name="connsiteY23" fmla="*/ 58737 h 569941"/>
              <a:gd name="connsiteX24" fmla="*/ 108237 w 1467145"/>
              <a:gd name="connsiteY24" fmla="*/ 0 h 569941"/>
              <a:gd name="connsiteX0" fmla="*/ 108237 w 1467145"/>
              <a:gd name="connsiteY0" fmla="*/ 0 h 570023"/>
              <a:gd name="connsiteX1" fmla="*/ 778162 w 1467145"/>
              <a:gd name="connsiteY1" fmla="*/ 7937 h 570023"/>
              <a:gd name="connsiteX2" fmla="*/ 1143287 w 1467145"/>
              <a:gd name="connsiteY2" fmla="*/ 14287 h 570023"/>
              <a:gd name="connsiteX3" fmla="*/ 1409987 w 1467145"/>
              <a:gd name="connsiteY3" fmla="*/ 26987 h 570023"/>
              <a:gd name="connsiteX4" fmla="*/ 1460787 w 1467145"/>
              <a:gd name="connsiteY4" fmla="*/ 188912 h 570023"/>
              <a:gd name="connsiteX5" fmla="*/ 1463962 w 1467145"/>
              <a:gd name="connsiteY5" fmla="*/ 392112 h 570023"/>
              <a:gd name="connsiteX6" fmla="*/ 1438562 w 1467145"/>
              <a:gd name="connsiteY6" fmla="*/ 527050 h 570023"/>
              <a:gd name="connsiteX7" fmla="*/ 1263937 w 1467145"/>
              <a:gd name="connsiteY7" fmla="*/ 557212 h 570023"/>
              <a:gd name="connsiteX8" fmla="*/ 924212 w 1467145"/>
              <a:gd name="connsiteY8" fmla="*/ 569912 h 570023"/>
              <a:gd name="connsiteX9" fmla="*/ 555912 w 1467145"/>
              <a:gd name="connsiteY9" fmla="*/ 550862 h 570023"/>
              <a:gd name="connsiteX10" fmla="*/ 290799 w 1467145"/>
              <a:gd name="connsiteY10" fmla="*/ 549275 h 570023"/>
              <a:gd name="connsiteX11" fmla="*/ 79662 w 1467145"/>
              <a:gd name="connsiteY11" fmla="*/ 539749 h 570023"/>
              <a:gd name="connsiteX12" fmla="*/ 38387 w 1467145"/>
              <a:gd name="connsiteY12" fmla="*/ 493713 h 570023"/>
              <a:gd name="connsiteX13" fmla="*/ 287 w 1467145"/>
              <a:gd name="connsiteY13" fmla="*/ 355600 h 570023"/>
              <a:gd name="connsiteX14" fmla="*/ 59025 w 1467145"/>
              <a:gd name="connsiteY14" fmla="*/ 395287 h 570023"/>
              <a:gd name="connsiteX15" fmla="*/ 117762 w 1467145"/>
              <a:gd name="connsiteY15" fmla="*/ 387349 h 570023"/>
              <a:gd name="connsiteX16" fmla="*/ 184437 w 1467145"/>
              <a:gd name="connsiteY16" fmla="*/ 341312 h 570023"/>
              <a:gd name="connsiteX17" fmla="*/ 203487 w 1467145"/>
              <a:gd name="connsiteY17" fmla="*/ 268287 h 570023"/>
              <a:gd name="connsiteX18" fmla="*/ 190787 w 1467145"/>
              <a:gd name="connsiteY18" fmla="*/ 185736 h 570023"/>
              <a:gd name="connsiteX19" fmla="*/ 138400 w 1467145"/>
              <a:gd name="connsiteY19" fmla="*/ 160337 h 570023"/>
              <a:gd name="connsiteX20" fmla="*/ 76487 w 1467145"/>
              <a:gd name="connsiteY20" fmla="*/ 173037 h 570023"/>
              <a:gd name="connsiteX21" fmla="*/ 32037 w 1467145"/>
              <a:gd name="connsiteY21" fmla="*/ 198437 h 570023"/>
              <a:gd name="connsiteX22" fmla="*/ 20925 w 1467145"/>
              <a:gd name="connsiteY22" fmla="*/ 150812 h 570023"/>
              <a:gd name="connsiteX23" fmla="*/ 66962 w 1467145"/>
              <a:gd name="connsiteY23" fmla="*/ 58737 h 570023"/>
              <a:gd name="connsiteX24" fmla="*/ 108237 w 1467145"/>
              <a:gd name="connsiteY24" fmla="*/ 0 h 570023"/>
              <a:gd name="connsiteX0" fmla="*/ 108237 w 1467145"/>
              <a:gd name="connsiteY0" fmla="*/ 0 h 559700"/>
              <a:gd name="connsiteX1" fmla="*/ 778162 w 1467145"/>
              <a:gd name="connsiteY1" fmla="*/ 7937 h 559700"/>
              <a:gd name="connsiteX2" fmla="*/ 1143287 w 1467145"/>
              <a:gd name="connsiteY2" fmla="*/ 14287 h 559700"/>
              <a:gd name="connsiteX3" fmla="*/ 1409987 w 1467145"/>
              <a:gd name="connsiteY3" fmla="*/ 26987 h 559700"/>
              <a:gd name="connsiteX4" fmla="*/ 1460787 w 1467145"/>
              <a:gd name="connsiteY4" fmla="*/ 188912 h 559700"/>
              <a:gd name="connsiteX5" fmla="*/ 1463962 w 1467145"/>
              <a:gd name="connsiteY5" fmla="*/ 392112 h 559700"/>
              <a:gd name="connsiteX6" fmla="*/ 1438562 w 1467145"/>
              <a:gd name="connsiteY6" fmla="*/ 527050 h 559700"/>
              <a:gd name="connsiteX7" fmla="*/ 1263937 w 1467145"/>
              <a:gd name="connsiteY7" fmla="*/ 557212 h 559700"/>
              <a:gd name="connsiteX8" fmla="*/ 936912 w 1467145"/>
              <a:gd name="connsiteY8" fmla="*/ 557212 h 559700"/>
              <a:gd name="connsiteX9" fmla="*/ 555912 w 1467145"/>
              <a:gd name="connsiteY9" fmla="*/ 550862 h 559700"/>
              <a:gd name="connsiteX10" fmla="*/ 290799 w 1467145"/>
              <a:gd name="connsiteY10" fmla="*/ 549275 h 559700"/>
              <a:gd name="connsiteX11" fmla="*/ 79662 w 1467145"/>
              <a:gd name="connsiteY11" fmla="*/ 539749 h 559700"/>
              <a:gd name="connsiteX12" fmla="*/ 38387 w 1467145"/>
              <a:gd name="connsiteY12" fmla="*/ 493713 h 559700"/>
              <a:gd name="connsiteX13" fmla="*/ 287 w 1467145"/>
              <a:gd name="connsiteY13" fmla="*/ 355600 h 559700"/>
              <a:gd name="connsiteX14" fmla="*/ 59025 w 1467145"/>
              <a:gd name="connsiteY14" fmla="*/ 395287 h 559700"/>
              <a:gd name="connsiteX15" fmla="*/ 117762 w 1467145"/>
              <a:gd name="connsiteY15" fmla="*/ 387349 h 559700"/>
              <a:gd name="connsiteX16" fmla="*/ 184437 w 1467145"/>
              <a:gd name="connsiteY16" fmla="*/ 341312 h 559700"/>
              <a:gd name="connsiteX17" fmla="*/ 203487 w 1467145"/>
              <a:gd name="connsiteY17" fmla="*/ 268287 h 559700"/>
              <a:gd name="connsiteX18" fmla="*/ 190787 w 1467145"/>
              <a:gd name="connsiteY18" fmla="*/ 185736 h 559700"/>
              <a:gd name="connsiteX19" fmla="*/ 138400 w 1467145"/>
              <a:gd name="connsiteY19" fmla="*/ 160337 h 559700"/>
              <a:gd name="connsiteX20" fmla="*/ 76487 w 1467145"/>
              <a:gd name="connsiteY20" fmla="*/ 173037 h 559700"/>
              <a:gd name="connsiteX21" fmla="*/ 32037 w 1467145"/>
              <a:gd name="connsiteY21" fmla="*/ 198437 h 559700"/>
              <a:gd name="connsiteX22" fmla="*/ 20925 w 1467145"/>
              <a:gd name="connsiteY22" fmla="*/ 150812 h 559700"/>
              <a:gd name="connsiteX23" fmla="*/ 66962 w 1467145"/>
              <a:gd name="connsiteY23" fmla="*/ 58737 h 559700"/>
              <a:gd name="connsiteX24" fmla="*/ 108237 w 1467145"/>
              <a:gd name="connsiteY24" fmla="*/ 0 h 559700"/>
              <a:gd name="connsiteX0" fmla="*/ 108237 w 1467145"/>
              <a:gd name="connsiteY0" fmla="*/ 0 h 557770"/>
              <a:gd name="connsiteX1" fmla="*/ 778162 w 1467145"/>
              <a:gd name="connsiteY1" fmla="*/ 7937 h 557770"/>
              <a:gd name="connsiteX2" fmla="*/ 1143287 w 1467145"/>
              <a:gd name="connsiteY2" fmla="*/ 14287 h 557770"/>
              <a:gd name="connsiteX3" fmla="*/ 1409987 w 1467145"/>
              <a:gd name="connsiteY3" fmla="*/ 26987 h 557770"/>
              <a:gd name="connsiteX4" fmla="*/ 1460787 w 1467145"/>
              <a:gd name="connsiteY4" fmla="*/ 188912 h 557770"/>
              <a:gd name="connsiteX5" fmla="*/ 1463962 w 1467145"/>
              <a:gd name="connsiteY5" fmla="*/ 392112 h 557770"/>
              <a:gd name="connsiteX6" fmla="*/ 1438562 w 1467145"/>
              <a:gd name="connsiteY6" fmla="*/ 527050 h 557770"/>
              <a:gd name="connsiteX7" fmla="*/ 1271874 w 1467145"/>
              <a:gd name="connsiteY7" fmla="*/ 554037 h 557770"/>
              <a:gd name="connsiteX8" fmla="*/ 936912 w 1467145"/>
              <a:gd name="connsiteY8" fmla="*/ 557212 h 557770"/>
              <a:gd name="connsiteX9" fmla="*/ 555912 w 1467145"/>
              <a:gd name="connsiteY9" fmla="*/ 550862 h 557770"/>
              <a:gd name="connsiteX10" fmla="*/ 290799 w 1467145"/>
              <a:gd name="connsiteY10" fmla="*/ 549275 h 557770"/>
              <a:gd name="connsiteX11" fmla="*/ 79662 w 1467145"/>
              <a:gd name="connsiteY11" fmla="*/ 539749 h 557770"/>
              <a:gd name="connsiteX12" fmla="*/ 38387 w 1467145"/>
              <a:gd name="connsiteY12" fmla="*/ 493713 h 557770"/>
              <a:gd name="connsiteX13" fmla="*/ 287 w 1467145"/>
              <a:gd name="connsiteY13" fmla="*/ 355600 h 557770"/>
              <a:gd name="connsiteX14" fmla="*/ 59025 w 1467145"/>
              <a:gd name="connsiteY14" fmla="*/ 395287 h 557770"/>
              <a:gd name="connsiteX15" fmla="*/ 117762 w 1467145"/>
              <a:gd name="connsiteY15" fmla="*/ 387349 h 557770"/>
              <a:gd name="connsiteX16" fmla="*/ 184437 w 1467145"/>
              <a:gd name="connsiteY16" fmla="*/ 341312 h 557770"/>
              <a:gd name="connsiteX17" fmla="*/ 203487 w 1467145"/>
              <a:gd name="connsiteY17" fmla="*/ 268287 h 557770"/>
              <a:gd name="connsiteX18" fmla="*/ 190787 w 1467145"/>
              <a:gd name="connsiteY18" fmla="*/ 185736 h 557770"/>
              <a:gd name="connsiteX19" fmla="*/ 138400 w 1467145"/>
              <a:gd name="connsiteY19" fmla="*/ 160337 h 557770"/>
              <a:gd name="connsiteX20" fmla="*/ 76487 w 1467145"/>
              <a:gd name="connsiteY20" fmla="*/ 173037 h 557770"/>
              <a:gd name="connsiteX21" fmla="*/ 32037 w 1467145"/>
              <a:gd name="connsiteY21" fmla="*/ 198437 h 557770"/>
              <a:gd name="connsiteX22" fmla="*/ 20925 w 1467145"/>
              <a:gd name="connsiteY22" fmla="*/ 150812 h 557770"/>
              <a:gd name="connsiteX23" fmla="*/ 66962 w 1467145"/>
              <a:gd name="connsiteY23" fmla="*/ 58737 h 557770"/>
              <a:gd name="connsiteX24" fmla="*/ 108237 w 1467145"/>
              <a:gd name="connsiteY24" fmla="*/ 0 h 55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67145" h="557770">
                <a:moveTo>
                  <a:pt x="108237" y="0"/>
                </a:moveTo>
                <a:lnTo>
                  <a:pt x="778162" y="7937"/>
                </a:lnTo>
                <a:lnTo>
                  <a:pt x="1143287" y="14287"/>
                </a:lnTo>
                <a:cubicBezTo>
                  <a:pt x="1248591" y="17462"/>
                  <a:pt x="1357070" y="-2117"/>
                  <a:pt x="1409987" y="26987"/>
                </a:cubicBezTo>
                <a:cubicBezTo>
                  <a:pt x="1462904" y="56091"/>
                  <a:pt x="1451791" y="128058"/>
                  <a:pt x="1460787" y="188912"/>
                </a:cubicBezTo>
                <a:cubicBezTo>
                  <a:pt x="1469783" y="249766"/>
                  <a:pt x="1467666" y="335756"/>
                  <a:pt x="1463962" y="392112"/>
                </a:cubicBezTo>
                <a:cubicBezTo>
                  <a:pt x="1460258" y="448468"/>
                  <a:pt x="1470577" y="500063"/>
                  <a:pt x="1438562" y="527050"/>
                </a:cubicBezTo>
                <a:cubicBezTo>
                  <a:pt x="1406547" y="554037"/>
                  <a:pt x="1355482" y="549010"/>
                  <a:pt x="1271874" y="554037"/>
                </a:cubicBezTo>
                <a:cubicBezTo>
                  <a:pt x="1188266" y="559064"/>
                  <a:pt x="1056239" y="557741"/>
                  <a:pt x="936912" y="557212"/>
                </a:cubicBezTo>
                <a:cubicBezTo>
                  <a:pt x="817585" y="556683"/>
                  <a:pt x="682912" y="552979"/>
                  <a:pt x="555912" y="550862"/>
                </a:cubicBezTo>
                <a:lnTo>
                  <a:pt x="290799" y="549275"/>
                </a:lnTo>
                <a:cubicBezTo>
                  <a:pt x="211424" y="547423"/>
                  <a:pt x="121731" y="549009"/>
                  <a:pt x="79662" y="539749"/>
                </a:cubicBezTo>
                <a:cubicBezTo>
                  <a:pt x="37593" y="530489"/>
                  <a:pt x="51616" y="524405"/>
                  <a:pt x="38387" y="493713"/>
                </a:cubicBezTo>
                <a:cubicBezTo>
                  <a:pt x="25158" y="463022"/>
                  <a:pt x="-3153" y="372004"/>
                  <a:pt x="287" y="355600"/>
                </a:cubicBezTo>
                <a:cubicBezTo>
                  <a:pt x="3727" y="339196"/>
                  <a:pt x="39446" y="389996"/>
                  <a:pt x="59025" y="395287"/>
                </a:cubicBezTo>
                <a:cubicBezTo>
                  <a:pt x="78604" y="400578"/>
                  <a:pt x="96860" y="396345"/>
                  <a:pt x="117762" y="387349"/>
                </a:cubicBezTo>
                <a:cubicBezTo>
                  <a:pt x="138664" y="378353"/>
                  <a:pt x="170150" y="361156"/>
                  <a:pt x="184437" y="341312"/>
                </a:cubicBezTo>
                <a:cubicBezTo>
                  <a:pt x="198724" y="321468"/>
                  <a:pt x="202429" y="294216"/>
                  <a:pt x="203487" y="268287"/>
                </a:cubicBezTo>
                <a:cubicBezTo>
                  <a:pt x="204545" y="242358"/>
                  <a:pt x="201635" y="203728"/>
                  <a:pt x="190787" y="185736"/>
                </a:cubicBezTo>
                <a:cubicBezTo>
                  <a:pt x="179939" y="167744"/>
                  <a:pt x="157450" y="162453"/>
                  <a:pt x="138400" y="160337"/>
                </a:cubicBezTo>
                <a:cubicBezTo>
                  <a:pt x="119350" y="158221"/>
                  <a:pt x="94214" y="166687"/>
                  <a:pt x="76487" y="173037"/>
                </a:cubicBezTo>
                <a:cubicBezTo>
                  <a:pt x="58760" y="179387"/>
                  <a:pt x="41297" y="202141"/>
                  <a:pt x="32037" y="198437"/>
                </a:cubicBezTo>
                <a:cubicBezTo>
                  <a:pt x="22777" y="194733"/>
                  <a:pt x="15104" y="174095"/>
                  <a:pt x="20925" y="150812"/>
                </a:cubicBezTo>
                <a:cubicBezTo>
                  <a:pt x="26746" y="127529"/>
                  <a:pt x="52410" y="83872"/>
                  <a:pt x="66962" y="58737"/>
                </a:cubicBezTo>
                <a:cubicBezTo>
                  <a:pt x="81514" y="33602"/>
                  <a:pt x="102945" y="19314"/>
                  <a:pt x="108237" y="0"/>
                </a:cubicBezTo>
                <a:close/>
              </a:path>
            </a:pathLst>
          </a:custGeom>
          <a:solidFill>
            <a:srgbClr val="00B0F0">
              <a:alpha val="7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976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6CEB3-0DF9-DE95-7647-218FD82B2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25C2127-4387-D1B6-EA20-CA1D87E5D6CB}"/>
              </a:ext>
            </a:extLst>
          </p:cNvPr>
          <p:cNvSpPr/>
          <p:nvPr/>
        </p:nvSpPr>
        <p:spPr>
          <a:xfrm>
            <a:off x="954326" y="4657178"/>
            <a:ext cx="3834927" cy="575222"/>
          </a:xfrm>
          <a:custGeom>
            <a:avLst/>
            <a:gdLst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5233 w 3830286"/>
              <a:gd name="connsiteY4" fmla="*/ 25400 h 571500"/>
              <a:gd name="connsiteX5" fmla="*/ 3293533 w 3830286"/>
              <a:gd name="connsiteY5" fmla="*/ 423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5233 w 3830286"/>
              <a:gd name="connsiteY4" fmla="*/ 25400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29366 w 3830286"/>
              <a:gd name="connsiteY3" fmla="*/ 25400 h 571500"/>
              <a:gd name="connsiteX4" fmla="*/ 2928408 w 3830286"/>
              <a:gd name="connsiteY4" fmla="*/ 9525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0 w 3830286"/>
              <a:gd name="connsiteY0" fmla="*/ 0 h 571500"/>
              <a:gd name="connsiteX1" fmla="*/ 817033 w 3830286"/>
              <a:gd name="connsiteY1" fmla="*/ 0 h 571500"/>
              <a:gd name="connsiteX2" fmla="*/ 1159933 w 3830286"/>
              <a:gd name="connsiteY2" fmla="*/ 4233 h 571500"/>
              <a:gd name="connsiteX3" fmla="*/ 2119841 w 3830286"/>
              <a:gd name="connsiteY3" fmla="*/ 6350 h 571500"/>
              <a:gd name="connsiteX4" fmla="*/ 2928408 w 3830286"/>
              <a:gd name="connsiteY4" fmla="*/ 9525 h 571500"/>
              <a:gd name="connsiteX5" fmla="*/ 3303058 w 3830286"/>
              <a:gd name="connsiteY5" fmla="*/ 10583 h 571500"/>
              <a:gd name="connsiteX6" fmla="*/ 3653366 w 3830286"/>
              <a:gd name="connsiteY6" fmla="*/ 12700 h 571500"/>
              <a:gd name="connsiteX7" fmla="*/ 3733800 w 3830286"/>
              <a:gd name="connsiteY7" fmla="*/ 12700 h 571500"/>
              <a:gd name="connsiteX8" fmla="*/ 3687233 w 3830286"/>
              <a:gd name="connsiteY8" fmla="*/ 88900 h 571500"/>
              <a:gd name="connsiteX9" fmla="*/ 3657600 w 3830286"/>
              <a:gd name="connsiteY9" fmla="*/ 160867 h 571500"/>
              <a:gd name="connsiteX10" fmla="*/ 3661833 w 3830286"/>
              <a:gd name="connsiteY10" fmla="*/ 203200 h 571500"/>
              <a:gd name="connsiteX11" fmla="*/ 3725333 w 3830286"/>
              <a:gd name="connsiteY11" fmla="*/ 165100 h 571500"/>
              <a:gd name="connsiteX12" fmla="*/ 3788833 w 3830286"/>
              <a:gd name="connsiteY12" fmla="*/ 152400 h 571500"/>
              <a:gd name="connsiteX13" fmla="*/ 3826933 w 3830286"/>
              <a:gd name="connsiteY13" fmla="*/ 203200 h 571500"/>
              <a:gd name="connsiteX14" fmla="*/ 3826933 w 3830286"/>
              <a:gd name="connsiteY14" fmla="*/ 283633 h 571500"/>
              <a:gd name="connsiteX15" fmla="*/ 3814233 w 3830286"/>
              <a:gd name="connsiteY15" fmla="*/ 368300 h 571500"/>
              <a:gd name="connsiteX16" fmla="*/ 3712633 w 3830286"/>
              <a:gd name="connsiteY16" fmla="*/ 406400 h 571500"/>
              <a:gd name="connsiteX17" fmla="*/ 3636433 w 3830286"/>
              <a:gd name="connsiteY17" fmla="*/ 372533 h 571500"/>
              <a:gd name="connsiteX18" fmla="*/ 3640666 w 3830286"/>
              <a:gd name="connsiteY18" fmla="*/ 469900 h 571500"/>
              <a:gd name="connsiteX19" fmla="*/ 3674533 w 3830286"/>
              <a:gd name="connsiteY19" fmla="*/ 550333 h 571500"/>
              <a:gd name="connsiteX20" fmla="*/ 3424766 w 3830286"/>
              <a:gd name="connsiteY20" fmla="*/ 567267 h 571500"/>
              <a:gd name="connsiteX21" fmla="*/ 2997200 w 3830286"/>
              <a:gd name="connsiteY21" fmla="*/ 571500 h 571500"/>
              <a:gd name="connsiteX22" fmla="*/ 2006600 w 3830286"/>
              <a:gd name="connsiteY22" fmla="*/ 554567 h 571500"/>
              <a:gd name="connsiteX23" fmla="*/ 1341966 w 3830286"/>
              <a:gd name="connsiteY23" fmla="*/ 541867 h 571500"/>
              <a:gd name="connsiteX24" fmla="*/ 880533 w 3830286"/>
              <a:gd name="connsiteY24" fmla="*/ 533400 h 571500"/>
              <a:gd name="connsiteX25" fmla="*/ 325966 w 3830286"/>
              <a:gd name="connsiteY25" fmla="*/ 524933 h 571500"/>
              <a:gd name="connsiteX26" fmla="*/ 143933 w 3830286"/>
              <a:gd name="connsiteY26" fmla="*/ 503767 h 571500"/>
              <a:gd name="connsiteX27" fmla="*/ 25400 w 3830286"/>
              <a:gd name="connsiteY27" fmla="*/ 436033 h 571500"/>
              <a:gd name="connsiteX28" fmla="*/ 8466 w 3830286"/>
              <a:gd name="connsiteY28" fmla="*/ 245533 h 571500"/>
              <a:gd name="connsiteX29" fmla="*/ 4233 w 3830286"/>
              <a:gd name="connsiteY29" fmla="*/ 93133 h 571500"/>
              <a:gd name="connsiteX30" fmla="*/ 0 w 3830286"/>
              <a:gd name="connsiteY30" fmla="*/ 0 h 571500"/>
              <a:gd name="connsiteX0" fmla="*/ 35806 w 3827992"/>
              <a:gd name="connsiteY0" fmla="*/ 3175 h 571500"/>
              <a:gd name="connsiteX1" fmla="*/ 814739 w 3827992"/>
              <a:gd name="connsiteY1" fmla="*/ 0 h 571500"/>
              <a:gd name="connsiteX2" fmla="*/ 1157639 w 3827992"/>
              <a:gd name="connsiteY2" fmla="*/ 4233 h 571500"/>
              <a:gd name="connsiteX3" fmla="*/ 2117547 w 3827992"/>
              <a:gd name="connsiteY3" fmla="*/ 6350 h 571500"/>
              <a:gd name="connsiteX4" fmla="*/ 2926114 w 3827992"/>
              <a:gd name="connsiteY4" fmla="*/ 9525 h 571500"/>
              <a:gd name="connsiteX5" fmla="*/ 3300764 w 3827992"/>
              <a:gd name="connsiteY5" fmla="*/ 10583 h 571500"/>
              <a:gd name="connsiteX6" fmla="*/ 3651072 w 3827992"/>
              <a:gd name="connsiteY6" fmla="*/ 12700 h 571500"/>
              <a:gd name="connsiteX7" fmla="*/ 3731506 w 3827992"/>
              <a:gd name="connsiteY7" fmla="*/ 12700 h 571500"/>
              <a:gd name="connsiteX8" fmla="*/ 3684939 w 3827992"/>
              <a:gd name="connsiteY8" fmla="*/ 88900 h 571500"/>
              <a:gd name="connsiteX9" fmla="*/ 3655306 w 3827992"/>
              <a:gd name="connsiteY9" fmla="*/ 160867 h 571500"/>
              <a:gd name="connsiteX10" fmla="*/ 3659539 w 3827992"/>
              <a:gd name="connsiteY10" fmla="*/ 203200 h 571500"/>
              <a:gd name="connsiteX11" fmla="*/ 3723039 w 3827992"/>
              <a:gd name="connsiteY11" fmla="*/ 165100 h 571500"/>
              <a:gd name="connsiteX12" fmla="*/ 3786539 w 3827992"/>
              <a:gd name="connsiteY12" fmla="*/ 152400 h 571500"/>
              <a:gd name="connsiteX13" fmla="*/ 3824639 w 3827992"/>
              <a:gd name="connsiteY13" fmla="*/ 203200 h 571500"/>
              <a:gd name="connsiteX14" fmla="*/ 3824639 w 3827992"/>
              <a:gd name="connsiteY14" fmla="*/ 283633 h 571500"/>
              <a:gd name="connsiteX15" fmla="*/ 3811939 w 3827992"/>
              <a:gd name="connsiteY15" fmla="*/ 368300 h 571500"/>
              <a:gd name="connsiteX16" fmla="*/ 3710339 w 3827992"/>
              <a:gd name="connsiteY16" fmla="*/ 406400 h 571500"/>
              <a:gd name="connsiteX17" fmla="*/ 3634139 w 3827992"/>
              <a:gd name="connsiteY17" fmla="*/ 372533 h 571500"/>
              <a:gd name="connsiteX18" fmla="*/ 3638372 w 3827992"/>
              <a:gd name="connsiteY18" fmla="*/ 469900 h 571500"/>
              <a:gd name="connsiteX19" fmla="*/ 3672239 w 3827992"/>
              <a:gd name="connsiteY19" fmla="*/ 550333 h 571500"/>
              <a:gd name="connsiteX20" fmla="*/ 3422472 w 3827992"/>
              <a:gd name="connsiteY20" fmla="*/ 567267 h 571500"/>
              <a:gd name="connsiteX21" fmla="*/ 2994906 w 3827992"/>
              <a:gd name="connsiteY21" fmla="*/ 571500 h 571500"/>
              <a:gd name="connsiteX22" fmla="*/ 2004306 w 3827992"/>
              <a:gd name="connsiteY22" fmla="*/ 554567 h 571500"/>
              <a:gd name="connsiteX23" fmla="*/ 1339672 w 3827992"/>
              <a:gd name="connsiteY23" fmla="*/ 541867 h 571500"/>
              <a:gd name="connsiteX24" fmla="*/ 878239 w 3827992"/>
              <a:gd name="connsiteY24" fmla="*/ 533400 h 571500"/>
              <a:gd name="connsiteX25" fmla="*/ 323672 w 3827992"/>
              <a:gd name="connsiteY25" fmla="*/ 524933 h 571500"/>
              <a:gd name="connsiteX26" fmla="*/ 141639 w 3827992"/>
              <a:gd name="connsiteY26" fmla="*/ 503767 h 571500"/>
              <a:gd name="connsiteX27" fmla="*/ 23106 w 3827992"/>
              <a:gd name="connsiteY27" fmla="*/ 436033 h 571500"/>
              <a:gd name="connsiteX28" fmla="*/ 6172 w 3827992"/>
              <a:gd name="connsiteY28" fmla="*/ 245533 h 571500"/>
              <a:gd name="connsiteX29" fmla="*/ 1939 w 3827992"/>
              <a:gd name="connsiteY29" fmla="*/ 93133 h 571500"/>
              <a:gd name="connsiteX30" fmla="*/ 35806 w 3827992"/>
              <a:gd name="connsiteY30" fmla="*/ 3175 h 571500"/>
              <a:gd name="connsiteX0" fmla="*/ 5314 w 3826075"/>
              <a:gd name="connsiteY0" fmla="*/ 0 h 577850"/>
              <a:gd name="connsiteX1" fmla="*/ 812822 w 3826075"/>
              <a:gd name="connsiteY1" fmla="*/ 6350 h 577850"/>
              <a:gd name="connsiteX2" fmla="*/ 1155722 w 3826075"/>
              <a:gd name="connsiteY2" fmla="*/ 10583 h 577850"/>
              <a:gd name="connsiteX3" fmla="*/ 2115630 w 3826075"/>
              <a:gd name="connsiteY3" fmla="*/ 12700 h 577850"/>
              <a:gd name="connsiteX4" fmla="*/ 2924197 w 3826075"/>
              <a:gd name="connsiteY4" fmla="*/ 15875 h 577850"/>
              <a:gd name="connsiteX5" fmla="*/ 3298847 w 3826075"/>
              <a:gd name="connsiteY5" fmla="*/ 16933 h 577850"/>
              <a:gd name="connsiteX6" fmla="*/ 3649155 w 3826075"/>
              <a:gd name="connsiteY6" fmla="*/ 19050 h 577850"/>
              <a:gd name="connsiteX7" fmla="*/ 3729589 w 3826075"/>
              <a:gd name="connsiteY7" fmla="*/ 19050 h 577850"/>
              <a:gd name="connsiteX8" fmla="*/ 3683022 w 3826075"/>
              <a:gd name="connsiteY8" fmla="*/ 95250 h 577850"/>
              <a:gd name="connsiteX9" fmla="*/ 3653389 w 3826075"/>
              <a:gd name="connsiteY9" fmla="*/ 167217 h 577850"/>
              <a:gd name="connsiteX10" fmla="*/ 3657622 w 3826075"/>
              <a:gd name="connsiteY10" fmla="*/ 209550 h 577850"/>
              <a:gd name="connsiteX11" fmla="*/ 3721122 w 3826075"/>
              <a:gd name="connsiteY11" fmla="*/ 171450 h 577850"/>
              <a:gd name="connsiteX12" fmla="*/ 3784622 w 3826075"/>
              <a:gd name="connsiteY12" fmla="*/ 158750 h 577850"/>
              <a:gd name="connsiteX13" fmla="*/ 3822722 w 3826075"/>
              <a:gd name="connsiteY13" fmla="*/ 209550 h 577850"/>
              <a:gd name="connsiteX14" fmla="*/ 3822722 w 3826075"/>
              <a:gd name="connsiteY14" fmla="*/ 289983 h 577850"/>
              <a:gd name="connsiteX15" fmla="*/ 3810022 w 3826075"/>
              <a:gd name="connsiteY15" fmla="*/ 374650 h 577850"/>
              <a:gd name="connsiteX16" fmla="*/ 3708422 w 3826075"/>
              <a:gd name="connsiteY16" fmla="*/ 412750 h 577850"/>
              <a:gd name="connsiteX17" fmla="*/ 3632222 w 3826075"/>
              <a:gd name="connsiteY17" fmla="*/ 378883 h 577850"/>
              <a:gd name="connsiteX18" fmla="*/ 3636455 w 3826075"/>
              <a:gd name="connsiteY18" fmla="*/ 476250 h 577850"/>
              <a:gd name="connsiteX19" fmla="*/ 3670322 w 3826075"/>
              <a:gd name="connsiteY19" fmla="*/ 556683 h 577850"/>
              <a:gd name="connsiteX20" fmla="*/ 3420555 w 3826075"/>
              <a:gd name="connsiteY20" fmla="*/ 573617 h 577850"/>
              <a:gd name="connsiteX21" fmla="*/ 2992989 w 3826075"/>
              <a:gd name="connsiteY21" fmla="*/ 577850 h 577850"/>
              <a:gd name="connsiteX22" fmla="*/ 2002389 w 3826075"/>
              <a:gd name="connsiteY22" fmla="*/ 560917 h 577850"/>
              <a:gd name="connsiteX23" fmla="*/ 1337755 w 3826075"/>
              <a:gd name="connsiteY23" fmla="*/ 548217 h 577850"/>
              <a:gd name="connsiteX24" fmla="*/ 876322 w 3826075"/>
              <a:gd name="connsiteY24" fmla="*/ 539750 h 577850"/>
              <a:gd name="connsiteX25" fmla="*/ 321755 w 3826075"/>
              <a:gd name="connsiteY25" fmla="*/ 531283 h 577850"/>
              <a:gd name="connsiteX26" fmla="*/ 139722 w 3826075"/>
              <a:gd name="connsiteY26" fmla="*/ 510117 h 577850"/>
              <a:gd name="connsiteX27" fmla="*/ 21189 w 3826075"/>
              <a:gd name="connsiteY27" fmla="*/ 442383 h 577850"/>
              <a:gd name="connsiteX28" fmla="*/ 4255 w 3826075"/>
              <a:gd name="connsiteY28" fmla="*/ 251883 h 577850"/>
              <a:gd name="connsiteX29" fmla="*/ 22 w 3826075"/>
              <a:gd name="connsiteY29" fmla="*/ 99483 h 577850"/>
              <a:gd name="connsiteX30" fmla="*/ 5314 w 3826075"/>
              <a:gd name="connsiteY30" fmla="*/ 0 h 577850"/>
              <a:gd name="connsiteX0" fmla="*/ 5314 w 3826075"/>
              <a:gd name="connsiteY0" fmla="*/ 54353 h 632203"/>
              <a:gd name="connsiteX1" fmla="*/ 812822 w 3826075"/>
              <a:gd name="connsiteY1" fmla="*/ 60703 h 632203"/>
              <a:gd name="connsiteX2" fmla="*/ 1155722 w 3826075"/>
              <a:gd name="connsiteY2" fmla="*/ 64936 h 632203"/>
              <a:gd name="connsiteX3" fmla="*/ 2115630 w 3826075"/>
              <a:gd name="connsiteY3" fmla="*/ 67053 h 632203"/>
              <a:gd name="connsiteX4" fmla="*/ 2924197 w 3826075"/>
              <a:gd name="connsiteY4" fmla="*/ 70228 h 632203"/>
              <a:gd name="connsiteX5" fmla="*/ 3298847 w 3826075"/>
              <a:gd name="connsiteY5" fmla="*/ 71286 h 632203"/>
              <a:gd name="connsiteX6" fmla="*/ 3649155 w 3826075"/>
              <a:gd name="connsiteY6" fmla="*/ 73403 h 632203"/>
              <a:gd name="connsiteX7" fmla="*/ 3729589 w 3826075"/>
              <a:gd name="connsiteY7" fmla="*/ 73403 h 632203"/>
              <a:gd name="connsiteX8" fmla="*/ 3683022 w 3826075"/>
              <a:gd name="connsiteY8" fmla="*/ 149603 h 632203"/>
              <a:gd name="connsiteX9" fmla="*/ 3653389 w 3826075"/>
              <a:gd name="connsiteY9" fmla="*/ 221570 h 632203"/>
              <a:gd name="connsiteX10" fmla="*/ 3657622 w 3826075"/>
              <a:gd name="connsiteY10" fmla="*/ 263903 h 632203"/>
              <a:gd name="connsiteX11" fmla="*/ 3721122 w 3826075"/>
              <a:gd name="connsiteY11" fmla="*/ 225803 h 632203"/>
              <a:gd name="connsiteX12" fmla="*/ 3784622 w 3826075"/>
              <a:gd name="connsiteY12" fmla="*/ 213103 h 632203"/>
              <a:gd name="connsiteX13" fmla="*/ 3822722 w 3826075"/>
              <a:gd name="connsiteY13" fmla="*/ 263903 h 632203"/>
              <a:gd name="connsiteX14" fmla="*/ 3822722 w 3826075"/>
              <a:gd name="connsiteY14" fmla="*/ 344336 h 632203"/>
              <a:gd name="connsiteX15" fmla="*/ 3810022 w 3826075"/>
              <a:gd name="connsiteY15" fmla="*/ 429003 h 632203"/>
              <a:gd name="connsiteX16" fmla="*/ 3708422 w 3826075"/>
              <a:gd name="connsiteY16" fmla="*/ 467103 h 632203"/>
              <a:gd name="connsiteX17" fmla="*/ 3632222 w 3826075"/>
              <a:gd name="connsiteY17" fmla="*/ 433236 h 632203"/>
              <a:gd name="connsiteX18" fmla="*/ 3636455 w 3826075"/>
              <a:gd name="connsiteY18" fmla="*/ 530603 h 632203"/>
              <a:gd name="connsiteX19" fmla="*/ 3670322 w 3826075"/>
              <a:gd name="connsiteY19" fmla="*/ 611036 h 632203"/>
              <a:gd name="connsiteX20" fmla="*/ 3420555 w 3826075"/>
              <a:gd name="connsiteY20" fmla="*/ 627970 h 632203"/>
              <a:gd name="connsiteX21" fmla="*/ 2992989 w 3826075"/>
              <a:gd name="connsiteY21" fmla="*/ 632203 h 632203"/>
              <a:gd name="connsiteX22" fmla="*/ 2002389 w 3826075"/>
              <a:gd name="connsiteY22" fmla="*/ 615270 h 632203"/>
              <a:gd name="connsiteX23" fmla="*/ 1337755 w 3826075"/>
              <a:gd name="connsiteY23" fmla="*/ 602570 h 632203"/>
              <a:gd name="connsiteX24" fmla="*/ 876322 w 3826075"/>
              <a:gd name="connsiteY24" fmla="*/ 594103 h 632203"/>
              <a:gd name="connsiteX25" fmla="*/ 321755 w 3826075"/>
              <a:gd name="connsiteY25" fmla="*/ 585636 h 632203"/>
              <a:gd name="connsiteX26" fmla="*/ 139722 w 3826075"/>
              <a:gd name="connsiteY26" fmla="*/ 564470 h 632203"/>
              <a:gd name="connsiteX27" fmla="*/ 21189 w 3826075"/>
              <a:gd name="connsiteY27" fmla="*/ 496736 h 632203"/>
              <a:gd name="connsiteX28" fmla="*/ 4255 w 3826075"/>
              <a:gd name="connsiteY28" fmla="*/ 306236 h 632203"/>
              <a:gd name="connsiteX29" fmla="*/ 22 w 3826075"/>
              <a:gd name="connsiteY29" fmla="*/ 153836 h 632203"/>
              <a:gd name="connsiteX30" fmla="*/ 5314 w 3826075"/>
              <a:gd name="connsiteY30" fmla="*/ 54353 h 632203"/>
              <a:gd name="connsiteX0" fmla="*/ 10044 w 3830805"/>
              <a:gd name="connsiteY0" fmla="*/ 54353 h 632203"/>
              <a:gd name="connsiteX1" fmla="*/ 817552 w 3830805"/>
              <a:gd name="connsiteY1" fmla="*/ 60703 h 632203"/>
              <a:gd name="connsiteX2" fmla="*/ 1160452 w 3830805"/>
              <a:gd name="connsiteY2" fmla="*/ 64936 h 632203"/>
              <a:gd name="connsiteX3" fmla="*/ 2120360 w 3830805"/>
              <a:gd name="connsiteY3" fmla="*/ 67053 h 632203"/>
              <a:gd name="connsiteX4" fmla="*/ 2928927 w 3830805"/>
              <a:gd name="connsiteY4" fmla="*/ 70228 h 632203"/>
              <a:gd name="connsiteX5" fmla="*/ 3303577 w 3830805"/>
              <a:gd name="connsiteY5" fmla="*/ 71286 h 632203"/>
              <a:gd name="connsiteX6" fmla="*/ 3653885 w 3830805"/>
              <a:gd name="connsiteY6" fmla="*/ 73403 h 632203"/>
              <a:gd name="connsiteX7" fmla="*/ 3734319 w 3830805"/>
              <a:gd name="connsiteY7" fmla="*/ 73403 h 632203"/>
              <a:gd name="connsiteX8" fmla="*/ 3687752 w 3830805"/>
              <a:gd name="connsiteY8" fmla="*/ 149603 h 632203"/>
              <a:gd name="connsiteX9" fmla="*/ 3658119 w 3830805"/>
              <a:gd name="connsiteY9" fmla="*/ 221570 h 632203"/>
              <a:gd name="connsiteX10" fmla="*/ 3662352 w 3830805"/>
              <a:gd name="connsiteY10" fmla="*/ 263903 h 632203"/>
              <a:gd name="connsiteX11" fmla="*/ 3725852 w 3830805"/>
              <a:gd name="connsiteY11" fmla="*/ 225803 h 632203"/>
              <a:gd name="connsiteX12" fmla="*/ 3789352 w 3830805"/>
              <a:gd name="connsiteY12" fmla="*/ 213103 h 632203"/>
              <a:gd name="connsiteX13" fmla="*/ 3827452 w 3830805"/>
              <a:gd name="connsiteY13" fmla="*/ 263903 h 632203"/>
              <a:gd name="connsiteX14" fmla="*/ 3827452 w 3830805"/>
              <a:gd name="connsiteY14" fmla="*/ 344336 h 632203"/>
              <a:gd name="connsiteX15" fmla="*/ 3814752 w 3830805"/>
              <a:gd name="connsiteY15" fmla="*/ 429003 h 632203"/>
              <a:gd name="connsiteX16" fmla="*/ 3713152 w 3830805"/>
              <a:gd name="connsiteY16" fmla="*/ 467103 h 632203"/>
              <a:gd name="connsiteX17" fmla="*/ 3636952 w 3830805"/>
              <a:gd name="connsiteY17" fmla="*/ 433236 h 632203"/>
              <a:gd name="connsiteX18" fmla="*/ 3641185 w 3830805"/>
              <a:gd name="connsiteY18" fmla="*/ 530603 h 632203"/>
              <a:gd name="connsiteX19" fmla="*/ 3675052 w 3830805"/>
              <a:gd name="connsiteY19" fmla="*/ 611036 h 632203"/>
              <a:gd name="connsiteX20" fmla="*/ 3425285 w 3830805"/>
              <a:gd name="connsiteY20" fmla="*/ 627970 h 632203"/>
              <a:gd name="connsiteX21" fmla="*/ 2997719 w 3830805"/>
              <a:gd name="connsiteY21" fmla="*/ 632203 h 632203"/>
              <a:gd name="connsiteX22" fmla="*/ 2007119 w 3830805"/>
              <a:gd name="connsiteY22" fmla="*/ 615270 h 632203"/>
              <a:gd name="connsiteX23" fmla="*/ 1342485 w 3830805"/>
              <a:gd name="connsiteY23" fmla="*/ 602570 h 632203"/>
              <a:gd name="connsiteX24" fmla="*/ 881052 w 3830805"/>
              <a:gd name="connsiteY24" fmla="*/ 594103 h 632203"/>
              <a:gd name="connsiteX25" fmla="*/ 326485 w 3830805"/>
              <a:gd name="connsiteY25" fmla="*/ 585636 h 632203"/>
              <a:gd name="connsiteX26" fmla="*/ 144452 w 3830805"/>
              <a:gd name="connsiteY26" fmla="*/ 564470 h 632203"/>
              <a:gd name="connsiteX27" fmla="*/ 25919 w 3830805"/>
              <a:gd name="connsiteY27" fmla="*/ 496736 h 632203"/>
              <a:gd name="connsiteX28" fmla="*/ 8985 w 3830805"/>
              <a:gd name="connsiteY28" fmla="*/ 306236 h 632203"/>
              <a:gd name="connsiteX29" fmla="*/ 4752 w 3830805"/>
              <a:gd name="connsiteY29" fmla="*/ 153836 h 632203"/>
              <a:gd name="connsiteX30" fmla="*/ 10044 w 3830805"/>
              <a:gd name="connsiteY30" fmla="*/ 54353 h 632203"/>
              <a:gd name="connsiteX0" fmla="*/ 10044 w 3830805"/>
              <a:gd name="connsiteY0" fmla="*/ 21934 h 599784"/>
              <a:gd name="connsiteX1" fmla="*/ 817552 w 3830805"/>
              <a:gd name="connsiteY1" fmla="*/ 28284 h 599784"/>
              <a:gd name="connsiteX2" fmla="*/ 1160452 w 3830805"/>
              <a:gd name="connsiteY2" fmla="*/ 32517 h 599784"/>
              <a:gd name="connsiteX3" fmla="*/ 2120360 w 3830805"/>
              <a:gd name="connsiteY3" fmla="*/ 34634 h 599784"/>
              <a:gd name="connsiteX4" fmla="*/ 2928927 w 3830805"/>
              <a:gd name="connsiteY4" fmla="*/ 37809 h 599784"/>
              <a:gd name="connsiteX5" fmla="*/ 3303577 w 3830805"/>
              <a:gd name="connsiteY5" fmla="*/ 38867 h 599784"/>
              <a:gd name="connsiteX6" fmla="*/ 3653885 w 3830805"/>
              <a:gd name="connsiteY6" fmla="*/ 40984 h 599784"/>
              <a:gd name="connsiteX7" fmla="*/ 3734319 w 3830805"/>
              <a:gd name="connsiteY7" fmla="*/ 40984 h 599784"/>
              <a:gd name="connsiteX8" fmla="*/ 3687752 w 3830805"/>
              <a:gd name="connsiteY8" fmla="*/ 117184 h 599784"/>
              <a:gd name="connsiteX9" fmla="*/ 3658119 w 3830805"/>
              <a:gd name="connsiteY9" fmla="*/ 189151 h 599784"/>
              <a:gd name="connsiteX10" fmla="*/ 3662352 w 3830805"/>
              <a:gd name="connsiteY10" fmla="*/ 231484 h 599784"/>
              <a:gd name="connsiteX11" fmla="*/ 3725852 w 3830805"/>
              <a:gd name="connsiteY11" fmla="*/ 193384 h 599784"/>
              <a:gd name="connsiteX12" fmla="*/ 3789352 w 3830805"/>
              <a:gd name="connsiteY12" fmla="*/ 180684 h 599784"/>
              <a:gd name="connsiteX13" fmla="*/ 3827452 w 3830805"/>
              <a:gd name="connsiteY13" fmla="*/ 231484 h 599784"/>
              <a:gd name="connsiteX14" fmla="*/ 3827452 w 3830805"/>
              <a:gd name="connsiteY14" fmla="*/ 311917 h 599784"/>
              <a:gd name="connsiteX15" fmla="*/ 3814752 w 3830805"/>
              <a:gd name="connsiteY15" fmla="*/ 396584 h 599784"/>
              <a:gd name="connsiteX16" fmla="*/ 3713152 w 3830805"/>
              <a:gd name="connsiteY16" fmla="*/ 434684 h 599784"/>
              <a:gd name="connsiteX17" fmla="*/ 3636952 w 3830805"/>
              <a:gd name="connsiteY17" fmla="*/ 400817 h 599784"/>
              <a:gd name="connsiteX18" fmla="*/ 3641185 w 3830805"/>
              <a:gd name="connsiteY18" fmla="*/ 498184 h 599784"/>
              <a:gd name="connsiteX19" fmla="*/ 3675052 w 3830805"/>
              <a:gd name="connsiteY19" fmla="*/ 578617 h 599784"/>
              <a:gd name="connsiteX20" fmla="*/ 3425285 w 3830805"/>
              <a:gd name="connsiteY20" fmla="*/ 595551 h 599784"/>
              <a:gd name="connsiteX21" fmla="*/ 2997719 w 3830805"/>
              <a:gd name="connsiteY21" fmla="*/ 599784 h 599784"/>
              <a:gd name="connsiteX22" fmla="*/ 2007119 w 3830805"/>
              <a:gd name="connsiteY22" fmla="*/ 582851 h 599784"/>
              <a:gd name="connsiteX23" fmla="*/ 1342485 w 3830805"/>
              <a:gd name="connsiteY23" fmla="*/ 570151 h 599784"/>
              <a:gd name="connsiteX24" fmla="*/ 881052 w 3830805"/>
              <a:gd name="connsiteY24" fmla="*/ 561684 h 599784"/>
              <a:gd name="connsiteX25" fmla="*/ 326485 w 3830805"/>
              <a:gd name="connsiteY25" fmla="*/ 553217 h 599784"/>
              <a:gd name="connsiteX26" fmla="*/ 144452 w 3830805"/>
              <a:gd name="connsiteY26" fmla="*/ 532051 h 599784"/>
              <a:gd name="connsiteX27" fmla="*/ 25919 w 3830805"/>
              <a:gd name="connsiteY27" fmla="*/ 464317 h 599784"/>
              <a:gd name="connsiteX28" fmla="*/ 8985 w 3830805"/>
              <a:gd name="connsiteY28" fmla="*/ 273817 h 599784"/>
              <a:gd name="connsiteX29" fmla="*/ 4752 w 3830805"/>
              <a:gd name="connsiteY29" fmla="*/ 121417 h 599784"/>
              <a:gd name="connsiteX30" fmla="*/ 10044 w 3830805"/>
              <a:gd name="connsiteY30" fmla="*/ 21934 h 599784"/>
              <a:gd name="connsiteX0" fmla="*/ 90336 w 3831722"/>
              <a:gd name="connsiteY0" fmla="*/ 22703 h 597378"/>
              <a:gd name="connsiteX1" fmla="*/ 818469 w 3831722"/>
              <a:gd name="connsiteY1" fmla="*/ 25878 h 597378"/>
              <a:gd name="connsiteX2" fmla="*/ 1161369 w 3831722"/>
              <a:gd name="connsiteY2" fmla="*/ 30111 h 597378"/>
              <a:gd name="connsiteX3" fmla="*/ 2121277 w 3831722"/>
              <a:gd name="connsiteY3" fmla="*/ 32228 h 597378"/>
              <a:gd name="connsiteX4" fmla="*/ 2929844 w 3831722"/>
              <a:gd name="connsiteY4" fmla="*/ 35403 h 597378"/>
              <a:gd name="connsiteX5" fmla="*/ 3304494 w 3831722"/>
              <a:gd name="connsiteY5" fmla="*/ 36461 h 597378"/>
              <a:gd name="connsiteX6" fmla="*/ 3654802 w 3831722"/>
              <a:gd name="connsiteY6" fmla="*/ 38578 h 597378"/>
              <a:gd name="connsiteX7" fmla="*/ 3735236 w 3831722"/>
              <a:gd name="connsiteY7" fmla="*/ 38578 h 597378"/>
              <a:gd name="connsiteX8" fmla="*/ 3688669 w 3831722"/>
              <a:gd name="connsiteY8" fmla="*/ 114778 h 597378"/>
              <a:gd name="connsiteX9" fmla="*/ 3659036 w 3831722"/>
              <a:gd name="connsiteY9" fmla="*/ 186745 h 597378"/>
              <a:gd name="connsiteX10" fmla="*/ 3663269 w 3831722"/>
              <a:gd name="connsiteY10" fmla="*/ 229078 h 597378"/>
              <a:gd name="connsiteX11" fmla="*/ 3726769 w 3831722"/>
              <a:gd name="connsiteY11" fmla="*/ 190978 h 597378"/>
              <a:gd name="connsiteX12" fmla="*/ 3790269 w 3831722"/>
              <a:gd name="connsiteY12" fmla="*/ 178278 h 597378"/>
              <a:gd name="connsiteX13" fmla="*/ 3828369 w 3831722"/>
              <a:gd name="connsiteY13" fmla="*/ 229078 h 597378"/>
              <a:gd name="connsiteX14" fmla="*/ 3828369 w 3831722"/>
              <a:gd name="connsiteY14" fmla="*/ 309511 h 597378"/>
              <a:gd name="connsiteX15" fmla="*/ 3815669 w 3831722"/>
              <a:gd name="connsiteY15" fmla="*/ 394178 h 597378"/>
              <a:gd name="connsiteX16" fmla="*/ 3714069 w 3831722"/>
              <a:gd name="connsiteY16" fmla="*/ 432278 h 597378"/>
              <a:gd name="connsiteX17" fmla="*/ 3637869 w 3831722"/>
              <a:gd name="connsiteY17" fmla="*/ 398411 h 597378"/>
              <a:gd name="connsiteX18" fmla="*/ 3642102 w 3831722"/>
              <a:gd name="connsiteY18" fmla="*/ 495778 h 597378"/>
              <a:gd name="connsiteX19" fmla="*/ 3675969 w 3831722"/>
              <a:gd name="connsiteY19" fmla="*/ 576211 h 597378"/>
              <a:gd name="connsiteX20" fmla="*/ 3426202 w 3831722"/>
              <a:gd name="connsiteY20" fmla="*/ 593145 h 597378"/>
              <a:gd name="connsiteX21" fmla="*/ 2998636 w 3831722"/>
              <a:gd name="connsiteY21" fmla="*/ 597378 h 597378"/>
              <a:gd name="connsiteX22" fmla="*/ 2008036 w 3831722"/>
              <a:gd name="connsiteY22" fmla="*/ 580445 h 597378"/>
              <a:gd name="connsiteX23" fmla="*/ 1343402 w 3831722"/>
              <a:gd name="connsiteY23" fmla="*/ 567745 h 597378"/>
              <a:gd name="connsiteX24" fmla="*/ 881969 w 3831722"/>
              <a:gd name="connsiteY24" fmla="*/ 559278 h 597378"/>
              <a:gd name="connsiteX25" fmla="*/ 327402 w 3831722"/>
              <a:gd name="connsiteY25" fmla="*/ 550811 h 597378"/>
              <a:gd name="connsiteX26" fmla="*/ 145369 w 3831722"/>
              <a:gd name="connsiteY26" fmla="*/ 529645 h 597378"/>
              <a:gd name="connsiteX27" fmla="*/ 26836 w 3831722"/>
              <a:gd name="connsiteY27" fmla="*/ 461911 h 597378"/>
              <a:gd name="connsiteX28" fmla="*/ 9902 w 3831722"/>
              <a:gd name="connsiteY28" fmla="*/ 271411 h 597378"/>
              <a:gd name="connsiteX29" fmla="*/ 5669 w 3831722"/>
              <a:gd name="connsiteY29" fmla="*/ 119011 h 597378"/>
              <a:gd name="connsiteX30" fmla="*/ 90336 w 3831722"/>
              <a:gd name="connsiteY30" fmla="*/ 22703 h 597378"/>
              <a:gd name="connsiteX0" fmla="*/ 90336 w 3831722"/>
              <a:gd name="connsiteY0" fmla="*/ 22703 h 597378"/>
              <a:gd name="connsiteX1" fmla="*/ 818469 w 3831722"/>
              <a:gd name="connsiteY1" fmla="*/ 25878 h 597378"/>
              <a:gd name="connsiteX2" fmla="*/ 1161369 w 3831722"/>
              <a:gd name="connsiteY2" fmla="*/ 30111 h 597378"/>
              <a:gd name="connsiteX3" fmla="*/ 2121277 w 3831722"/>
              <a:gd name="connsiteY3" fmla="*/ 32228 h 597378"/>
              <a:gd name="connsiteX4" fmla="*/ 2929844 w 3831722"/>
              <a:gd name="connsiteY4" fmla="*/ 35403 h 597378"/>
              <a:gd name="connsiteX5" fmla="*/ 3304494 w 3831722"/>
              <a:gd name="connsiteY5" fmla="*/ 36461 h 597378"/>
              <a:gd name="connsiteX6" fmla="*/ 3654802 w 3831722"/>
              <a:gd name="connsiteY6" fmla="*/ 38578 h 597378"/>
              <a:gd name="connsiteX7" fmla="*/ 3735236 w 3831722"/>
              <a:gd name="connsiteY7" fmla="*/ 38578 h 597378"/>
              <a:gd name="connsiteX8" fmla="*/ 3688669 w 3831722"/>
              <a:gd name="connsiteY8" fmla="*/ 114778 h 597378"/>
              <a:gd name="connsiteX9" fmla="*/ 3659036 w 3831722"/>
              <a:gd name="connsiteY9" fmla="*/ 186745 h 597378"/>
              <a:gd name="connsiteX10" fmla="*/ 3663269 w 3831722"/>
              <a:gd name="connsiteY10" fmla="*/ 229078 h 597378"/>
              <a:gd name="connsiteX11" fmla="*/ 3726769 w 3831722"/>
              <a:gd name="connsiteY11" fmla="*/ 190978 h 597378"/>
              <a:gd name="connsiteX12" fmla="*/ 3790269 w 3831722"/>
              <a:gd name="connsiteY12" fmla="*/ 178278 h 597378"/>
              <a:gd name="connsiteX13" fmla="*/ 3828369 w 3831722"/>
              <a:gd name="connsiteY13" fmla="*/ 229078 h 597378"/>
              <a:gd name="connsiteX14" fmla="*/ 3828369 w 3831722"/>
              <a:gd name="connsiteY14" fmla="*/ 309511 h 597378"/>
              <a:gd name="connsiteX15" fmla="*/ 3815669 w 3831722"/>
              <a:gd name="connsiteY15" fmla="*/ 394178 h 597378"/>
              <a:gd name="connsiteX16" fmla="*/ 3714069 w 3831722"/>
              <a:gd name="connsiteY16" fmla="*/ 432278 h 597378"/>
              <a:gd name="connsiteX17" fmla="*/ 3637869 w 3831722"/>
              <a:gd name="connsiteY17" fmla="*/ 398411 h 597378"/>
              <a:gd name="connsiteX18" fmla="*/ 3642102 w 3831722"/>
              <a:gd name="connsiteY18" fmla="*/ 495778 h 597378"/>
              <a:gd name="connsiteX19" fmla="*/ 3675969 w 3831722"/>
              <a:gd name="connsiteY19" fmla="*/ 576211 h 597378"/>
              <a:gd name="connsiteX20" fmla="*/ 3426202 w 3831722"/>
              <a:gd name="connsiteY20" fmla="*/ 593145 h 597378"/>
              <a:gd name="connsiteX21" fmla="*/ 2998636 w 3831722"/>
              <a:gd name="connsiteY21" fmla="*/ 597378 h 597378"/>
              <a:gd name="connsiteX22" fmla="*/ 2008036 w 3831722"/>
              <a:gd name="connsiteY22" fmla="*/ 580445 h 597378"/>
              <a:gd name="connsiteX23" fmla="*/ 1343402 w 3831722"/>
              <a:gd name="connsiteY23" fmla="*/ 567745 h 597378"/>
              <a:gd name="connsiteX24" fmla="*/ 881969 w 3831722"/>
              <a:gd name="connsiteY24" fmla="*/ 559278 h 597378"/>
              <a:gd name="connsiteX25" fmla="*/ 327402 w 3831722"/>
              <a:gd name="connsiteY25" fmla="*/ 550811 h 597378"/>
              <a:gd name="connsiteX26" fmla="*/ 145369 w 3831722"/>
              <a:gd name="connsiteY26" fmla="*/ 529645 h 597378"/>
              <a:gd name="connsiteX27" fmla="*/ 26836 w 3831722"/>
              <a:gd name="connsiteY27" fmla="*/ 461911 h 597378"/>
              <a:gd name="connsiteX28" fmla="*/ 9902 w 3831722"/>
              <a:gd name="connsiteY28" fmla="*/ 271411 h 597378"/>
              <a:gd name="connsiteX29" fmla="*/ 5669 w 3831722"/>
              <a:gd name="connsiteY29" fmla="*/ 119011 h 597378"/>
              <a:gd name="connsiteX30" fmla="*/ 90336 w 3831722"/>
              <a:gd name="connsiteY30" fmla="*/ 22703 h 597378"/>
              <a:gd name="connsiteX0" fmla="*/ 82843 w 3824229"/>
              <a:gd name="connsiteY0" fmla="*/ 22703 h 597378"/>
              <a:gd name="connsiteX1" fmla="*/ 810976 w 3824229"/>
              <a:gd name="connsiteY1" fmla="*/ 25878 h 597378"/>
              <a:gd name="connsiteX2" fmla="*/ 1153876 w 3824229"/>
              <a:gd name="connsiteY2" fmla="*/ 30111 h 597378"/>
              <a:gd name="connsiteX3" fmla="*/ 2113784 w 3824229"/>
              <a:gd name="connsiteY3" fmla="*/ 32228 h 597378"/>
              <a:gd name="connsiteX4" fmla="*/ 2922351 w 3824229"/>
              <a:gd name="connsiteY4" fmla="*/ 35403 h 597378"/>
              <a:gd name="connsiteX5" fmla="*/ 3297001 w 3824229"/>
              <a:gd name="connsiteY5" fmla="*/ 36461 h 597378"/>
              <a:gd name="connsiteX6" fmla="*/ 3647309 w 3824229"/>
              <a:gd name="connsiteY6" fmla="*/ 38578 h 597378"/>
              <a:gd name="connsiteX7" fmla="*/ 3727743 w 3824229"/>
              <a:gd name="connsiteY7" fmla="*/ 38578 h 597378"/>
              <a:gd name="connsiteX8" fmla="*/ 3681176 w 3824229"/>
              <a:gd name="connsiteY8" fmla="*/ 114778 h 597378"/>
              <a:gd name="connsiteX9" fmla="*/ 3651543 w 3824229"/>
              <a:gd name="connsiteY9" fmla="*/ 186745 h 597378"/>
              <a:gd name="connsiteX10" fmla="*/ 3655776 w 3824229"/>
              <a:gd name="connsiteY10" fmla="*/ 229078 h 597378"/>
              <a:gd name="connsiteX11" fmla="*/ 3719276 w 3824229"/>
              <a:gd name="connsiteY11" fmla="*/ 190978 h 597378"/>
              <a:gd name="connsiteX12" fmla="*/ 3782776 w 3824229"/>
              <a:gd name="connsiteY12" fmla="*/ 178278 h 597378"/>
              <a:gd name="connsiteX13" fmla="*/ 3820876 w 3824229"/>
              <a:gd name="connsiteY13" fmla="*/ 229078 h 597378"/>
              <a:gd name="connsiteX14" fmla="*/ 3820876 w 3824229"/>
              <a:gd name="connsiteY14" fmla="*/ 309511 h 597378"/>
              <a:gd name="connsiteX15" fmla="*/ 3808176 w 3824229"/>
              <a:gd name="connsiteY15" fmla="*/ 394178 h 597378"/>
              <a:gd name="connsiteX16" fmla="*/ 3706576 w 3824229"/>
              <a:gd name="connsiteY16" fmla="*/ 432278 h 597378"/>
              <a:gd name="connsiteX17" fmla="*/ 3630376 w 3824229"/>
              <a:gd name="connsiteY17" fmla="*/ 398411 h 597378"/>
              <a:gd name="connsiteX18" fmla="*/ 3634609 w 3824229"/>
              <a:gd name="connsiteY18" fmla="*/ 495778 h 597378"/>
              <a:gd name="connsiteX19" fmla="*/ 3668476 w 3824229"/>
              <a:gd name="connsiteY19" fmla="*/ 576211 h 597378"/>
              <a:gd name="connsiteX20" fmla="*/ 3418709 w 3824229"/>
              <a:gd name="connsiteY20" fmla="*/ 593145 h 597378"/>
              <a:gd name="connsiteX21" fmla="*/ 2991143 w 3824229"/>
              <a:gd name="connsiteY21" fmla="*/ 597378 h 597378"/>
              <a:gd name="connsiteX22" fmla="*/ 2000543 w 3824229"/>
              <a:gd name="connsiteY22" fmla="*/ 580445 h 597378"/>
              <a:gd name="connsiteX23" fmla="*/ 1335909 w 3824229"/>
              <a:gd name="connsiteY23" fmla="*/ 567745 h 597378"/>
              <a:gd name="connsiteX24" fmla="*/ 874476 w 3824229"/>
              <a:gd name="connsiteY24" fmla="*/ 559278 h 597378"/>
              <a:gd name="connsiteX25" fmla="*/ 319909 w 3824229"/>
              <a:gd name="connsiteY25" fmla="*/ 550811 h 597378"/>
              <a:gd name="connsiteX26" fmla="*/ 137876 w 3824229"/>
              <a:gd name="connsiteY26" fmla="*/ 529645 h 597378"/>
              <a:gd name="connsiteX27" fmla="*/ 19343 w 3824229"/>
              <a:gd name="connsiteY27" fmla="*/ 461911 h 597378"/>
              <a:gd name="connsiteX28" fmla="*/ 2409 w 3824229"/>
              <a:gd name="connsiteY28" fmla="*/ 271411 h 597378"/>
              <a:gd name="connsiteX29" fmla="*/ 10876 w 3824229"/>
              <a:gd name="connsiteY29" fmla="*/ 119011 h 597378"/>
              <a:gd name="connsiteX30" fmla="*/ 82843 w 3824229"/>
              <a:gd name="connsiteY30" fmla="*/ 22703 h 597378"/>
              <a:gd name="connsiteX0" fmla="*/ 81116 w 3822502"/>
              <a:gd name="connsiteY0" fmla="*/ 22703 h 597378"/>
              <a:gd name="connsiteX1" fmla="*/ 809249 w 3822502"/>
              <a:gd name="connsiteY1" fmla="*/ 25878 h 597378"/>
              <a:gd name="connsiteX2" fmla="*/ 1152149 w 3822502"/>
              <a:gd name="connsiteY2" fmla="*/ 30111 h 597378"/>
              <a:gd name="connsiteX3" fmla="*/ 2112057 w 3822502"/>
              <a:gd name="connsiteY3" fmla="*/ 32228 h 597378"/>
              <a:gd name="connsiteX4" fmla="*/ 2920624 w 3822502"/>
              <a:gd name="connsiteY4" fmla="*/ 35403 h 597378"/>
              <a:gd name="connsiteX5" fmla="*/ 3295274 w 3822502"/>
              <a:gd name="connsiteY5" fmla="*/ 36461 h 597378"/>
              <a:gd name="connsiteX6" fmla="*/ 3645582 w 3822502"/>
              <a:gd name="connsiteY6" fmla="*/ 38578 h 597378"/>
              <a:gd name="connsiteX7" fmla="*/ 3726016 w 3822502"/>
              <a:gd name="connsiteY7" fmla="*/ 38578 h 597378"/>
              <a:gd name="connsiteX8" fmla="*/ 3679449 w 3822502"/>
              <a:gd name="connsiteY8" fmla="*/ 114778 h 597378"/>
              <a:gd name="connsiteX9" fmla="*/ 3649816 w 3822502"/>
              <a:gd name="connsiteY9" fmla="*/ 186745 h 597378"/>
              <a:gd name="connsiteX10" fmla="*/ 3654049 w 3822502"/>
              <a:gd name="connsiteY10" fmla="*/ 229078 h 597378"/>
              <a:gd name="connsiteX11" fmla="*/ 3717549 w 3822502"/>
              <a:gd name="connsiteY11" fmla="*/ 190978 h 597378"/>
              <a:gd name="connsiteX12" fmla="*/ 3781049 w 3822502"/>
              <a:gd name="connsiteY12" fmla="*/ 178278 h 597378"/>
              <a:gd name="connsiteX13" fmla="*/ 3819149 w 3822502"/>
              <a:gd name="connsiteY13" fmla="*/ 229078 h 597378"/>
              <a:gd name="connsiteX14" fmla="*/ 3819149 w 3822502"/>
              <a:gd name="connsiteY14" fmla="*/ 309511 h 597378"/>
              <a:gd name="connsiteX15" fmla="*/ 3806449 w 3822502"/>
              <a:gd name="connsiteY15" fmla="*/ 394178 h 597378"/>
              <a:gd name="connsiteX16" fmla="*/ 3704849 w 3822502"/>
              <a:gd name="connsiteY16" fmla="*/ 432278 h 597378"/>
              <a:gd name="connsiteX17" fmla="*/ 3628649 w 3822502"/>
              <a:gd name="connsiteY17" fmla="*/ 398411 h 597378"/>
              <a:gd name="connsiteX18" fmla="*/ 3632882 w 3822502"/>
              <a:gd name="connsiteY18" fmla="*/ 495778 h 597378"/>
              <a:gd name="connsiteX19" fmla="*/ 3666749 w 3822502"/>
              <a:gd name="connsiteY19" fmla="*/ 576211 h 597378"/>
              <a:gd name="connsiteX20" fmla="*/ 3416982 w 3822502"/>
              <a:gd name="connsiteY20" fmla="*/ 593145 h 597378"/>
              <a:gd name="connsiteX21" fmla="*/ 2989416 w 3822502"/>
              <a:gd name="connsiteY21" fmla="*/ 597378 h 597378"/>
              <a:gd name="connsiteX22" fmla="*/ 1998816 w 3822502"/>
              <a:gd name="connsiteY22" fmla="*/ 580445 h 597378"/>
              <a:gd name="connsiteX23" fmla="*/ 1334182 w 3822502"/>
              <a:gd name="connsiteY23" fmla="*/ 567745 h 597378"/>
              <a:gd name="connsiteX24" fmla="*/ 872749 w 3822502"/>
              <a:gd name="connsiteY24" fmla="*/ 559278 h 597378"/>
              <a:gd name="connsiteX25" fmla="*/ 318182 w 3822502"/>
              <a:gd name="connsiteY25" fmla="*/ 550811 h 597378"/>
              <a:gd name="connsiteX26" fmla="*/ 136149 w 3822502"/>
              <a:gd name="connsiteY26" fmla="*/ 529645 h 597378"/>
              <a:gd name="connsiteX27" fmla="*/ 17616 w 3822502"/>
              <a:gd name="connsiteY27" fmla="*/ 461911 h 597378"/>
              <a:gd name="connsiteX28" fmla="*/ 682 w 3822502"/>
              <a:gd name="connsiteY28" fmla="*/ 271411 h 597378"/>
              <a:gd name="connsiteX29" fmla="*/ 9149 w 3822502"/>
              <a:gd name="connsiteY29" fmla="*/ 119011 h 597378"/>
              <a:gd name="connsiteX30" fmla="*/ 81116 w 3822502"/>
              <a:gd name="connsiteY30" fmla="*/ 22703 h 597378"/>
              <a:gd name="connsiteX0" fmla="*/ 83814 w 3825200"/>
              <a:gd name="connsiteY0" fmla="*/ 22703 h 597378"/>
              <a:gd name="connsiteX1" fmla="*/ 811947 w 3825200"/>
              <a:gd name="connsiteY1" fmla="*/ 25878 h 597378"/>
              <a:gd name="connsiteX2" fmla="*/ 1154847 w 3825200"/>
              <a:gd name="connsiteY2" fmla="*/ 30111 h 597378"/>
              <a:gd name="connsiteX3" fmla="*/ 2114755 w 3825200"/>
              <a:gd name="connsiteY3" fmla="*/ 32228 h 597378"/>
              <a:gd name="connsiteX4" fmla="*/ 2923322 w 3825200"/>
              <a:gd name="connsiteY4" fmla="*/ 35403 h 597378"/>
              <a:gd name="connsiteX5" fmla="*/ 3297972 w 3825200"/>
              <a:gd name="connsiteY5" fmla="*/ 36461 h 597378"/>
              <a:gd name="connsiteX6" fmla="*/ 3648280 w 3825200"/>
              <a:gd name="connsiteY6" fmla="*/ 38578 h 597378"/>
              <a:gd name="connsiteX7" fmla="*/ 3728714 w 3825200"/>
              <a:gd name="connsiteY7" fmla="*/ 38578 h 597378"/>
              <a:gd name="connsiteX8" fmla="*/ 3682147 w 3825200"/>
              <a:gd name="connsiteY8" fmla="*/ 114778 h 597378"/>
              <a:gd name="connsiteX9" fmla="*/ 3652514 w 3825200"/>
              <a:gd name="connsiteY9" fmla="*/ 186745 h 597378"/>
              <a:gd name="connsiteX10" fmla="*/ 3656747 w 3825200"/>
              <a:gd name="connsiteY10" fmla="*/ 229078 h 597378"/>
              <a:gd name="connsiteX11" fmla="*/ 3720247 w 3825200"/>
              <a:gd name="connsiteY11" fmla="*/ 190978 h 597378"/>
              <a:gd name="connsiteX12" fmla="*/ 3783747 w 3825200"/>
              <a:gd name="connsiteY12" fmla="*/ 178278 h 597378"/>
              <a:gd name="connsiteX13" fmla="*/ 3821847 w 3825200"/>
              <a:gd name="connsiteY13" fmla="*/ 229078 h 597378"/>
              <a:gd name="connsiteX14" fmla="*/ 3821847 w 3825200"/>
              <a:gd name="connsiteY14" fmla="*/ 309511 h 597378"/>
              <a:gd name="connsiteX15" fmla="*/ 3809147 w 3825200"/>
              <a:gd name="connsiteY15" fmla="*/ 394178 h 597378"/>
              <a:gd name="connsiteX16" fmla="*/ 3707547 w 3825200"/>
              <a:gd name="connsiteY16" fmla="*/ 432278 h 597378"/>
              <a:gd name="connsiteX17" fmla="*/ 3631347 w 3825200"/>
              <a:gd name="connsiteY17" fmla="*/ 398411 h 597378"/>
              <a:gd name="connsiteX18" fmla="*/ 3635580 w 3825200"/>
              <a:gd name="connsiteY18" fmla="*/ 495778 h 597378"/>
              <a:gd name="connsiteX19" fmla="*/ 3669447 w 3825200"/>
              <a:gd name="connsiteY19" fmla="*/ 576211 h 597378"/>
              <a:gd name="connsiteX20" fmla="*/ 3419680 w 3825200"/>
              <a:gd name="connsiteY20" fmla="*/ 593145 h 597378"/>
              <a:gd name="connsiteX21" fmla="*/ 2992114 w 3825200"/>
              <a:gd name="connsiteY21" fmla="*/ 597378 h 597378"/>
              <a:gd name="connsiteX22" fmla="*/ 2001514 w 3825200"/>
              <a:gd name="connsiteY22" fmla="*/ 580445 h 597378"/>
              <a:gd name="connsiteX23" fmla="*/ 1336880 w 3825200"/>
              <a:gd name="connsiteY23" fmla="*/ 567745 h 597378"/>
              <a:gd name="connsiteX24" fmla="*/ 875447 w 3825200"/>
              <a:gd name="connsiteY24" fmla="*/ 559278 h 597378"/>
              <a:gd name="connsiteX25" fmla="*/ 320880 w 3825200"/>
              <a:gd name="connsiteY25" fmla="*/ 550811 h 597378"/>
              <a:gd name="connsiteX26" fmla="*/ 138847 w 3825200"/>
              <a:gd name="connsiteY26" fmla="*/ 529645 h 597378"/>
              <a:gd name="connsiteX27" fmla="*/ 20314 w 3825200"/>
              <a:gd name="connsiteY27" fmla="*/ 461911 h 597378"/>
              <a:gd name="connsiteX28" fmla="*/ 3380 w 3825200"/>
              <a:gd name="connsiteY28" fmla="*/ 271411 h 597378"/>
              <a:gd name="connsiteX29" fmla="*/ 11847 w 3825200"/>
              <a:gd name="connsiteY29" fmla="*/ 119011 h 597378"/>
              <a:gd name="connsiteX30" fmla="*/ 83814 w 3825200"/>
              <a:gd name="connsiteY30" fmla="*/ 22703 h 597378"/>
              <a:gd name="connsiteX0" fmla="*/ 81069 w 3822455"/>
              <a:gd name="connsiteY0" fmla="*/ 22703 h 597378"/>
              <a:gd name="connsiteX1" fmla="*/ 809202 w 3822455"/>
              <a:gd name="connsiteY1" fmla="*/ 25878 h 597378"/>
              <a:gd name="connsiteX2" fmla="*/ 1152102 w 3822455"/>
              <a:gd name="connsiteY2" fmla="*/ 30111 h 597378"/>
              <a:gd name="connsiteX3" fmla="*/ 2112010 w 3822455"/>
              <a:gd name="connsiteY3" fmla="*/ 32228 h 597378"/>
              <a:gd name="connsiteX4" fmla="*/ 2920577 w 3822455"/>
              <a:gd name="connsiteY4" fmla="*/ 35403 h 597378"/>
              <a:gd name="connsiteX5" fmla="*/ 3295227 w 3822455"/>
              <a:gd name="connsiteY5" fmla="*/ 36461 h 597378"/>
              <a:gd name="connsiteX6" fmla="*/ 3645535 w 3822455"/>
              <a:gd name="connsiteY6" fmla="*/ 38578 h 597378"/>
              <a:gd name="connsiteX7" fmla="*/ 3725969 w 3822455"/>
              <a:gd name="connsiteY7" fmla="*/ 38578 h 597378"/>
              <a:gd name="connsiteX8" fmla="*/ 3679402 w 3822455"/>
              <a:gd name="connsiteY8" fmla="*/ 114778 h 597378"/>
              <a:gd name="connsiteX9" fmla="*/ 3649769 w 3822455"/>
              <a:gd name="connsiteY9" fmla="*/ 186745 h 597378"/>
              <a:gd name="connsiteX10" fmla="*/ 3654002 w 3822455"/>
              <a:gd name="connsiteY10" fmla="*/ 229078 h 597378"/>
              <a:gd name="connsiteX11" fmla="*/ 3717502 w 3822455"/>
              <a:gd name="connsiteY11" fmla="*/ 190978 h 597378"/>
              <a:gd name="connsiteX12" fmla="*/ 3781002 w 3822455"/>
              <a:gd name="connsiteY12" fmla="*/ 178278 h 597378"/>
              <a:gd name="connsiteX13" fmla="*/ 3819102 w 3822455"/>
              <a:gd name="connsiteY13" fmla="*/ 229078 h 597378"/>
              <a:gd name="connsiteX14" fmla="*/ 3819102 w 3822455"/>
              <a:gd name="connsiteY14" fmla="*/ 309511 h 597378"/>
              <a:gd name="connsiteX15" fmla="*/ 3806402 w 3822455"/>
              <a:gd name="connsiteY15" fmla="*/ 394178 h 597378"/>
              <a:gd name="connsiteX16" fmla="*/ 3704802 w 3822455"/>
              <a:gd name="connsiteY16" fmla="*/ 432278 h 597378"/>
              <a:gd name="connsiteX17" fmla="*/ 3628602 w 3822455"/>
              <a:gd name="connsiteY17" fmla="*/ 398411 h 597378"/>
              <a:gd name="connsiteX18" fmla="*/ 3632835 w 3822455"/>
              <a:gd name="connsiteY18" fmla="*/ 495778 h 597378"/>
              <a:gd name="connsiteX19" fmla="*/ 3666702 w 3822455"/>
              <a:gd name="connsiteY19" fmla="*/ 576211 h 597378"/>
              <a:gd name="connsiteX20" fmla="*/ 3416935 w 3822455"/>
              <a:gd name="connsiteY20" fmla="*/ 593145 h 597378"/>
              <a:gd name="connsiteX21" fmla="*/ 2989369 w 3822455"/>
              <a:gd name="connsiteY21" fmla="*/ 597378 h 597378"/>
              <a:gd name="connsiteX22" fmla="*/ 1998769 w 3822455"/>
              <a:gd name="connsiteY22" fmla="*/ 580445 h 597378"/>
              <a:gd name="connsiteX23" fmla="*/ 1334135 w 3822455"/>
              <a:gd name="connsiteY23" fmla="*/ 567745 h 597378"/>
              <a:gd name="connsiteX24" fmla="*/ 872702 w 3822455"/>
              <a:gd name="connsiteY24" fmla="*/ 559278 h 597378"/>
              <a:gd name="connsiteX25" fmla="*/ 318135 w 3822455"/>
              <a:gd name="connsiteY25" fmla="*/ 550811 h 597378"/>
              <a:gd name="connsiteX26" fmla="*/ 136102 w 3822455"/>
              <a:gd name="connsiteY26" fmla="*/ 529645 h 597378"/>
              <a:gd name="connsiteX27" fmla="*/ 17569 w 3822455"/>
              <a:gd name="connsiteY27" fmla="*/ 461911 h 597378"/>
              <a:gd name="connsiteX28" fmla="*/ 635 w 3822455"/>
              <a:gd name="connsiteY28" fmla="*/ 271411 h 597378"/>
              <a:gd name="connsiteX29" fmla="*/ 9102 w 3822455"/>
              <a:gd name="connsiteY29" fmla="*/ 119011 h 597378"/>
              <a:gd name="connsiteX30" fmla="*/ 81069 w 3822455"/>
              <a:gd name="connsiteY30" fmla="*/ 22703 h 597378"/>
              <a:gd name="connsiteX0" fmla="*/ 82095 w 3823481"/>
              <a:gd name="connsiteY0" fmla="*/ 22703 h 597378"/>
              <a:gd name="connsiteX1" fmla="*/ 810228 w 3823481"/>
              <a:gd name="connsiteY1" fmla="*/ 25878 h 597378"/>
              <a:gd name="connsiteX2" fmla="*/ 1153128 w 3823481"/>
              <a:gd name="connsiteY2" fmla="*/ 30111 h 597378"/>
              <a:gd name="connsiteX3" fmla="*/ 2113036 w 3823481"/>
              <a:gd name="connsiteY3" fmla="*/ 32228 h 597378"/>
              <a:gd name="connsiteX4" fmla="*/ 2921603 w 3823481"/>
              <a:gd name="connsiteY4" fmla="*/ 35403 h 597378"/>
              <a:gd name="connsiteX5" fmla="*/ 3296253 w 3823481"/>
              <a:gd name="connsiteY5" fmla="*/ 36461 h 597378"/>
              <a:gd name="connsiteX6" fmla="*/ 3646561 w 3823481"/>
              <a:gd name="connsiteY6" fmla="*/ 38578 h 597378"/>
              <a:gd name="connsiteX7" fmla="*/ 3726995 w 3823481"/>
              <a:gd name="connsiteY7" fmla="*/ 38578 h 597378"/>
              <a:gd name="connsiteX8" fmla="*/ 3680428 w 3823481"/>
              <a:gd name="connsiteY8" fmla="*/ 114778 h 597378"/>
              <a:gd name="connsiteX9" fmla="*/ 3650795 w 3823481"/>
              <a:gd name="connsiteY9" fmla="*/ 186745 h 597378"/>
              <a:gd name="connsiteX10" fmla="*/ 3655028 w 3823481"/>
              <a:gd name="connsiteY10" fmla="*/ 229078 h 597378"/>
              <a:gd name="connsiteX11" fmla="*/ 3718528 w 3823481"/>
              <a:gd name="connsiteY11" fmla="*/ 190978 h 597378"/>
              <a:gd name="connsiteX12" fmla="*/ 3782028 w 3823481"/>
              <a:gd name="connsiteY12" fmla="*/ 178278 h 597378"/>
              <a:gd name="connsiteX13" fmla="*/ 3820128 w 3823481"/>
              <a:gd name="connsiteY13" fmla="*/ 229078 h 597378"/>
              <a:gd name="connsiteX14" fmla="*/ 3820128 w 3823481"/>
              <a:gd name="connsiteY14" fmla="*/ 309511 h 597378"/>
              <a:gd name="connsiteX15" fmla="*/ 3807428 w 3823481"/>
              <a:gd name="connsiteY15" fmla="*/ 394178 h 597378"/>
              <a:gd name="connsiteX16" fmla="*/ 3705828 w 3823481"/>
              <a:gd name="connsiteY16" fmla="*/ 432278 h 597378"/>
              <a:gd name="connsiteX17" fmla="*/ 3629628 w 3823481"/>
              <a:gd name="connsiteY17" fmla="*/ 398411 h 597378"/>
              <a:gd name="connsiteX18" fmla="*/ 3633861 w 3823481"/>
              <a:gd name="connsiteY18" fmla="*/ 495778 h 597378"/>
              <a:gd name="connsiteX19" fmla="*/ 3667728 w 3823481"/>
              <a:gd name="connsiteY19" fmla="*/ 576211 h 597378"/>
              <a:gd name="connsiteX20" fmla="*/ 3417961 w 3823481"/>
              <a:gd name="connsiteY20" fmla="*/ 593145 h 597378"/>
              <a:gd name="connsiteX21" fmla="*/ 2990395 w 3823481"/>
              <a:gd name="connsiteY21" fmla="*/ 597378 h 597378"/>
              <a:gd name="connsiteX22" fmla="*/ 1999795 w 3823481"/>
              <a:gd name="connsiteY22" fmla="*/ 580445 h 597378"/>
              <a:gd name="connsiteX23" fmla="*/ 1335161 w 3823481"/>
              <a:gd name="connsiteY23" fmla="*/ 567745 h 597378"/>
              <a:gd name="connsiteX24" fmla="*/ 873728 w 3823481"/>
              <a:gd name="connsiteY24" fmla="*/ 559278 h 597378"/>
              <a:gd name="connsiteX25" fmla="*/ 319161 w 3823481"/>
              <a:gd name="connsiteY25" fmla="*/ 550811 h 597378"/>
              <a:gd name="connsiteX26" fmla="*/ 137128 w 3823481"/>
              <a:gd name="connsiteY26" fmla="*/ 529645 h 597378"/>
              <a:gd name="connsiteX27" fmla="*/ 18595 w 3823481"/>
              <a:gd name="connsiteY27" fmla="*/ 461911 h 597378"/>
              <a:gd name="connsiteX28" fmla="*/ 1661 w 3823481"/>
              <a:gd name="connsiteY28" fmla="*/ 271411 h 597378"/>
              <a:gd name="connsiteX29" fmla="*/ 10128 w 3823481"/>
              <a:gd name="connsiteY29" fmla="*/ 119011 h 597378"/>
              <a:gd name="connsiteX30" fmla="*/ 82095 w 3823481"/>
              <a:gd name="connsiteY30" fmla="*/ 22703 h 597378"/>
              <a:gd name="connsiteX0" fmla="*/ 82095 w 3823481"/>
              <a:gd name="connsiteY0" fmla="*/ 22703 h 597378"/>
              <a:gd name="connsiteX1" fmla="*/ 810228 w 3823481"/>
              <a:gd name="connsiteY1" fmla="*/ 25878 h 597378"/>
              <a:gd name="connsiteX2" fmla="*/ 1153128 w 3823481"/>
              <a:gd name="connsiteY2" fmla="*/ 30111 h 597378"/>
              <a:gd name="connsiteX3" fmla="*/ 2113036 w 3823481"/>
              <a:gd name="connsiteY3" fmla="*/ 32228 h 597378"/>
              <a:gd name="connsiteX4" fmla="*/ 2921603 w 3823481"/>
              <a:gd name="connsiteY4" fmla="*/ 35403 h 597378"/>
              <a:gd name="connsiteX5" fmla="*/ 3296253 w 3823481"/>
              <a:gd name="connsiteY5" fmla="*/ 36461 h 597378"/>
              <a:gd name="connsiteX6" fmla="*/ 3646561 w 3823481"/>
              <a:gd name="connsiteY6" fmla="*/ 38578 h 597378"/>
              <a:gd name="connsiteX7" fmla="*/ 3726995 w 3823481"/>
              <a:gd name="connsiteY7" fmla="*/ 38578 h 597378"/>
              <a:gd name="connsiteX8" fmla="*/ 3680428 w 3823481"/>
              <a:gd name="connsiteY8" fmla="*/ 114778 h 597378"/>
              <a:gd name="connsiteX9" fmla="*/ 3650795 w 3823481"/>
              <a:gd name="connsiteY9" fmla="*/ 186745 h 597378"/>
              <a:gd name="connsiteX10" fmla="*/ 3655028 w 3823481"/>
              <a:gd name="connsiteY10" fmla="*/ 229078 h 597378"/>
              <a:gd name="connsiteX11" fmla="*/ 3718528 w 3823481"/>
              <a:gd name="connsiteY11" fmla="*/ 190978 h 597378"/>
              <a:gd name="connsiteX12" fmla="*/ 3782028 w 3823481"/>
              <a:gd name="connsiteY12" fmla="*/ 178278 h 597378"/>
              <a:gd name="connsiteX13" fmla="*/ 3820128 w 3823481"/>
              <a:gd name="connsiteY13" fmla="*/ 229078 h 597378"/>
              <a:gd name="connsiteX14" fmla="*/ 3820128 w 3823481"/>
              <a:gd name="connsiteY14" fmla="*/ 309511 h 597378"/>
              <a:gd name="connsiteX15" fmla="*/ 3807428 w 3823481"/>
              <a:gd name="connsiteY15" fmla="*/ 394178 h 597378"/>
              <a:gd name="connsiteX16" fmla="*/ 3705828 w 3823481"/>
              <a:gd name="connsiteY16" fmla="*/ 432278 h 597378"/>
              <a:gd name="connsiteX17" fmla="*/ 3629628 w 3823481"/>
              <a:gd name="connsiteY17" fmla="*/ 398411 h 597378"/>
              <a:gd name="connsiteX18" fmla="*/ 3633861 w 3823481"/>
              <a:gd name="connsiteY18" fmla="*/ 495778 h 597378"/>
              <a:gd name="connsiteX19" fmla="*/ 3667728 w 3823481"/>
              <a:gd name="connsiteY19" fmla="*/ 576211 h 597378"/>
              <a:gd name="connsiteX20" fmla="*/ 3417961 w 3823481"/>
              <a:gd name="connsiteY20" fmla="*/ 593145 h 597378"/>
              <a:gd name="connsiteX21" fmla="*/ 2990395 w 3823481"/>
              <a:gd name="connsiteY21" fmla="*/ 597378 h 597378"/>
              <a:gd name="connsiteX22" fmla="*/ 1999795 w 3823481"/>
              <a:gd name="connsiteY22" fmla="*/ 580445 h 597378"/>
              <a:gd name="connsiteX23" fmla="*/ 1335161 w 3823481"/>
              <a:gd name="connsiteY23" fmla="*/ 567745 h 597378"/>
              <a:gd name="connsiteX24" fmla="*/ 873728 w 3823481"/>
              <a:gd name="connsiteY24" fmla="*/ 559278 h 597378"/>
              <a:gd name="connsiteX25" fmla="*/ 319161 w 3823481"/>
              <a:gd name="connsiteY25" fmla="*/ 550811 h 597378"/>
              <a:gd name="connsiteX26" fmla="*/ 137128 w 3823481"/>
              <a:gd name="connsiteY26" fmla="*/ 529645 h 597378"/>
              <a:gd name="connsiteX27" fmla="*/ 18595 w 3823481"/>
              <a:gd name="connsiteY27" fmla="*/ 461911 h 597378"/>
              <a:gd name="connsiteX28" fmla="*/ 1661 w 3823481"/>
              <a:gd name="connsiteY28" fmla="*/ 271411 h 597378"/>
              <a:gd name="connsiteX29" fmla="*/ 10128 w 3823481"/>
              <a:gd name="connsiteY29" fmla="*/ 119011 h 597378"/>
              <a:gd name="connsiteX30" fmla="*/ 82095 w 3823481"/>
              <a:gd name="connsiteY30" fmla="*/ 22703 h 597378"/>
              <a:gd name="connsiteX0" fmla="*/ 82842 w 3824228"/>
              <a:gd name="connsiteY0" fmla="*/ 27111 h 586970"/>
              <a:gd name="connsiteX1" fmla="*/ 810975 w 3824228"/>
              <a:gd name="connsiteY1" fmla="*/ 15470 h 586970"/>
              <a:gd name="connsiteX2" fmla="*/ 1153875 w 3824228"/>
              <a:gd name="connsiteY2" fmla="*/ 19703 h 586970"/>
              <a:gd name="connsiteX3" fmla="*/ 2113783 w 3824228"/>
              <a:gd name="connsiteY3" fmla="*/ 21820 h 586970"/>
              <a:gd name="connsiteX4" fmla="*/ 2922350 w 3824228"/>
              <a:gd name="connsiteY4" fmla="*/ 24995 h 586970"/>
              <a:gd name="connsiteX5" fmla="*/ 3297000 w 3824228"/>
              <a:gd name="connsiteY5" fmla="*/ 26053 h 586970"/>
              <a:gd name="connsiteX6" fmla="*/ 3647308 w 3824228"/>
              <a:gd name="connsiteY6" fmla="*/ 28170 h 586970"/>
              <a:gd name="connsiteX7" fmla="*/ 3727742 w 3824228"/>
              <a:gd name="connsiteY7" fmla="*/ 28170 h 586970"/>
              <a:gd name="connsiteX8" fmla="*/ 3681175 w 3824228"/>
              <a:gd name="connsiteY8" fmla="*/ 104370 h 586970"/>
              <a:gd name="connsiteX9" fmla="*/ 3651542 w 3824228"/>
              <a:gd name="connsiteY9" fmla="*/ 176337 h 586970"/>
              <a:gd name="connsiteX10" fmla="*/ 3655775 w 3824228"/>
              <a:gd name="connsiteY10" fmla="*/ 218670 h 586970"/>
              <a:gd name="connsiteX11" fmla="*/ 3719275 w 3824228"/>
              <a:gd name="connsiteY11" fmla="*/ 180570 h 586970"/>
              <a:gd name="connsiteX12" fmla="*/ 3782775 w 3824228"/>
              <a:gd name="connsiteY12" fmla="*/ 167870 h 586970"/>
              <a:gd name="connsiteX13" fmla="*/ 3820875 w 3824228"/>
              <a:gd name="connsiteY13" fmla="*/ 218670 h 586970"/>
              <a:gd name="connsiteX14" fmla="*/ 3820875 w 3824228"/>
              <a:gd name="connsiteY14" fmla="*/ 299103 h 586970"/>
              <a:gd name="connsiteX15" fmla="*/ 3808175 w 3824228"/>
              <a:gd name="connsiteY15" fmla="*/ 383770 h 586970"/>
              <a:gd name="connsiteX16" fmla="*/ 3706575 w 3824228"/>
              <a:gd name="connsiteY16" fmla="*/ 421870 h 586970"/>
              <a:gd name="connsiteX17" fmla="*/ 3630375 w 3824228"/>
              <a:gd name="connsiteY17" fmla="*/ 388003 h 586970"/>
              <a:gd name="connsiteX18" fmla="*/ 3634608 w 3824228"/>
              <a:gd name="connsiteY18" fmla="*/ 485370 h 586970"/>
              <a:gd name="connsiteX19" fmla="*/ 3668475 w 3824228"/>
              <a:gd name="connsiteY19" fmla="*/ 565803 h 586970"/>
              <a:gd name="connsiteX20" fmla="*/ 3418708 w 3824228"/>
              <a:gd name="connsiteY20" fmla="*/ 582737 h 586970"/>
              <a:gd name="connsiteX21" fmla="*/ 2991142 w 3824228"/>
              <a:gd name="connsiteY21" fmla="*/ 586970 h 586970"/>
              <a:gd name="connsiteX22" fmla="*/ 2000542 w 3824228"/>
              <a:gd name="connsiteY22" fmla="*/ 570037 h 586970"/>
              <a:gd name="connsiteX23" fmla="*/ 1335908 w 3824228"/>
              <a:gd name="connsiteY23" fmla="*/ 557337 h 586970"/>
              <a:gd name="connsiteX24" fmla="*/ 874475 w 3824228"/>
              <a:gd name="connsiteY24" fmla="*/ 548870 h 586970"/>
              <a:gd name="connsiteX25" fmla="*/ 319908 w 3824228"/>
              <a:gd name="connsiteY25" fmla="*/ 540403 h 586970"/>
              <a:gd name="connsiteX26" fmla="*/ 137875 w 3824228"/>
              <a:gd name="connsiteY26" fmla="*/ 519237 h 586970"/>
              <a:gd name="connsiteX27" fmla="*/ 19342 w 3824228"/>
              <a:gd name="connsiteY27" fmla="*/ 451503 h 586970"/>
              <a:gd name="connsiteX28" fmla="*/ 2408 w 3824228"/>
              <a:gd name="connsiteY28" fmla="*/ 261003 h 586970"/>
              <a:gd name="connsiteX29" fmla="*/ 10875 w 3824228"/>
              <a:gd name="connsiteY29" fmla="*/ 108603 h 586970"/>
              <a:gd name="connsiteX30" fmla="*/ 82842 w 3824228"/>
              <a:gd name="connsiteY30" fmla="*/ 27111 h 586970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28655 h 575222"/>
              <a:gd name="connsiteX26" fmla="*/ 137875 w 3824228"/>
              <a:gd name="connsiteY26" fmla="*/ 507489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28655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74475 w 3824228"/>
              <a:gd name="connsiteY24" fmla="*/ 53712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34608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80825 w 3824228"/>
              <a:gd name="connsiteY24" fmla="*/ 55617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4228"/>
              <a:gd name="connsiteY0" fmla="*/ 15363 h 575222"/>
              <a:gd name="connsiteX1" fmla="*/ 810975 w 3824228"/>
              <a:gd name="connsiteY1" fmla="*/ 3722 h 575222"/>
              <a:gd name="connsiteX2" fmla="*/ 1153875 w 3824228"/>
              <a:gd name="connsiteY2" fmla="*/ 7955 h 575222"/>
              <a:gd name="connsiteX3" fmla="*/ 2113783 w 3824228"/>
              <a:gd name="connsiteY3" fmla="*/ 10072 h 575222"/>
              <a:gd name="connsiteX4" fmla="*/ 2922350 w 3824228"/>
              <a:gd name="connsiteY4" fmla="*/ 13247 h 575222"/>
              <a:gd name="connsiteX5" fmla="*/ 3297000 w 3824228"/>
              <a:gd name="connsiteY5" fmla="*/ 14305 h 575222"/>
              <a:gd name="connsiteX6" fmla="*/ 3647308 w 3824228"/>
              <a:gd name="connsiteY6" fmla="*/ 16422 h 575222"/>
              <a:gd name="connsiteX7" fmla="*/ 3727742 w 3824228"/>
              <a:gd name="connsiteY7" fmla="*/ 16422 h 575222"/>
              <a:gd name="connsiteX8" fmla="*/ 3681175 w 3824228"/>
              <a:gd name="connsiteY8" fmla="*/ 92622 h 575222"/>
              <a:gd name="connsiteX9" fmla="*/ 3651542 w 3824228"/>
              <a:gd name="connsiteY9" fmla="*/ 164589 h 575222"/>
              <a:gd name="connsiteX10" fmla="*/ 3655775 w 3824228"/>
              <a:gd name="connsiteY10" fmla="*/ 206922 h 575222"/>
              <a:gd name="connsiteX11" fmla="*/ 3719275 w 3824228"/>
              <a:gd name="connsiteY11" fmla="*/ 168822 h 575222"/>
              <a:gd name="connsiteX12" fmla="*/ 3782775 w 3824228"/>
              <a:gd name="connsiteY12" fmla="*/ 156122 h 575222"/>
              <a:gd name="connsiteX13" fmla="*/ 3820875 w 3824228"/>
              <a:gd name="connsiteY13" fmla="*/ 206922 h 575222"/>
              <a:gd name="connsiteX14" fmla="*/ 3820875 w 3824228"/>
              <a:gd name="connsiteY14" fmla="*/ 287355 h 575222"/>
              <a:gd name="connsiteX15" fmla="*/ 3808175 w 3824228"/>
              <a:gd name="connsiteY15" fmla="*/ 372022 h 575222"/>
              <a:gd name="connsiteX16" fmla="*/ 3706575 w 3824228"/>
              <a:gd name="connsiteY16" fmla="*/ 410122 h 575222"/>
              <a:gd name="connsiteX17" fmla="*/ 3630375 w 3824228"/>
              <a:gd name="connsiteY17" fmla="*/ 376255 h 575222"/>
              <a:gd name="connsiteX18" fmla="*/ 3645721 w 3824228"/>
              <a:gd name="connsiteY18" fmla="*/ 473622 h 575222"/>
              <a:gd name="connsiteX19" fmla="*/ 3668475 w 3824228"/>
              <a:gd name="connsiteY19" fmla="*/ 554055 h 575222"/>
              <a:gd name="connsiteX20" fmla="*/ 3418708 w 3824228"/>
              <a:gd name="connsiteY20" fmla="*/ 570989 h 575222"/>
              <a:gd name="connsiteX21" fmla="*/ 2991142 w 3824228"/>
              <a:gd name="connsiteY21" fmla="*/ 575222 h 575222"/>
              <a:gd name="connsiteX22" fmla="*/ 2000542 w 3824228"/>
              <a:gd name="connsiteY22" fmla="*/ 558289 h 575222"/>
              <a:gd name="connsiteX23" fmla="*/ 1335908 w 3824228"/>
              <a:gd name="connsiteY23" fmla="*/ 545589 h 575222"/>
              <a:gd name="connsiteX24" fmla="*/ 880825 w 3824228"/>
              <a:gd name="connsiteY24" fmla="*/ 556172 h 575222"/>
              <a:gd name="connsiteX25" fmla="*/ 319908 w 3824228"/>
              <a:gd name="connsiteY25" fmla="*/ 544530 h 575222"/>
              <a:gd name="connsiteX26" fmla="*/ 144225 w 3824228"/>
              <a:gd name="connsiteY26" fmla="*/ 517014 h 575222"/>
              <a:gd name="connsiteX27" fmla="*/ 19342 w 3824228"/>
              <a:gd name="connsiteY27" fmla="*/ 439755 h 575222"/>
              <a:gd name="connsiteX28" fmla="*/ 2408 w 3824228"/>
              <a:gd name="connsiteY28" fmla="*/ 249255 h 575222"/>
              <a:gd name="connsiteX29" fmla="*/ 10875 w 3824228"/>
              <a:gd name="connsiteY29" fmla="*/ 96855 h 575222"/>
              <a:gd name="connsiteX30" fmla="*/ 82842 w 3824228"/>
              <a:gd name="connsiteY30" fmla="*/ 15363 h 575222"/>
              <a:gd name="connsiteX0" fmla="*/ 82842 w 3825155"/>
              <a:gd name="connsiteY0" fmla="*/ 15363 h 575222"/>
              <a:gd name="connsiteX1" fmla="*/ 810975 w 3825155"/>
              <a:gd name="connsiteY1" fmla="*/ 3722 h 575222"/>
              <a:gd name="connsiteX2" fmla="*/ 1153875 w 3825155"/>
              <a:gd name="connsiteY2" fmla="*/ 7955 h 575222"/>
              <a:gd name="connsiteX3" fmla="*/ 2113783 w 3825155"/>
              <a:gd name="connsiteY3" fmla="*/ 10072 h 575222"/>
              <a:gd name="connsiteX4" fmla="*/ 2922350 w 3825155"/>
              <a:gd name="connsiteY4" fmla="*/ 13247 h 575222"/>
              <a:gd name="connsiteX5" fmla="*/ 3297000 w 3825155"/>
              <a:gd name="connsiteY5" fmla="*/ 14305 h 575222"/>
              <a:gd name="connsiteX6" fmla="*/ 3647308 w 3825155"/>
              <a:gd name="connsiteY6" fmla="*/ 16422 h 575222"/>
              <a:gd name="connsiteX7" fmla="*/ 3727742 w 3825155"/>
              <a:gd name="connsiteY7" fmla="*/ 16422 h 575222"/>
              <a:gd name="connsiteX8" fmla="*/ 3681175 w 3825155"/>
              <a:gd name="connsiteY8" fmla="*/ 92622 h 575222"/>
              <a:gd name="connsiteX9" fmla="*/ 3651542 w 3825155"/>
              <a:gd name="connsiteY9" fmla="*/ 164589 h 575222"/>
              <a:gd name="connsiteX10" fmla="*/ 3655775 w 3825155"/>
              <a:gd name="connsiteY10" fmla="*/ 206922 h 575222"/>
              <a:gd name="connsiteX11" fmla="*/ 3719275 w 3825155"/>
              <a:gd name="connsiteY11" fmla="*/ 168822 h 575222"/>
              <a:gd name="connsiteX12" fmla="*/ 3782775 w 3825155"/>
              <a:gd name="connsiteY12" fmla="*/ 156122 h 575222"/>
              <a:gd name="connsiteX13" fmla="*/ 3820875 w 3825155"/>
              <a:gd name="connsiteY13" fmla="*/ 206922 h 575222"/>
              <a:gd name="connsiteX14" fmla="*/ 3820875 w 3825155"/>
              <a:gd name="connsiteY14" fmla="*/ 287355 h 575222"/>
              <a:gd name="connsiteX15" fmla="*/ 3790713 w 3825155"/>
              <a:gd name="connsiteY15" fmla="*/ 378372 h 575222"/>
              <a:gd name="connsiteX16" fmla="*/ 3706575 w 3825155"/>
              <a:gd name="connsiteY16" fmla="*/ 410122 h 575222"/>
              <a:gd name="connsiteX17" fmla="*/ 3630375 w 3825155"/>
              <a:gd name="connsiteY17" fmla="*/ 376255 h 575222"/>
              <a:gd name="connsiteX18" fmla="*/ 3645721 w 3825155"/>
              <a:gd name="connsiteY18" fmla="*/ 473622 h 575222"/>
              <a:gd name="connsiteX19" fmla="*/ 3668475 w 3825155"/>
              <a:gd name="connsiteY19" fmla="*/ 554055 h 575222"/>
              <a:gd name="connsiteX20" fmla="*/ 3418708 w 3825155"/>
              <a:gd name="connsiteY20" fmla="*/ 570989 h 575222"/>
              <a:gd name="connsiteX21" fmla="*/ 2991142 w 3825155"/>
              <a:gd name="connsiteY21" fmla="*/ 575222 h 575222"/>
              <a:gd name="connsiteX22" fmla="*/ 2000542 w 3825155"/>
              <a:gd name="connsiteY22" fmla="*/ 558289 h 575222"/>
              <a:gd name="connsiteX23" fmla="*/ 1335908 w 3825155"/>
              <a:gd name="connsiteY23" fmla="*/ 545589 h 575222"/>
              <a:gd name="connsiteX24" fmla="*/ 880825 w 3825155"/>
              <a:gd name="connsiteY24" fmla="*/ 556172 h 575222"/>
              <a:gd name="connsiteX25" fmla="*/ 319908 w 3825155"/>
              <a:gd name="connsiteY25" fmla="*/ 544530 h 575222"/>
              <a:gd name="connsiteX26" fmla="*/ 144225 w 3825155"/>
              <a:gd name="connsiteY26" fmla="*/ 517014 h 575222"/>
              <a:gd name="connsiteX27" fmla="*/ 19342 w 3825155"/>
              <a:gd name="connsiteY27" fmla="*/ 439755 h 575222"/>
              <a:gd name="connsiteX28" fmla="*/ 2408 w 3825155"/>
              <a:gd name="connsiteY28" fmla="*/ 249255 h 575222"/>
              <a:gd name="connsiteX29" fmla="*/ 10875 w 3825155"/>
              <a:gd name="connsiteY29" fmla="*/ 96855 h 575222"/>
              <a:gd name="connsiteX30" fmla="*/ 82842 w 3825155"/>
              <a:gd name="connsiteY30" fmla="*/ 15363 h 575222"/>
              <a:gd name="connsiteX0" fmla="*/ 82842 w 3834997"/>
              <a:gd name="connsiteY0" fmla="*/ 15363 h 575222"/>
              <a:gd name="connsiteX1" fmla="*/ 810975 w 3834997"/>
              <a:gd name="connsiteY1" fmla="*/ 3722 h 575222"/>
              <a:gd name="connsiteX2" fmla="*/ 1153875 w 3834997"/>
              <a:gd name="connsiteY2" fmla="*/ 7955 h 575222"/>
              <a:gd name="connsiteX3" fmla="*/ 2113783 w 3834997"/>
              <a:gd name="connsiteY3" fmla="*/ 10072 h 575222"/>
              <a:gd name="connsiteX4" fmla="*/ 2922350 w 3834997"/>
              <a:gd name="connsiteY4" fmla="*/ 13247 h 575222"/>
              <a:gd name="connsiteX5" fmla="*/ 3297000 w 3834997"/>
              <a:gd name="connsiteY5" fmla="*/ 14305 h 575222"/>
              <a:gd name="connsiteX6" fmla="*/ 3647308 w 3834997"/>
              <a:gd name="connsiteY6" fmla="*/ 16422 h 575222"/>
              <a:gd name="connsiteX7" fmla="*/ 3727742 w 3834997"/>
              <a:gd name="connsiteY7" fmla="*/ 16422 h 575222"/>
              <a:gd name="connsiteX8" fmla="*/ 3681175 w 3834997"/>
              <a:gd name="connsiteY8" fmla="*/ 92622 h 575222"/>
              <a:gd name="connsiteX9" fmla="*/ 3651542 w 3834997"/>
              <a:gd name="connsiteY9" fmla="*/ 164589 h 575222"/>
              <a:gd name="connsiteX10" fmla="*/ 3655775 w 3834997"/>
              <a:gd name="connsiteY10" fmla="*/ 206922 h 575222"/>
              <a:gd name="connsiteX11" fmla="*/ 3719275 w 3834997"/>
              <a:gd name="connsiteY11" fmla="*/ 168822 h 575222"/>
              <a:gd name="connsiteX12" fmla="*/ 3782775 w 3834997"/>
              <a:gd name="connsiteY12" fmla="*/ 156122 h 575222"/>
              <a:gd name="connsiteX13" fmla="*/ 3820875 w 3834997"/>
              <a:gd name="connsiteY13" fmla="*/ 206922 h 575222"/>
              <a:gd name="connsiteX14" fmla="*/ 3833575 w 3834997"/>
              <a:gd name="connsiteY14" fmla="*/ 298467 h 575222"/>
              <a:gd name="connsiteX15" fmla="*/ 3790713 w 3834997"/>
              <a:gd name="connsiteY15" fmla="*/ 378372 h 575222"/>
              <a:gd name="connsiteX16" fmla="*/ 3706575 w 3834997"/>
              <a:gd name="connsiteY16" fmla="*/ 410122 h 575222"/>
              <a:gd name="connsiteX17" fmla="*/ 3630375 w 3834997"/>
              <a:gd name="connsiteY17" fmla="*/ 376255 h 575222"/>
              <a:gd name="connsiteX18" fmla="*/ 3645721 w 3834997"/>
              <a:gd name="connsiteY18" fmla="*/ 473622 h 575222"/>
              <a:gd name="connsiteX19" fmla="*/ 3668475 w 3834997"/>
              <a:gd name="connsiteY19" fmla="*/ 554055 h 575222"/>
              <a:gd name="connsiteX20" fmla="*/ 3418708 w 3834997"/>
              <a:gd name="connsiteY20" fmla="*/ 570989 h 575222"/>
              <a:gd name="connsiteX21" fmla="*/ 2991142 w 3834997"/>
              <a:gd name="connsiteY21" fmla="*/ 575222 h 575222"/>
              <a:gd name="connsiteX22" fmla="*/ 2000542 w 3834997"/>
              <a:gd name="connsiteY22" fmla="*/ 558289 h 575222"/>
              <a:gd name="connsiteX23" fmla="*/ 1335908 w 3834997"/>
              <a:gd name="connsiteY23" fmla="*/ 545589 h 575222"/>
              <a:gd name="connsiteX24" fmla="*/ 880825 w 3834997"/>
              <a:gd name="connsiteY24" fmla="*/ 556172 h 575222"/>
              <a:gd name="connsiteX25" fmla="*/ 319908 w 3834997"/>
              <a:gd name="connsiteY25" fmla="*/ 544530 h 575222"/>
              <a:gd name="connsiteX26" fmla="*/ 144225 w 3834997"/>
              <a:gd name="connsiteY26" fmla="*/ 517014 h 575222"/>
              <a:gd name="connsiteX27" fmla="*/ 19342 w 3834997"/>
              <a:gd name="connsiteY27" fmla="*/ 439755 h 575222"/>
              <a:gd name="connsiteX28" fmla="*/ 2408 w 3834997"/>
              <a:gd name="connsiteY28" fmla="*/ 249255 h 575222"/>
              <a:gd name="connsiteX29" fmla="*/ 10875 w 3834997"/>
              <a:gd name="connsiteY29" fmla="*/ 96855 h 575222"/>
              <a:gd name="connsiteX30" fmla="*/ 82842 w 3834997"/>
              <a:gd name="connsiteY30" fmla="*/ 15363 h 575222"/>
              <a:gd name="connsiteX0" fmla="*/ 82842 w 3834997"/>
              <a:gd name="connsiteY0" fmla="*/ 15363 h 575222"/>
              <a:gd name="connsiteX1" fmla="*/ 810975 w 3834997"/>
              <a:gd name="connsiteY1" fmla="*/ 3722 h 575222"/>
              <a:gd name="connsiteX2" fmla="*/ 1153875 w 3834997"/>
              <a:gd name="connsiteY2" fmla="*/ 7955 h 575222"/>
              <a:gd name="connsiteX3" fmla="*/ 2113783 w 3834997"/>
              <a:gd name="connsiteY3" fmla="*/ 10072 h 575222"/>
              <a:gd name="connsiteX4" fmla="*/ 2922350 w 3834997"/>
              <a:gd name="connsiteY4" fmla="*/ 13247 h 575222"/>
              <a:gd name="connsiteX5" fmla="*/ 3297000 w 3834997"/>
              <a:gd name="connsiteY5" fmla="*/ 14305 h 575222"/>
              <a:gd name="connsiteX6" fmla="*/ 3647308 w 3834997"/>
              <a:gd name="connsiteY6" fmla="*/ 16422 h 575222"/>
              <a:gd name="connsiteX7" fmla="*/ 3727742 w 3834997"/>
              <a:gd name="connsiteY7" fmla="*/ 16422 h 575222"/>
              <a:gd name="connsiteX8" fmla="*/ 3681175 w 3834997"/>
              <a:gd name="connsiteY8" fmla="*/ 92622 h 575222"/>
              <a:gd name="connsiteX9" fmla="*/ 3651542 w 3834997"/>
              <a:gd name="connsiteY9" fmla="*/ 164589 h 575222"/>
              <a:gd name="connsiteX10" fmla="*/ 3655775 w 3834997"/>
              <a:gd name="connsiteY10" fmla="*/ 206922 h 575222"/>
              <a:gd name="connsiteX11" fmla="*/ 3719275 w 3834997"/>
              <a:gd name="connsiteY11" fmla="*/ 183110 h 575222"/>
              <a:gd name="connsiteX12" fmla="*/ 3782775 w 3834997"/>
              <a:gd name="connsiteY12" fmla="*/ 156122 h 575222"/>
              <a:gd name="connsiteX13" fmla="*/ 3820875 w 3834997"/>
              <a:gd name="connsiteY13" fmla="*/ 206922 h 575222"/>
              <a:gd name="connsiteX14" fmla="*/ 3833575 w 3834997"/>
              <a:gd name="connsiteY14" fmla="*/ 298467 h 575222"/>
              <a:gd name="connsiteX15" fmla="*/ 3790713 w 3834997"/>
              <a:gd name="connsiteY15" fmla="*/ 378372 h 575222"/>
              <a:gd name="connsiteX16" fmla="*/ 3706575 w 3834997"/>
              <a:gd name="connsiteY16" fmla="*/ 410122 h 575222"/>
              <a:gd name="connsiteX17" fmla="*/ 3630375 w 3834997"/>
              <a:gd name="connsiteY17" fmla="*/ 376255 h 575222"/>
              <a:gd name="connsiteX18" fmla="*/ 3645721 w 3834997"/>
              <a:gd name="connsiteY18" fmla="*/ 473622 h 575222"/>
              <a:gd name="connsiteX19" fmla="*/ 3668475 w 3834997"/>
              <a:gd name="connsiteY19" fmla="*/ 554055 h 575222"/>
              <a:gd name="connsiteX20" fmla="*/ 3418708 w 3834997"/>
              <a:gd name="connsiteY20" fmla="*/ 570989 h 575222"/>
              <a:gd name="connsiteX21" fmla="*/ 2991142 w 3834997"/>
              <a:gd name="connsiteY21" fmla="*/ 575222 h 575222"/>
              <a:gd name="connsiteX22" fmla="*/ 2000542 w 3834997"/>
              <a:gd name="connsiteY22" fmla="*/ 558289 h 575222"/>
              <a:gd name="connsiteX23" fmla="*/ 1335908 w 3834997"/>
              <a:gd name="connsiteY23" fmla="*/ 545589 h 575222"/>
              <a:gd name="connsiteX24" fmla="*/ 880825 w 3834997"/>
              <a:gd name="connsiteY24" fmla="*/ 556172 h 575222"/>
              <a:gd name="connsiteX25" fmla="*/ 319908 w 3834997"/>
              <a:gd name="connsiteY25" fmla="*/ 544530 h 575222"/>
              <a:gd name="connsiteX26" fmla="*/ 144225 w 3834997"/>
              <a:gd name="connsiteY26" fmla="*/ 517014 h 575222"/>
              <a:gd name="connsiteX27" fmla="*/ 19342 w 3834997"/>
              <a:gd name="connsiteY27" fmla="*/ 439755 h 575222"/>
              <a:gd name="connsiteX28" fmla="*/ 2408 w 3834997"/>
              <a:gd name="connsiteY28" fmla="*/ 249255 h 575222"/>
              <a:gd name="connsiteX29" fmla="*/ 10875 w 3834997"/>
              <a:gd name="connsiteY29" fmla="*/ 96855 h 575222"/>
              <a:gd name="connsiteX30" fmla="*/ 82842 w 383499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45721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44225 w 3834927"/>
              <a:gd name="connsiteY26" fmla="*/ 517014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53658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44225 w 3834927"/>
              <a:gd name="connsiteY26" fmla="*/ 517014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  <a:gd name="connsiteX0" fmla="*/ 82842 w 3834927"/>
              <a:gd name="connsiteY0" fmla="*/ 15363 h 575222"/>
              <a:gd name="connsiteX1" fmla="*/ 810975 w 3834927"/>
              <a:gd name="connsiteY1" fmla="*/ 3722 h 575222"/>
              <a:gd name="connsiteX2" fmla="*/ 1153875 w 3834927"/>
              <a:gd name="connsiteY2" fmla="*/ 7955 h 575222"/>
              <a:gd name="connsiteX3" fmla="*/ 2113783 w 3834927"/>
              <a:gd name="connsiteY3" fmla="*/ 10072 h 575222"/>
              <a:gd name="connsiteX4" fmla="*/ 2922350 w 3834927"/>
              <a:gd name="connsiteY4" fmla="*/ 13247 h 575222"/>
              <a:gd name="connsiteX5" fmla="*/ 3297000 w 3834927"/>
              <a:gd name="connsiteY5" fmla="*/ 14305 h 575222"/>
              <a:gd name="connsiteX6" fmla="*/ 3647308 w 3834927"/>
              <a:gd name="connsiteY6" fmla="*/ 16422 h 575222"/>
              <a:gd name="connsiteX7" fmla="*/ 3727742 w 3834927"/>
              <a:gd name="connsiteY7" fmla="*/ 16422 h 575222"/>
              <a:gd name="connsiteX8" fmla="*/ 3681175 w 3834927"/>
              <a:gd name="connsiteY8" fmla="*/ 92622 h 575222"/>
              <a:gd name="connsiteX9" fmla="*/ 3651542 w 3834927"/>
              <a:gd name="connsiteY9" fmla="*/ 164589 h 575222"/>
              <a:gd name="connsiteX10" fmla="*/ 3655775 w 3834927"/>
              <a:gd name="connsiteY10" fmla="*/ 206922 h 575222"/>
              <a:gd name="connsiteX11" fmla="*/ 3719275 w 3834927"/>
              <a:gd name="connsiteY11" fmla="*/ 183110 h 575222"/>
              <a:gd name="connsiteX12" fmla="*/ 3787537 w 3834927"/>
              <a:gd name="connsiteY12" fmla="*/ 171997 h 575222"/>
              <a:gd name="connsiteX13" fmla="*/ 3820875 w 3834927"/>
              <a:gd name="connsiteY13" fmla="*/ 206922 h 575222"/>
              <a:gd name="connsiteX14" fmla="*/ 3833575 w 3834927"/>
              <a:gd name="connsiteY14" fmla="*/ 298467 h 575222"/>
              <a:gd name="connsiteX15" fmla="*/ 3790713 w 3834927"/>
              <a:gd name="connsiteY15" fmla="*/ 378372 h 575222"/>
              <a:gd name="connsiteX16" fmla="*/ 3706575 w 3834927"/>
              <a:gd name="connsiteY16" fmla="*/ 410122 h 575222"/>
              <a:gd name="connsiteX17" fmla="*/ 3630375 w 3834927"/>
              <a:gd name="connsiteY17" fmla="*/ 376255 h 575222"/>
              <a:gd name="connsiteX18" fmla="*/ 3653658 w 3834927"/>
              <a:gd name="connsiteY18" fmla="*/ 473622 h 575222"/>
              <a:gd name="connsiteX19" fmla="*/ 3668475 w 3834927"/>
              <a:gd name="connsiteY19" fmla="*/ 554055 h 575222"/>
              <a:gd name="connsiteX20" fmla="*/ 3418708 w 3834927"/>
              <a:gd name="connsiteY20" fmla="*/ 570989 h 575222"/>
              <a:gd name="connsiteX21" fmla="*/ 2991142 w 3834927"/>
              <a:gd name="connsiteY21" fmla="*/ 575222 h 575222"/>
              <a:gd name="connsiteX22" fmla="*/ 2000542 w 3834927"/>
              <a:gd name="connsiteY22" fmla="*/ 558289 h 575222"/>
              <a:gd name="connsiteX23" fmla="*/ 1335908 w 3834927"/>
              <a:gd name="connsiteY23" fmla="*/ 545589 h 575222"/>
              <a:gd name="connsiteX24" fmla="*/ 880825 w 3834927"/>
              <a:gd name="connsiteY24" fmla="*/ 556172 h 575222"/>
              <a:gd name="connsiteX25" fmla="*/ 319908 w 3834927"/>
              <a:gd name="connsiteY25" fmla="*/ 544530 h 575222"/>
              <a:gd name="connsiteX26" fmla="*/ 112475 w 3834927"/>
              <a:gd name="connsiteY26" fmla="*/ 532889 h 575222"/>
              <a:gd name="connsiteX27" fmla="*/ 19342 w 3834927"/>
              <a:gd name="connsiteY27" fmla="*/ 439755 h 575222"/>
              <a:gd name="connsiteX28" fmla="*/ 2408 w 3834927"/>
              <a:gd name="connsiteY28" fmla="*/ 249255 h 575222"/>
              <a:gd name="connsiteX29" fmla="*/ 10875 w 3834927"/>
              <a:gd name="connsiteY29" fmla="*/ 96855 h 575222"/>
              <a:gd name="connsiteX30" fmla="*/ 82842 w 3834927"/>
              <a:gd name="connsiteY30" fmla="*/ 15363 h 575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34927" h="575222">
                <a:moveTo>
                  <a:pt x="82842" y="15363"/>
                </a:moveTo>
                <a:cubicBezTo>
                  <a:pt x="374236" y="-7920"/>
                  <a:pt x="541806" y="1605"/>
                  <a:pt x="810975" y="3722"/>
                </a:cubicBezTo>
                <a:lnTo>
                  <a:pt x="1153875" y="7955"/>
                </a:lnTo>
                <a:lnTo>
                  <a:pt x="2113783" y="10072"/>
                </a:lnTo>
                <a:lnTo>
                  <a:pt x="2922350" y="13247"/>
                </a:lnTo>
                <a:lnTo>
                  <a:pt x="3297000" y="14305"/>
                </a:lnTo>
                <a:cubicBezTo>
                  <a:pt x="3416944" y="17127"/>
                  <a:pt x="3527364" y="13600"/>
                  <a:pt x="3647308" y="16422"/>
                </a:cubicBezTo>
                <a:cubicBezTo>
                  <a:pt x="3720686" y="17833"/>
                  <a:pt x="3722098" y="3722"/>
                  <a:pt x="3727742" y="16422"/>
                </a:cubicBezTo>
                <a:cubicBezTo>
                  <a:pt x="3733386" y="29122"/>
                  <a:pt x="3693875" y="67927"/>
                  <a:pt x="3681175" y="92622"/>
                </a:cubicBezTo>
                <a:cubicBezTo>
                  <a:pt x="3668475" y="117317"/>
                  <a:pt x="3655775" y="145539"/>
                  <a:pt x="3651542" y="164589"/>
                </a:cubicBezTo>
                <a:cubicBezTo>
                  <a:pt x="3647309" y="183639"/>
                  <a:pt x="3644486" y="203835"/>
                  <a:pt x="3655775" y="206922"/>
                </a:cubicBezTo>
                <a:cubicBezTo>
                  <a:pt x="3667064" y="210009"/>
                  <a:pt x="3697315" y="188931"/>
                  <a:pt x="3719275" y="183110"/>
                </a:cubicBezTo>
                <a:cubicBezTo>
                  <a:pt x="3741235" y="177289"/>
                  <a:pt x="3770604" y="168028"/>
                  <a:pt x="3787537" y="171997"/>
                </a:cubicBezTo>
                <a:cubicBezTo>
                  <a:pt x="3804470" y="175966"/>
                  <a:pt x="3813202" y="185844"/>
                  <a:pt x="3820875" y="206922"/>
                </a:cubicBezTo>
                <a:cubicBezTo>
                  <a:pt x="3828548" y="228000"/>
                  <a:pt x="3838602" y="269892"/>
                  <a:pt x="3833575" y="298467"/>
                </a:cubicBezTo>
                <a:cubicBezTo>
                  <a:pt x="3828548" y="327042"/>
                  <a:pt x="3811880" y="359763"/>
                  <a:pt x="3790713" y="378372"/>
                </a:cubicBezTo>
                <a:cubicBezTo>
                  <a:pt x="3769546" y="396981"/>
                  <a:pt x="3733298" y="410475"/>
                  <a:pt x="3706575" y="410122"/>
                </a:cubicBezTo>
                <a:cubicBezTo>
                  <a:pt x="3679852" y="409769"/>
                  <a:pt x="3639194" y="365672"/>
                  <a:pt x="3630375" y="376255"/>
                </a:cubicBezTo>
                <a:cubicBezTo>
                  <a:pt x="3621556" y="386838"/>
                  <a:pt x="3647308" y="443989"/>
                  <a:pt x="3653658" y="473622"/>
                </a:cubicBezTo>
                <a:cubicBezTo>
                  <a:pt x="3660008" y="503255"/>
                  <a:pt x="3707633" y="537827"/>
                  <a:pt x="3668475" y="554055"/>
                </a:cubicBezTo>
                <a:cubicBezTo>
                  <a:pt x="3629317" y="570283"/>
                  <a:pt x="3531597" y="567461"/>
                  <a:pt x="3418708" y="570989"/>
                </a:cubicBezTo>
                <a:cubicBezTo>
                  <a:pt x="3305819" y="574517"/>
                  <a:pt x="2991142" y="575222"/>
                  <a:pt x="2991142" y="575222"/>
                </a:cubicBezTo>
                <a:lnTo>
                  <a:pt x="2000542" y="558289"/>
                </a:lnTo>
                <a:lnTo>
                  <a:pt x="1335908" y="545589"/>
                </a:lnTo>
                <a:lnTo>
                  <a:pt x="880825" y="556172"/>
                </a:lnTo>
                <a:lnTo>
                  <a:pt x="319908" y="544530"/>
                </a:lnTo>
                <a:cubicBezTo>
                  <a:pt x="197141" y="539591"/>
                  <a:pt x="162569" y="550352"/>
                  <a:pt x="112475" y="532889"/>
                </a:cubicBezTo>
                <a:cubicBezTo>
                  <a:pt x="62381" y="515426"/>
                  <a:pt x="37686" y="487027"/>
                  <a:pt x="19342" y="439755"/>
                </a:cubicBezTo>
                <a:cubicBezTo>
                  <a:pt x="998" y="392483"/>
                  <a:pt x="5936" y="306405"/>
                  <a:pt x="2408" y="249255"/>
                </a:cubicBezTo>
                <a:cubicBezTo>
                  <a:pt x="-1120" y="192105"/>
                  <a:pt x="-2531" y="135837"/>
                  <a:pt x="10875" y="96855"/>
                </a:cubicBezTo>
                <a:cubicBezTo>
                  <a:pt x="24281" y="57873"/>
                  <a:pt x="10874" y="45349"/>
                  <a:pt x="82842" y="15363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932A3B7-0A27-6C5C-B99F-1BF251AF4106}"/>
              </a:ext>
            </a:extLst>
          </p:cNvPr>
          <p:cNvSpPr/>
          <p:nvPr/>
        </p:nvSpPr>
        <p:spPr>
          <a:xfrm>
            <a:off x="4584413" y="4668837"/>
            <a:ext cx="1467145" cy="557770"/>
          </a:xfrm>
          <a:custGeom>
            <a:avLst/>
            <a:gdLst>
              <a:gd name="connsiteX0" fmla="*/ 98674 w 1474095"/>
              <a:gd name="connsiteY0" fmla="*/ 0 h 571536"/>
              <a:gd name="connsiteX1" fmla="*/ 778124 w 1474095"/>
              <a:gd name="connsiteY1" fmla="*/ 9525 h 571536"/>
              <a:gd name="connsiteX2" fmla="*/ 1143249 w 1474095"/>
              <a:gd name="connsiteY2" fmla="*/ 15875 h 571536"/>
              <a:gd name="connsiteX3" fmla="*/ 1409949 w 1474095"/>
              <a:gd name="connsiteY3" fmla="*/ 28575 h 571536"/>
              <a:gd name="connsiteX4" fmla="*/ 1460749 w 1474095"/>
              <a:gd name="connsiteY4" fmla="*/ 190500 h 571536"/>
              <a:gd name="connsiteX5" fmla="*/ 1463924 w 1474095"/>
              <a:gd name="connsiteY5" fmla="*/ 393700 h 571536"/>
              <a:gd name="connsiteX6" fmla="*/ 1457574 w 1474095"/>
              <a:gd name="connsiteY6" fmla="*/ 527050 h 571536"/>
              <a:gd name="connsiteX7" fmla="*/ 1263899 w 1474095"/>
              <a:gd name="connsiteY7" fmla="*/ 558800 h 571536"/>
              <a:gd name="connsiteX8" fmla="*/ 924174 w 1474095"/>
              <a:gd name="connsiteY8" fmla="*/ 571500 h 571536"/>
              <a:gd name="connsiteX9" fmla="*/ 555874 w 1474095"/>
              <a:gd name="connsiteY9" fmla="*/ 561975 h 571536"/>
              <a:gd name="connsiteX10" fmla="*/ 285999 w 1474095"/>
              <a:gd name="connsiteY10" fmla="*/ 542925 h 571536"/>
              <a:gd name="connsiteX11" fmla="*/ 60574 w 1474095"/>
              <a:gd name="connsiteY11" fmla="*/ 536575 h 571536"/>
              <a:gd name="connsiteX12" fmla="*/ 35174 w 1474095"/>
              <a:gd name="connsiteY12" fmla="*/ 498475 h 571536"/>
              <a:gd name="connsiteX13" fmla="*/ 249 w 1474095"/>
              <a:gd name="connsiteY13" fmla="*/ 342900 h 571536"/>
              <a:gd name="connsiteX14" fmla="*/ 54224 w 1474095"/>
              <a:gd name="connsiteY14" fmla="*/ 396875 h 571536"/>
              <a:gd name="connsiteX15" fmla="*/ 120899 w 1474095"/>
              <a:gd name="connsiteY15" fmla="*/ 381000 h 571536"/>
              <a:gd name="connsiteX16" fmla="*/ 165349 w 1474095"/>
              <a:gd name="connsiteY16" fmla="*/ 352425 h 571536"/>
              <a:gd name="connsiteX17" fmla="*/ 203449 w 1474095"/>
              <a:gd name="connsiteY17" fmla="*/ 269875 h 571536"/>
              <a:gd name="connsiteX18" fmla="*/ 190749 w 1474095"/>
              <a:gd name="connsiteY18" fmla="*/ 174625 h 571536"/>
              <a:gd name="connsiteX19" fmla="*/ 130424 w 1474095"/>
              <a:gd name="connsiteY19" fmla="*/ 149225 h 571536"/>
              <a:gd name="connsiteX20" fmla="*/ 76449 w 1474095"/>
              <a:gd name="connsiteY20" fmla="*/ 174625 h 571536"/>
              <a:gd name="connsiteX21" fmla="*/ 31999 w 1474095"/>
              <a:gd name="connsiteY21" fmla="*/ 200025 h 571536"/>
              <a:gd name="connsiteX22" fmla="*/ 16124 w 1474095"/>
              <a:gd name="connsiteY22" fmla="*/ 152400 h 571536"/>
              <a:gd name="connsiteX23" fmla="*/ 66924 w 1474095"/>
              <a:gd name="connsiteY23" fmla="*/ 60325 h 571536"/>
              <a:gd name="connsiteX24" fmla="*/ 98674 w 1474095"/>
              <a:gd name="connsiteY24" fmla="*/ 0 h 571536"/>
              <a:gd name="connsiteX0" fmla="*/ 98702 w 1474123"/>
              <a:gd name="connsiteY0" fmla="*/ 0 h 571536"/>
              <a:gd name="connsiteX1" fmla="*/ 778152 w 1474123"/>
              <a:gd name="connsiteY1" fmla="*/ 9525 h 571536"/>
              <a:gd name="connsiteX2" fmla="*/ 1143277 w 1474123"/>
              <a:gd name="connsiteY2" fmla="*/ 15875 h 571536"/>
              <a:gd name="connsiteX3" fmla="*/ 1409977 w 1474123"/>
              <a:gd name="connsiteY3" fmla="*/ 28575 h 571536"/>
              <a:gd name="connsiteX4" fmla="*/ 1460777 w 1474123"/>
              <a:gd name="connsiteY4" fmla="*/ 190500 h 571536"/>
              <a:gd name="connsiteX5" fmla="*/ 1463952 w 1474123"/>
              <a:gd name="connsiteY5" fmla="*/ 393700 h 571536"/>
              <a:gd name="connsiteX6" fmla="*/ 1457602 w 1474123"/>
              <a:gd name="connsiteY6" fmla="*/ 527050 h 571536"/>
              <a:gd name="connsiteX7" fmla="*/ 1263927 w 1474123"/>
              <a:gd name="connsiteY7" fmla="*/ 558800 h 571536"/>
              <a:gd name="connsiteX8" fmla="*/ 924202 w 1474123"/>
              <a:gd name="connsiteY8" fmla="*/ 571500 h 571536"/>
              <a:gd name="connsiteX9" fmla="*/ 555902 w 1474123"/>
              <a:gd name="connsiteY9" fmla="*/ 561975 h 571536"/>
              <a:gd name="connsiteX10" fmla="*/ 286027 w 1474123"/>
              <a:gd name="connsiteY10" fmla="*/ 542925 h 571536"/>
              <a:gd name="connsiteX11" fmla="*/ 79652 w 1474123"/>
              <a:gd name="connsiteY11" fmla="*/ 541337 h 571536"/>
              <a:gd name="connsiteX12" fmla="*/ 35202 w 1474123"/>
              <a:gd name="connsiteY12" fmla="*/ 498475 h 571536"/>
              <a:gd name="connsiteX13" fmla="*/ 277 w 1474123"/>
              <a:gd name="connsiteY13" fmla="*/ 342900 h 571536"/>
              <a:gd name="connsiteX14" fmla="*/ 54252 w 1474123"/>
              <a:gd name="connsiteY14" fmla="*/ 396875 h 571536"/>
              <a:gd name="connsiteX15" fmla="*/ 120927 w 1474123"/>
              <a:gd name="connsiteY15" fmla="*/ 381000 h 571536"/>
              <a:gd name="connsiteX16" fmla="*/ 165377 w 1474123"/>
              <a:gd name="connsiteY16" fmla="*/ 352425 h 571536"/>
              <a:gd name="connsiteX17" fmla="*/ 203477 w 1474123"/>
              <a:gd name="connsiteY17" fmla="*/ 269875 h 571536"/>
              <a:gd name="connsiteX18" fmla="*/ 190777 w 1474123"/>
              <a:gd name="connsiteY18" fmla="*/ 174625 h 571536"/>
              <a:gd name="connsiteX19" fmla="*/ 130452 w 1474123"/>
              <a:gd name="connsiteY19" fmla="*/ 149225 h 571536"/>
              <a:gd name="connsiteX20" fmla="*/ 76477 w 1474123"/>
              <a:gd name="connsiteY20" fmla="*/ 174625 h 571536"/>
              <a:gd name="connsiteX21" fmla="*/ 32027 w 1474123"/>
              <a:gd name="connsiteY21" fmla="*/ 200025 h 571536"/>
              <a:gd name="connsiteX22" fmla="*/ 16152 w 1474123"/>
              <a:gd name="connsiteY22" fmla="*/ 152400 h 571536"/>
              <a:gd name="connsiteX23" fmla="*/ 66952 w 1474123"/>
              <a:gd name="connsiteY23" fmla="*/ 60325 h 571536"/>
              <a:gd name="connsiteX24" fmla="*/ 98702 w 1474123"/>
              <a:gd name="connsiteY24" fmla="*/ 0 h 571536"/>
              <a:gd name="connsiteX0" fmla="*/ 98604 w 1474025"/>
              <a:gd name="connsiteY0" fmla="*/ 0 h 571536"/>
              <a:gd name="connsiteX1" fmla="*/ 778054 w 1474025"/>
              <a:gd name="connsiteY1" fmla="*/ 9525 h 571536"/>
              <a:gd name="connsiteX2" fmla="*/ 1143179 w 1474025"/>
              <a:gd name="connsiteY2" fmla="*/ 15875 h 571536"/>
              <a:gd name="connsiteX3" fmla="*/ 1409879 w 1474025"/>
              <a:gd name="connsiteY3" fmla="*/ 28575 h 571536"/>
              <a:gd name="connsiteX4" fmla="*/ 1460679 w 1474025"/>
              <a:gd name="connsiteY4" fmla="*/ 190500 h 571536"/>
              <a:gd name="connsiteX5" fmla="*/ 1463854 w 1474025"/>
              <a:gd name="connsiteY5" fmla="*/ 393700 h 571536"/>
              <a:gd name="connsiteX6" fmla="*/ 1457504 w 1474025"/>
              <a:gd name="connsiteY6" fmla="*/ 527050 h 571536"/>
              <a:gd name="connsiteX7" fmla="*/ 1263829 w 1474025"/>
              <a:gd name="connsiteY7" fmla="*/ 558800 h 571536"/>
              <a:gd name="connsiteX8" fmla="*/ 924104 w 1474025"/>
              <a:gd name="connsiteY8" fmla="*/ 571500 h 571536"/>
              <a:gd name="connsiteX9" fmla="*/ 555804 w 1474025"/>
              <a:gd name="connsiteY9" fmla="*/ 561975 h 571536"/>
              <a:gd name="connsiteX10" fmla="*/ 285929 w 1474025"/>
              <a:gd name="connsiteY10" fmla="*/ 542925 h 571536"/>
              <a:gd name="connsiteX11" fmla="*/ 79554 w 1474025"/>
              <a:gd name="connsiteY11" fmla="*/ 541337 h 571536"/>
              <a:gd name="connsiteX12" fmla="*/ 38279 w 1474025"/>
              <a:gd name="connsiteY12" fmla="*/ 500063 h 571536"/>
              <a:gd name="connsiteX13" fmla="*/ 179 w 1474025"/>
              <a:gd name="connsiteY13" fmla="*/ 342900 h 571536"/>
              <a:gd name="connsiteX14" fmla="*/ 54154 w 1474025"/>
              <a:gd name="connsiteY14" fmla="*/ 396875 h 571536"/>
              <a:gd name="connsiteX15" fmla="*/ 120829 w 1474025"/>
              <a:gd name="connsiteY15" fmla="*/ 381000 h 571536"/>
              <a:gd name="connsiteX16" fmla="*/ 165279 w 1474025"/>
              <a:gd name="connsiteY16" fmla="*/ 352425 h 571536"/>
              <a:gd name="connsiteX17" fmla="*/ 203379 w 1474025"/>
              <a:gd name="connsiteY17" fmla="*/ 269875 h 571536"/>
              <a:gd name="connsiteX18" fmla="*/ 190679 w 1474025"/>
              <a:gd name="connsiteY18" fmla="*/ 174625 h 571536"/>
              <a:gd name="connsiteX19" fmla="*/ 130354 w 1474025"/>
              <a:gd name="connsiteY19" fmla="*/ 149225 h 571536"/>
              <a:gd name="connsiteX20" fmla="*/ 76379 w 1474025"/>
              <a:gd name="connsiteY20" fmla="*/ 174625 h 571536"/>
              <a:gd name="connsiteX21" fmla="*/ 31929 w 1474025"/>
              <a:gd name="connsiteY21" fmla="*/ 200025 h 571536"/>
              <a:gd name="connsiteX22" fmla="*/ 16054 w 1474025"/>
              <a:gd name="connsiteY22" fmla="*/ 152400 h 571536"/>
              <a:gd name="connsiteX23" fmla="*/ 66854 w 1474025"/>
              <a:gd name="connsiteY23" fmla="*/ 60325 h 571536"/>
              <a:gd name="connsiteX24" fmla="*/ 98604 w 1474025"/>
              <a:gd name="connsiteY24" fmla="*/ 0 h 571536"/>
              <a:gd name="connsiteX0" fmla="*/ 98636 w 1474057"/>
              <a:gd name="connsiteY0" fmla="*/ 0 h 571536"/>
              <a:gd name="connsiteX1" fmla="*/ 778086 w 1474057"/>
              <a:gd name="connsiteY1" fmla="*/ 9525 h 571536"/>
              <a:gd name="connsiteX2" fmla="*/ 1143211 w 1474057"/>
              <a:gd name="connsiteY2" fmla="*/ 15875 h 571536"/>
              <a:gd name="connsiteX3" fmla="*/ 1409911 w 1474057"/>
              <a:gd name="connsiteY3" fmla="*/ 28575 h 571536"/>
              <a:gd name="connsiteX4" fmla="*/ 1460711 w 1474057"/>
              <a:gd name="connsiteY4" fmla="*/ 190500 h 571536"/>
              <a:gd name="connsiteX5" fmla="*/ 1463886 w 1474057"/>
              <a:gd name="connsiteY5" fmla="*/ 393700 h 571536"/>
              <a:gd name="connsiteX6" fmla="*/ 1457536 w 1474057"/>
              <a:gd name="connsiteY6" fmla="*/ 527050 h 571536"/>
              <a:gd name="connsiteX7" fmla="*/ 1263861 w 1474057"/>
              <a:gd name="connsiteY7" fmla="*/ 558800 h 571536"/>
              <a:gd name="connsiteX8" fmla="*/ 924136 w 1474057"/>
              <a:gd name="connsiteY8" fmla="*/ 571500 h 571536"/>
              <a:gd name="connsiteX9" fmla="*/ 555836 w 1474057"/>
              <a:gd name="connsiteY9" fmla="*/ 561975 h 571536"/>
              <a:gd name="connsiteX10" fmla="*/ 285961 w 1474057"/>
              <a:gd name="connsiteY10" fmla="*/ 542925 h 571536"/>
              <a:gd name="connsiteX11" fmla="*/ 79586 w 1474057"/>
              <a:gd name="connsiteY11" fmla="*/ 541337 h 571536"/>
              <a:gd name="connsiteX12" fmla="*/ 38311 w 1474057"/>
              <a:gd name="connsiteY12" fmla="*/ 500063 h 571536"/>
              <a:gd name="connsiteX13" fmla="*/ 211 w 1474057"/>
              <a:gd name="connsiteY13" fmla="*/ 342900 h 571536"/>
              <a:gd name="connsiteX14" fmla="*/ 54186 w 1474057"/>
              <a:gd name="connsiteY14" fmla="*/ 396875 h 571536"/>
              <a:gd name="connsiteX15" fmla="*/ 120861 w 1474057"/>
              <a:gd name="connsiteY15" fmla="*/ 381000 h 571536"/>
              <a:gd name="connsiteX16" fmla="*/ 165311 w 1474057"/>
              <a:gd name="connsiteY16" fmla="*/ 352425 h 571536"/>
              <a:gd name="connsiteX17" fmla="*/ 203411 w 1474057"/>
              <a:gd name="connsiteY17" fmla="*/ 269875 h 571536"/>
              <a:gd name="connsiteX18" fmla="*/ 190711 w 1474057"/>
              <a:gd name="connsiteY18" fmla="*/ 174625 h 571536"/>
              <a:gd name="connsiteX19" fmla="*/ 130386 w 1474057"/>
              <a:gd name="connsiteY19" fmla="*/ 149225 h 571536"/>
              <a:gd name="connsiteX20" fmla="*/ 76411 w 1474057"/>
              <a:gd name="connsiteY20" fmla="*/ 174625 h 571536"/>
              <a:gd name="connsiteX21" fmla="*/ 31961 w 1474057"/>
              <a:gd name="connsiteY21" fmla="*/ 200025 h 571536"/>
              <a:gd name="connsiteX22" fmla="*/ 16086 w 1474057"/>
              <a:gd name="connsiteY22" fmla="*/ 152400 h 571536"/>
              <a:gd name="connsiteX23" fmla="*/ 66886 w 1474057"/>
              <a:gd name="connsiteY23" fmla="*/ 60325 h 571536"/>
              <a:gd name="connsiteX24" fmla="*/ 98636 w 1474057"/>
              <a:gd name="connsiteY24" fmla="*/ 0 h 571536"/>
              <a:gd name="connsiteX0" fmla="*/ 98589 w 1474010"/>
              <a:gd name="connsiteY0" fmla="*/ 0 h 571536"/>
              <a:gd name="connsiteX1" fmla="*/ 778039 w 1474010"/>
              <a:gd name="connsiteY1" fmla="*/ 9525 h 571536"/>
              <a:gd name="connsiteX2" fmla="*/ 1143164 w 1474010"/>
              <a:gd name="connsiteY2" fmla="*/ 15875 h 571536"/>
              <a:gd name="connsiteX3" fmla="*/ 1409864 w 1474010"/>
              <a:gd name="connsiteY3" fmla="*/ 28575 h 571536"/>
              <a:gd name="connsiteX4" fmla="*/ 1460664 w 1474010"/>
              <a:gd name="connsiteY4" fmla="*/ 190500 h 571536"/>
              <a:gd name="connsiteX5" fmla="*/ 1463839 w 1474010"/>
              <a:gd name="connsiteY5" fmla="*/ 393700 h 571536"/>
              <a:gd name="connsiteX6" fmla="*/ 1457489 w 1474010"/>
              <a:gd name="connsiteY6" fmla="*/ 527050 h 571536"/>
              <a:gd name="connsiteX7" fmla="*/ 1263814 w 1474010"/>
              <a:gd name="connsiteY7" fmla="*/ 558800 h 571536"/>
              <a:gd name="connsiteX8" fmla="*/ 924089 w 1474010"/>
              <a:gd name="connsiteY8" fmla="*/ 571500 h 571536"/>
              <a:gd name="connsiteX9" fmla="*/ 555789 w 1474010"/>
              <a:gd name="connsiteY9" fmla="*/ 561975 h 571536"/>
              <a:gd name="connsiteX10" fmla="*/ 285914 w 1474010"/>
              <a:gd name="connsiteY10" fmla="*/ 542925 h 571536"/>
              <a:gd name="connsiteX11" fmla="*/ 79539 w 1474010"/>
              <a:gd name="connsiteY11" fmla="*/ 541337 h 571536"/>
              <a:gd name="connsiteX12" fmla="*/ 39851 w 1474010"/>
              <a:gd name="connsiteY12" fmla="*/ 500063 h 571536"/>
              <a:gd name="connsiteX13" fmla="*/ 164 w 1474010"/>
              <a:gd name="connsiteY13" fmla="*/ 342900 h 571536"/>
              <a:gd name="connsiteX14" fmla="*/ 54139 w 1474010"/>
              <a:gd name="connsiteY14" fmla="*/ 396875 h 571536"/>
              <a:gd name="connsiteX15" fmla="*/ 120814 w 1474010"/>
              <a:gd name="connsiteY15" fmla="*/ 381000 h 571536"/>
              <a:gd name="connsiteX16" fmla="*/ 165264 w 1474010"/>
              <a:gd name="connsiteY16" fmla="*/ 352425 h 571536"/>
              <a:gd name="connsiteX17" fmla="*/ 203364 w 1474010"/>
              <a:gd name="connsiteY17" fmla="*/ 269875 h 571536"/>
              <a:gd name="connsiteX18" fmla="*/ 190664 w 1474010"/>
              <a:gd name="connsiteY18" fmla="*/ 174625 h 571536"/>
              <a:gd name="connsiteX19" fmla="*/ 130339 w 1474010"/>
              <a:gd name="connsiteY19" fmla="*/ 149225 h 571536"/>
              <a:gd name="connsiteX20" fmla="*/ 76364 w 1474010"/>
              <a:gd name="connsiteY20" fmla="*/ 174625 h 571536"/>
              <a:gd name="connsiteX21" fmla="*/ 31914 w 1474010"/>
              <a:gd name="connsiteY21" fmla="*/ 200025 h 571536"/>
              <a:gd name="connsiteX22" fmla="*/ 16039 w 1474010"/>
              <a:gd name="connsiteY22" fmla="*/ 152400 h 571536"/>
              <a:gd name="connsiteX23" fmla="*/ 66839 w 1474010"/>
              <a:gd name="connsiteY23" fmla="*/ 60325 h 571536"/>
              <a:gd name="connsiteX24" fmla="*/ 98589 w 1474010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4625 h 571536"/>
              <a:gd name="connsiteX19" fmla="*/ 130339 w 1467022"/>
              <a:gd name="connsiteY19" fmla="*/ 149225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4625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65264 w 1467022"/>
              <a:gd name="connsiteY16" fmla="*/ 352425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20814 w 1467022"/>
              <a:gd name="connsiteY15" fmla="*/ 381000 h 571536"/>
              <a:gd name="connsiteX16" fmla="*/ 184314 w 1467022"/>
              <a:gd name="connsiteY16" fmla="*/ 342900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8589 w 1467022"/>
              <a:gd name="connsiteY0" fmla="*/ 0 h 571536"/>
              <a:gd name="connsiteX1" fmla="*/ 778039 w 1467022"/>
              <a:gd name="connsiteY1" fmla="*/ 9525 h 571536"/>
              <a:gd name="connsiteX2" fmla="*/ 1143164 w 1467022"/>
              <a:gd name="connsiteY2" fmla="*/ 15875 h 571536"/>
              <a:gd name="connsiteX3" fmla="*/ 1409864 w 1467022"/>
              <a:gd name="connsiteY3" fmla="*/ 28575 h 571536"/>
              <a:gd name="connsiteX4" fmla="*/ 1460664 w 1467022"/>
              <a:gd name="connsiteY4" fmla="*/ 190500 h 571536"/>
              <a:gd name="connsiteX5" fmla="*/ 1463839 w 1467022"/>
              <a:gd name="connsiteY5" fmla="*/ 393700 h 571536"/>
              <a:gd name="connsiteX6" fmla="*/ 1438439 w 1467022"/>
              <a:gd name="connsiteY6" fmla="*/ 528638 h 571536"/>
              <a:gd name="connsiteX7" fmla="*/ 1263814 w 1467022"/>
              <a:gd name="connsiteY7" fmla="*/ 558800 h 571536"/>
              <a:gd name="connsiteX8" fmla="*/ 924089 w 1467022"/>
              <a:gd name="connsiteY8" fmla="*/ 571500 h 571536"/>
              <a:gd name="connsiteX9" fmla="*/ 555789 w 1467022"/>
              <a:gd name="connsiteY9" fmla="*/ 561975 h 571536"/>
              <a:gd name="connsiteX10" fmla="*/ 285914 w 1467022"/>
              <a:gd name="connsiteY10" fmla="*/ 542925 h 571536"/>
              <a:gd name="connsiteX11" fmla="*/ 79539 w 1467022"/>
              <a:gd name="connsiteY11" fmla="*/ 541337 h 571536"/>
              <a:gd name="connsiteX12" fmla="*/ 39851 w 1467022"/>
              <a:gd name="connsiteY12" fmla="*/ 500063 h 571536"/>
              <a:gd name="connsiteX13" fmla="*/ 164 w 1467022"/>
              <a:gd name="connsiteY13" fmla="*/ 342900 h 571536"/>
              <a:gd name="connsiteX14" fmla="*/ 54139 w 1467022"/>
              <a:gd name="connsiteY14" fmla="*/ 396875 h 571536"/>
              <a:gd name="connsiteX15" fmla="*/ 117639 w 1467022"/>
              <a:gd name="connsiteY15" fmla="*/ 388937 h 571536"/>
              <a:gd name="connsiteX16" fmla="*/ 184314 w 1467022"/>
              <a:gd name="connsiteY16" fmla="*/ 342900 h 571536"/>
              <a:gd name="connsiteX17" fmla="*/ 203364 w 1467022"/>
              <a:gd name="connsiteY17" fmla="*/ 269875 h 571536"/>
              <a:gd name="connsiteX18" fmla="*/ 190664 w 1467022"/>
              <a:gd name="connsiteY18" fmla="*/ 179387 h 571536"/>
              <a:gd name="connsiteX19" fmla="*/ 136689 w 1467022"/>
              <a:gd name="connsiteY19" fmla="*/ 153987 h 571536"/>
              <a:gd name="connsiteX20" fmla="*/ 76364 w 1467022"/>
              <a:gd name="connsiteY20" fmla="*/ 174625 h 571536"/>
              <a:gd name="connsiteX21" fmla="*/ 31914 w 1467022"/>
              <a:gd name="connsiteY21" fmla="*/ 200025 h 571536"/>
              <a:gd name="connsiteX22" fmla="*/ 16039 w 1467022"/>
              <a:gd name="connsiteY22" fmla="*/ 152400 h 571536"/>
              <a:gd name="connsiteX23" fmla="*/ 66839 w 1467022"/>
              <a:gd name="connsiteY23" fmla="*/ 60325 h 571536"/>
              <a:gd name="connsiteX24" fmla="*/ 98589 w 1467022"/>
              <a:gd name="connsiteY24" fmla="*/ 0 h 571536"/>
              <a:gd name="connsiteX0" fmla="*/ 96983 w 1465416"/>
              <a:gd name="connsiteY0" fmla="*/ 0 h 571536"/>
              <a:gd name="connsiteX1" fmla="*/ 776433 w 1465416"/>
              <a:gd name="connsiteY1" fmla="*/ 9525 h 571536"/>
              <a:gd name="connsiteX2" fmla="*/ 1141558 w 1465416"/>
              <a:gd name="connsiteY2" fmla="*/ 15875 h 571536"/>
              <a:gd name="connsiteX3" fmla="*/ 1408258 w 1465416"/>
              <a:gd name="connsiteY3" fmla="*/ 28575 h 571536"/>
              <a:gd name="connsiteX4" fmla="*/ 1459058 w 1465416"/>
              <a:gd name="connsiteY4" fmla="*/ 190500 h 571536"/>
              <a:gd name="connsiteX5" fmla="*/ 1462233 w 1465416"/>
              <a:gd name="connsiteY5" fmla="*/ 393700 h 571536"/>
              <a:gd name="connsiteX6" fmla="*/ 1436833 w 1465416"/>
              <a:gd name="connsiteY6" fmla="*/ 528638 h 571536"/>
              <a:gd name="connsiteX7" fmla="*/ 1262208 w 1465416"/>
              <a:gd name="connsiteY7" fmla="*/ 558800 h 571536"/>
              <a:gd name="connsiteX8" fmla="*/ 922483 w 1465416"/>
              <a:gd name="connsiteY8" fmla="*/ 571500 h 571536"/>
              <a:gd name="connsiteX9" fmla="*/ 554183 w 1465416"/>
              <a:gd name="connsiteY9" fmla="*/ 561975 h 571536"/>
              <a:gd name="connsiteX10" fmla="*/ 284308 w 1465416"/>
              <a:gd name="connsiteY10" fmla="*/ 542925 h 571536"/>
              <a:gd name="connsiteX11" fmla="*/ 77933 w 1465416"/>
              <a:gd name="connsiteY11" fmla="*/ 541337 h 571536"/>
              <a:gd name="connsiteX12" fmla="*/ 38245 w 1465416"/>
              <a:gd name="connsiteY12" fmla="*/ 500063 h 571536"/>
              <a:gd name="connsiteX13" fmla="*/ 146 w 1465416"/>
              <a:gd name="connsiteY13" fmla="*/ 352425 h 571536"/>
              <a:gd name="connsiteX14" fmla="*/ 52533 w 1465416"/>
              <a:gd name="connsiteY14" fmla="*/ 396875 h 571536"/>
              <a:gd name="connsiteX15" fmla="*/ 116033 w 1465416"/>
              <a:gd name="connsiteY15" fmla="*/ 388937 h 571536"/>
              <a:gd name="connsiteX16" fmla="*/ 182708 w 1465416"/>
              <a:gd name="connsiteY16" fmla="*/ 342900 h 571536"/>
              <a:gd name="connsiteX17" fmla="*/ 201758 w 1465416"/>
              <a:gd name="connsiteY17" fmla="*/ 269875 h 571536"/>
              <a:gd name="connsiteX18" fmla="*/ 189058 w 1465416"/>
              <a:gd name="connsiteY18" fmla="*/ 179387 h 571536"/>
              <a:gd name="connsiteX19" fmla="*/ 135083 w 1465416"/>
              <a:gd name="connsiteY19" fmla="*/ 153987 h 571536"/>
              <a:gd name="connsiteX20" fmla="*/ 74758 w 1465416"/>
              <a:gd name="connsiteY20" fmla="*/ 174625 h 571536"/>
              <a:gd name="connsiteX21" fmla="*/ 30308 w 1465416"/>
              <a:gd name="connsiteY21" fmla="*/ 200025 h 571536"/>
              <a:gd name="connsiteX22" fmla="*/ 14433 w 1465416"/>
              <a:gd name="connsiteY22" fmla="*/ 152400 h 571536"/>
              <a:gd name="connsiteX23" fmla="*/ 65233 w 1465416"/>
              <a:gd name="connsiteY23" fmla="*/ 60325 h 571536"/>
              <a:gd name="connsiteX24" fmla="*/ 96983 w 1465416"/>
              <a:gd name="connsiteY24" fmla="*/ 0 h 571536"/>
              <a:gd name="connsiteX0" fmla="*/ 98563 w 1466996"/>
              <a:gd name="connsiteY0" fmla="*/ 0 h 571536"/>
              <a:gd name="connsiteX1" fmla="*/ 778013 w 1466996"/>
              <a:gd name="connsiteY1" fmla="*/ 9525 h 571536"/>
              <a:gd name="connsiteX2" fmla="*/ 1143138 w 1466996"/>
              <a:gd name="connsiteY2" fmla="*/ 15875 h 571536"/>
              <a:gd name="connsiteX3" fmla="*/ 1409838 w 1466996"/>
              <a:gd name="connsiteY3" fmla="*/ 28575 h 571536"/>
              <a:gd name="connsiteX4" fmla="*/ 1460638 w 1466996"/>
              <a:gd name="connsiteY4" fmla="*/ 190500 h 571536"/>
              <a:gd name="connsiteX5" fmla="*/ 1463813 w 1466996"/>
              <a:gd name="connsiteY5" fmla="*/ 393700 h 571536"/>
              <a:gd name="connsiteX6" fmla="*/ 1438413 w 1466996"/>
              <a:gd name="connsiteY6" fmla="*/ 528638 h 571536"/>
              <a:gd name="connsiteX7" fmla="*/ 1263788 w 1466996"/>
              <a:gd name="connsiteY7" fmla="*/ 558800 h 571536"/>
              <a:gd name="connsiteX8" fmla="*/ 924063 w 1466996"/>
              <a:gd name="connsiteY8" fmla="*/ 571500 h 571536"/>
              <a:gd name="connsiteX9" fmla="*/ 555763 w 1466996"/>
              <a:gd name="connsiteY9" fmla="*/ 561975 h 571536"/>
              <a:gd name="connsiteX10" fmla="*/ 285888 w 1466996"/>
              <a:gd name="connsiteY10" fmla="*/ 542925 h 571536"/>
              <a:gd name="connsiteX11" fmla="*/ 79513 w 1466996"/>
              <a:gd name="connsiteY11" fmla="*/ 541337 h 571536"/>
              <a:gd name="connsiteX12" fmla="*/ 39825 w 1466996"/>
              <a:gd name="connsiteY12" fmla="*/ 500063 h 571536"/>
              <a:gd name="connsiteX13" fmla="*/ 138 w 1466996"/>
              <a:gd name="connsiteY13" fmla="*/ 357188 h 571536"/>
              <a:gd name="connsiteX14" fmla="*/ 54113 w 1466996"/>
              <a:gd name="connsiteY14" fmla="*/ 396875 h 571536"/>
              <a:gd name="connsiteX15" fmla="*/ 117613 w 1466996"/>
              <a:gd name="connsiteY15" fmla="*/ 388937 h 571536"/>
              <a:gd name="connsiteX16" fmla="*/ 184288 w 1466996"/>
              <a:gd name="connsiteY16" fmla="*/ 342900 h 571536"/>
              <a:gd name="connsiteX17" fmla="*/ 203338 w 1466996"/>
              <a:gd name="connsiteY17" fmla="*/ 269875 h 571536"/>
              <a:gd name="connsiteX18" fmla="*/ 190638 w 1466996"/>
              <a:gd name="connsiteY18" fmla="*/ 179387 h 571536"/>
              <a:gd name="connsiteX19" fmla="*/ 136663 w 1466996"/>
              <a:gd name="connsiteY19" fmla="*/ 153987 h 571536"/>
              <a:gd name="connsiteX20" fmla="*/ 76338 w 1466996"/>
              <a:gd name="connsiteY20" fmla="*/ 174625 h 571536"/>
              <a:gd name="connsiteX21" fmla="*/ 31888 w 1466996"/>
              <a:gd name="connsiteY21" fmla="*/ 200025 h 571536"/>
              <a:gd name="connsiteX22" fmla="*/ 16013 w 1466996"/>
              <a:gd name="connsiteY22" fmla="*/ 152400 h 571536"/>
              <a:gd name="connsiteX23" fmla="*/ 66813 w 1466996"/>
              <a:gd name="connsiteY23" fmla="*/ 60325 h 571536"/>
              <a:gd name="connsiteX24" fmla="*/ 98563 w 1466996"/>
              <a:gd name="connsiteY24" fmla="*/ 0 h 571536"/>
              <a:gd name="connsiteX0" fmla="*/ 98661 w 1467094"/>
              <a:gd name="connsiteY0" fmla="*/ 0 h 571536"/>
              <a:gd name="connsiteX1" fmla="*/ 778111 w 1467094"/>
              <a:gd name="connsiteY1" fmla="*/ 9525 h 571536"/>
              <a:gd name="connsiteX2" fmla="*/ 1143236 w 1467094"/>
              <a:gd name="connsiteY2" fmla="*/ 15875 h 571536"/>
              <a:gd name="connsiteX3" fmla="*/ 1409936 w 1467094"/>
              <a:gd name="connsiteY3" fmla="*/ 28575 h 571536"/>
              <a:gd name="connsiteX4" fmla="*/ 1460736 w 1467094"/>
              <a:gd name="connsiteY4" fmla="*/ 190500 h 571536"/>
              <a:gd name="connsiteX5" fmla="*/ 1463911 w 1467094"/>
              <a:gd name="connsiteY5" fmla="*/ 393700 h 571536"/>
              <a:gd name="connsiteX6" fmla="*/ 1438511 w 1467094"/>
              <a:gd name="connsiteY6" fmla="*/ 528638 h 571536"/>
              <a:gd name="connsiteX7" fmla="*/ 1263886 w 1467094"/>
              <a:gd name="connsiteY7" fmla="*/ 558800 h 571536"/>
              <a:gd name="connsiteX8" fmla="*/ 924161 w 1467094"/>
              <a:gd name="connsiteY8" fmla="*/ 571500 h 571536"/>
              <a:gd name="connsiteX9" fmla="*/ 555861 w 1467094"/>
              <a:gd name="connsiteY9" fmla="*/ 561975 h 571536"/>
              <a:gd name="connsiteX10" fmla="*/ 285986 w 1467094"/>
              <a:gd name="connsiteY10" fmla="*/ 542925 h 571536"/>
              <a:gd name="connsiteX11" fmla="*/ 79611 w 1467094"/>
              <a:gd name="connsiteY11" fmla="*/ 541337 h 571536"/>
              <a:gd name="connsiteX12" fmla="*/ 39923 w 1467094"/>
              <a:gd name="connsiteY12" fmla="*/ 500063 h 571536"/>
              <a:gd name="connsiteX13" fmla="*/ 236 w 1467094"/>
              <a:gd name="connsiteY13" fmla="*/ 357188 h 571536"/>
              <a:gd name="connsiteX14" fmla="*/ 58974 w 1467094"/>
              <a:gd name="connsiteY14" fmla="*/ 396875 h 571536"/>
              <a:gd name="connsiteX15" fmla="*/ 117711 w 1467094"/>
              <a:gd name="connsiteY15" fmla="*/ 388937 h 571536"/>
              <a:gd name="connsiteX16" fmla="*/ 184386 w 1467094"/>
              <a:gd name="connsiteY16" fmla="*/ 342900 h 571536"/>
              <a:gd name="connsiteX17" fmla="*/ 203436 w 1467094"/>
              <a:gd name="connsiteY17" fmla="*/ 269875 h 571536"/>
              <a:gd name="connsiteX18" fmla="*/ 190736 w 1467094"/>
              <a:gd name="connsiteY18" fmla="*/ 179387 h 571536"/>
              <a:gd name="connsiteX19" fmla="*/ 136761 w 1467094"/>
              <a:gd name="connsiteY19" fmla="*/ 153987 h 571536"/>
              <a:gd name="connsiteX20" fmla="*/ 76436 w 1467094"/>
              <a:gd name="connsiteY20" fmla="*/ 174625 h 571536"/>
              <a:gd name="connsiteX21" fmla="*/ 31986 w 1467094"/>
              <a:gd name="connsiteY21" fmla="*/ 200025 h 571536"/>
              <a:gd name="connsiteX22" fmla="*/ 16111 w 1467094"/>
              <a:gd name="connsiteY22" fmla="*/ 152400 h 571536"/>
              <a:gd name="connsiteX23" fmla="*/ 66911 w 1467094"/>
              <a:gd name="connsiteY23" fmla="*/ 60325 h 571536"/>
              <a:gd name="connsiteX24" fmla="*/ 98661 w 1467094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79387 h 571536"/>
              <a:gd name="connsiteX19" fmla="*/ 136812 w 1467145"/>
              <a:gd name="connsiteY19" fmla="*/ 153987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6812 w 1467145"/>
              <a:gd name="connsiteY19" fmla="*/ 153987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8400 w 1467145"/>
              <a:gd name="connsiteY19" fmla="*/ 161925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98712 w 1467145"/>
              <a:gd name="connsiteY0" fmla="*/ 0 h 571536"/>
              <a:gd name="connsiteX1" fmla="*/ 778162 w 1467145"/>
              <a:gd name="connsiteY1" fmla="*/ 9525 h 571536"/>
              <a:gd name="connsiteX2" fmla="*/ 1143287 w 1467145"/>
              <a:gd name="connsiteY2" fmla="*/ 15875 h 571536"/>
              <a:gd name="connsiteX3" fmla="*/ 1409987 w 1467145"/>
              <a:gd name="connsiteY3" fmla="*/ 28575 h 571536"/>
              <a:gd name="connsiteX4" fmla="*/ 1460787 w 1467145"/>
              <a:gd name="connsiteY4" fmla="*/ 190500 h 571536"/>
              <a:gd name="connsiteX5" fmla="*/ 1463962 w 1467145"/>
              <a:gd name="connsiteY5" fmla="*/ 393700 h 571536"/>
              <a:gd name="connsiteX6" fmla="*/ 1438562 w 1467145"/>
              <a:gd name="connsiteY6" fmla="*/ 528638 h 571536"/>
              <a:gd name="connsiteX7" fmla="*/ 1263937 w 1467145"/>
              <a:gd name="connsiteY7" fmla="*/ 558800 h 571536"/>
              <a:gd name="connsiteX8" fmla="*/ 924212 w 1467145"/>
              <a:gd name="connsiteY8" fmla="*/ 571500 h 571536"/>
              <a:gd name="connsiteX9" fmla="*/ 555912 w 1467145"/>
              <a:gd name="connsiteY9" fmla="*/ 561975 h 571536"/>
              <a:gd name="connsiteX10" fmla="*/ 286037 w 1467145"/>
              <a:gd name="connsiteY10" fmla="*/ 542925 h 571536"/>
              <a:gd name="connsiteX11" fmla="*/ 79662 w 1467145"/>
              <a:gd name="connsiteY11" fmla="*/ 541337 h 571536"/>
              <a:gd name="connsiteX12" fmla="*/ 38387 w 1467145"/>
              <a:gd name="connsiteY12" fmla="*/ 495301 h 571536"/>
              <a:gd name="connsiteX13" fmla="*/ 287 w 1467145"/>
              <a:gd name="connsiteY13" fmla="*/ 357188 h 571536"/>
              <a:gd name="connsiteX14" fmla="*/ 59025 w 1467145"/>
              <a:gd name="connsiteY14" fmla="*/ 396875 h 571536"/>
              <a:gd name="connsiteX15" fmla="*/ 117762 w 1467145"/>
              <a:gd name="connsiteY15" fmla="*/ 388937 h 571536"/>
              <a:gd name="connsiteX16" fmla="*/ 184437 w 1467145"/>
              <a:gd name="connsiteY16" fmla="*/ 342900 h 571536"/>
              <a:gd name="connsiteX17" fmla="*/ 203487 w 1467145"/>
              <a:gd name="connsiteY17" fmla="*/ 269875 h 571536"/>
              <a:gd name="connsiteX18" fmla="*/ 190787 w 1467145"/>
              <a:gd name="connsiteY18" fmla="*/ 187324 h 571536"/>
              <a:gd name="connsiteX19" fmla="*/ 138400 w 1467145"/>
              <a:gd name="connsiteY19" fmla="*/ 161925 h 571536"/>
              <a:gd name="connsiteX20" fmla="*/ 76487 w 1467145"/>
              <a:gd name="connsiteY20" fmla="*/ 174625 h 571536"/>
              <a:gd name="connsiteX21" fmla="*/ 32037 w 1467145"/>
              <a:gd name="connsiteY21" fmla="*/ 200025 h 571536"/>
              <a:gd name="connsiteX22" fmla="*/ 16162 w 1467145"/>
              <a:gd name="connsiteY22" fmla="*/ 152400 h 571536"/>
              <a:gd name="connsiteX23" fmla="*/ 66962 w 1467145"/>
              <a:gd name="connsiteY23" fmla="*/ 60325 h 571536"/>
              <a:gd name="connsiteX24" fmla="*/ 98712 w 1467145"/>
              <a:gd name="connsiteY24" fmla="*/ 0 h 571536"/>
              <a:gd name="connsiteX0" fmla="*/ 108237 w 1467145"/>
              <a:gd name="connsiteY0" fmla="*/ 0 h 569948"/>
              <a:gd name="connsiteX1" fmla="*/ 778162 w 1467145"/>
              <a:gd name="connsiteY1" fmla="*/ 7937 h 569948"/>
              <a:gd name="connsiteX2" fmla="*/ 1143287 w 1467145"/>
              <a:gd name="connsiteY2" fmla="*/ 14287 h 569948"/>
              <a:gd name="connsiteX3" fmla="*/ 1409987 w 1467145"/>
              <a:gd name="connsiteY3" fmla="*/ 26987 h 569948"/>
              <a:gd name="connsiteX4" fmla="*/ 1460787 w 1467145"/>
              <a:gd name="connsiteY4" fmla="*/ 188912 h 569948"/>
              <a:gd name="connsiteX5" fmla="*/ 1463962 w 1467145"/>
              <a:gd name="connsiteY5" fmla="*/ 392112 h 569948"/>
              <a:gd name="connsiteX6" fmla="*/ 1438562 w 1467145"/>
              <a:gd name="connsiteY6" fmla="*/ 527050 h 569948"/>
              <a:gd name="connsiteX7" fmla="*/ 1263937 w 1467145"/>
              <a:gd name="connsiteY7" fmla="*/ 557212 h 569948"/>
              <a:gd name="connsiteX8" fmla="*/ 924212 w 1467145"/>
              <a:gd name="connsiteY8" fmla="*/ 569912 h 569948"/>
              <a:gd name="connsiteX9" fmla="*/ 555912 w 1467145"/>
              <a:gd name="connsiteY9" fmla="*/ 560387 h 569948"/>
              <a:gd name="connsiteX10" fmla="*/ 286037 w 1467145"/>
              <a:gd name="connsiteY10" fmla="*/ 541337 h 569948"/>
              <a:gd name="connsiteX11" fmla="*/ 79662 w 1467145"/>
              <a:gd name="connsiteY11" fmla="*/ 539749 h 569948"/>
              <a:gd name="connsiteX12" fmla="*/ 38387 w 1467145"/>
              <a:gd name="connsiteY12" fmla="*/ 493713 h 569948"/>
              <a:gd name="connsiteX13" fmla="*/ 287 w 1467145"/>
              <a:gd name="connsiteY13" fmla="*/ 355600 h 569948"/>
              <a:gd name="connsiteX14" fmla="*/ 59025 w 1467145"/>
              <a:gd name="connsiteY14" fmla="*/ 395287 h 569948"/>
              <a:gd name="connsiteX15" fmla="*/ 117762 w 1467145"/>
              <a:gd name="connsiteY15" fmla="*/ 387349 h 569948"/>
              <a:gd name="connsiteX16" fmla="*/ 184437 w 1467145"/>
              <a:gd name="connsiteY16" fmla="*/ 341312 h 569948"/>
              <a:gd name="connsiteX17" fmla="*/ 203487 w 1467145"/>
              <a:gd name="connsiteY17" fmla="*/ 268287 h 569948"/>
              <a:gd name="connsiteX18" fmla="*/ 190787 w 1467145"/>
              <a:gd name="connsiteY18" fmla="*/ 185736 h 569948"/>
              <a:gd name="connsiteX19" fmla="*/ 138400 w 1467145"/>
              <a:gd name="connsiteY19" fmla="*/ 160337 h 569948"/>
              <a:gd name="connsiteX20" fmla="*/ 76487 w 1467145"/>
              <a:gd name="connsiteY20" fmla="*/ 173037 h 569948"/>
              <a:gd name="connsiteX21" fmla="*/ 32037 w 1467145"/>
              <a:gd name="connsiteY21" fmla="*/ 198437 h 569948"/>
              <a:gd name="connsiteX22" fmla="*/ 16162 w 1467145"/>
              <a:gd name="connsiteY22" fmla="*/ 150812 h 569948"/>
              <a:gd name="connsiteX23" fmla="*/ 66962 w 1467145"/>
              <a:gd name="connsiteY23" fmla="*/ 58737 h 569948"/>
              <a:gd name="connsiteX24" fmla="*/ 108237 w 1467145"/>
              <a:gd name="connsiteY24" fmla="*/ 0 h 569948"/>
              <a:gd name="connsiteX0" fmla="*/ 108237 w 1467145"/>
              <a:gd name="connsiteY0" fmla="*/ 0 h 569948"/>
              <a:gd name="connsiteX1" fmla="*/ 778162 w 1467145"/>
              <a:gd name="connsiteY1" fmla="*/ 7937 h 569948"/>
              <a:gd name="connsiteX2" fmla="*/ 1143287 w 1467145"/>
              <a:gd name="connsiteY2" fmla="*/ 14287 h 569948"/>
              <a:gd name="connsiteX3" fmla="*/ 1409987 w 1467145"/>
              <a:gd name="connsiteY3" fmla="*/ 26987 h 569948"/>
              <a:gd name="connsiteX4" fmla="*/ 1460787 w 1467145"/>
              <a:gd name="connsiteY4" fmla="*/ 188912 h 569948"/>
              <a:gd name="connsiteX5" fmla="*/ 1463962 w 1467145"/>
              <a:gd name="connsiteY5" fmla="*/ 392112 h 569948"/>
              <a:gd name="connsiteX6" fmla="*/ 1438562 w 1467145"/>
              <a:gd name="connsiteY6" fmla="*/ 527050 h 569948"/>
              <a:gd name="connsiteX7" fmla="*/ 1263937 w 1467145"/>
              <a:gd name="connsiteY7" fmla="*/ 557212 h 569948"/>
              <a:gd name="connsiteX8" fmla="*/ 924212 w 1467145"/>
              <a:gd name="connsiteY8" fmla="*/ 569912 h 569948"/>
              <a:gd name="connsiteX9" fmla="*/ 555912 w 1467145"/>
              <a:gd name="connsiteY9" fmla="*/ 560387 h 569948"/>
              <a:gd name="connsiteX10" fmla="*/ 286037 w 1467145"/>
              <a:gd name="connsiteY10" fmla="*/ 541337 h 569948"/>
              <a:gd name="connsiteX11" fmla="*/ 79662 w 1467145"/>
              <a:gd name="connsiteY11" fmla="*/ 539749 h 569948"/>
              <a:gd name="connsiteX12" fmla="*/ 38387 w 1467145"/>
              <a:gd name="connsiteY12" fmla="*/ 493713 h 569948"/>
              <a:gd name="connsiteX13" fmla="*/ 287 w 1467145"/>
              <a:gd name="connsiteY13" fmla="*/ 355600 h 569948"/>
              <a:gd name="connsiteX14" fmla="*/ 59025 w 1467145"/>
              <a:gd name="connsiteY14" fmla="*/ 395287 h 569948"/>
              <a:gd name="connsiteX15" fmla="*/ 117762 w 1467145"/>
              <a:gd name="connsiteY15" fmla="*/ 387349 h 569948"/>
              <a:gd name="connsiteX16" fmla="*/ 184437 w 1467145"/>
              <a:gd name="connsiteY16" fmla="*/ 341312 h 569948"/>
              <a:gd name="connsiteX17" fmla="*/ 203487 w 1467145"/>
              <a:gd name="connsiteY17" fmla="*/ 268287 h 569948"/>
              <a:gd name="connsiteX18" fmla="*/ 190787 w 1467145"/>
              <a:gd name="connsiteY18" fmla="*/ 185736 h 569948"/>
              <a:gd name="connsiteX19" fmla="*/ 138400 w 1467145"/>
              <a:gd name="connsiteY19" fmla="*/ 160337 h 569948"/>
              <a:gd name="connsiteX20" fmla="*/ 76487 w 1467145"/>
              <a:gd name="connsiteY20" fmla="*/ 173037 h 569948"/>
              <a:gd name="connsiteX21" fmla="*/ 32037 w 1467145"/>
              <a:gd name="connsiteY21" fmla="*/ 198437 h 569948"/>
              <a:gd name="connsiteX22" fmla="*/ 20925 w 1467145"/>
              <a:gd name="connsiteY22" fmla="*/ 150812 h 569948"/>
              <a:gd name="connsiteX23" fmla="*/ 66962 w 1467145"/>
              <a:gd name="connsiteY23" fmla="*/ 58737 h 569948"/>
              <a:gd name="connsiteX24" fmla="*/ 108237 w 1467145"/>
              <a:gd name="connsiteY24" fmla="*/ 0 h 569948"/>
              <a:gd name="connsiteX0" fmla="*/ 108237 w 1467145"/>
              <a:gd name="connsiteY0" fmla="*/ 0 h 569941"/>
              <a:gd name="connsiteX1" fmla="*/ 778162 w 1467145"/>
              <a:gd name="connsiteY1" fmla="*/ 7937 h 569941"/>
              <a:gd name="connsiteX2" fmla="*/ 1143287 w 1467145"/>
              <a:gd name="connsiteY2" fmla="*/ 14287 h 569941"/>
              <a:gd name="connsiteX3" fmla="*/ 1409987 w 1467145"/>
              <a:gd name="connsiteY3" fmla="*/ 26987 h 569941"/>
              <a:gd name="connsiteX4" fmla="*/ 1460787 w 1467145"/>
              <a:gd name="connsiteY4" fmla="*/ 188912 h 569941"/>
              <a:gd name="connsiteX5" fmla="*/ 1463962 w 1467145"/>
              <a:gd name="connsiteY5" fmla="*/ 392112 h 569941"/>
              <a:gd name="connsiteX6" fmla="*/ 1438562 w 1467145"/>
              <a:gd name="connsiteY6" fmla="*/ 527050 h 569941"/>
              <a:gd name="connsiteX7" fmla="*/ 1263937 w 1467145"/>
              <a:gd name="connsiteY7" fmla="*/ 557212 h 569941"/>
              <a:gd name="connsiteX8" fmla="*/ 924212 w 1467145"/>
              <a:gd name="connsiteY8" fmla="*/ 569912 h 569941"/>
              <a:gd name="connsiteX9" fmla="*/ 555912 w 1467145"/>
              <a:gd name="connsiteY9" fmla="*/ 560387 h 569941"/>
              <a:gd name="connsiteX10" fmla="*/ 290799 w 1467145"/>
              <a:gd name="connsiteY10" fmla="*/ 549275 h 569941"/>
              <a:gd name="connsiteX11" fmla="*/ 79662 w 1467145"/>
              <a:gd name="connsiteY11" fmla="*/ 539749 h 569941"/>
              <a:gd name="connsiteX12" fmla="*/ 38387 w 1467145"/>
              <a:gd name="connsiteY12" fmla="*/ 493713 h 569941"/>
              <a:gd name="connsiteX13" fmla="*/ 287 w 1467145"/>
              <a:gd name="connsiteY13" fmla="*/ 355600 h 569941"/>
              <a:gd name="connsiteX14" fmla="*/ 59025 w 1467145"/>
              <a:gd name="connsiteY14" fmla="*/ 395287 h 569941"/>
              <a:gd name="connsiteX15" fmla="*/ 117762 w 1467145"/>
              <a:gd name="connsiteY15" fmla="*/ 387349 h 569941"/>
              <a:gd name="connsiteX16" fmla="*/ 184437 w 1467145"/>
              <a:gd name="connsiteY16" fmla="*/ 341312 h 569941"/>
              <a:gd name="connsiteX17" fmla="*/ 203487 w 1467145"/>
              <a:gd name="connsiteY17" fmla="*/ 268287 h 569941"/>
              <a:gd name="connsiteX18" fmla="*/ 190787 w 1467145"/>
              <a:gd name="connsiteY18" fmla="*/ 185736 h 569941"/>
              <a:gd name="connsiteX19" fmla="*/ 138400 w 1467145"/>
              <a:gd name="connsiteY19" fmla="*/ 160337 h 569941"/>
              <a:gd name="connsiteX20" fmla="*/ 76487 w 1467145"/>
              <a:gd name="connsiteY20" fmla="*/ 173037 h 569941"/>
              <a:gd name="connsiteX21" fmla="*/ 32037 w 1467145"/>
              <a:gd name="connsiteY21" fmla="*/ 198437 h 569941"/>
              <a:gd name="connsiteX22" fmla="*/ 20925 w 1467145"/>
              <a:gd name="connsiteY22" fmla="*/ 150812 h 569941"/>
              <a:gd name="connsiteX23" fmla="*/ 66962 w 1467145"/>
              <a:gd name="connsiteY23" fmla="*/ 58737 h 569941"/>
              <a:gd name="connsiteX24" fmla="*/ 108237 w 1467145"/>
              <a:gd name="connsiteY24" fmla="*/ 0 h 569941"/>
              <a:gd name="connsiteX0" fmla="*/ 108237 w 1467145"/>
              <a:gd name="connsiteY0" fmla="*/ 0 h 570023"/>
              <a:gd name="connsiteX1" fmla="*/ 778162 w 1467145"/>
              <a:gd name="connsiteY1" fmla="*/ 7937 h 570023"/>
              <a:gd name="connsiteX2" fmla="*/ 1143287 w 1467145"/>
              <a:gd name="connsiteY2" fmla="*/ 14287 h 570023"/>
              <a:gd name="connsiteX3" fmla="*/ 1409987 w 1467145"/>
              <a:gd name="connsiteY3" fmla="*/ 26987 h 570023"/>
              <a:gd name="connsiteX4" fmla="*/ 1460787 w 1467145"/>
              <a:gd name="connsiteY4" fmla="*/ 188912 h 570023"/>
              <a:gd name="connsiteX5" fmla="*/ 1463962 w 1467145"/>
              <a:gd name="connsiteY5" fmla="*/ 392112 h 570023"/>
              <a:gd name="connsiteX6" fmla="*/ 1438562 w 1467145"/>
              <a:gd name="connsiteY6" fmla="*/ 527050 h 570023"/>
              <a:gd name="connsiteX7" fmla="*/ 1263937 w 1467145"/>
              <a:gd name="connsiteY7" fmla="*/ 557212 h 570023"/>
              <a:gd name="connsiteX8" fmla="*/ 924212 w 1467145"/>
              <a:gd name="connsiteY8" fmla="*/ 569912 h 570023"/>
              <a:gd name="connsiteX9" fmla="*/ 555912 w 1467145"/>
              <a:gd name="connsiteY9" fmla="*/ 550862 h 570023"/>
              <a:gd name="connsiteX10" fmla="*/ 290799 w 1467145"/>
              <a:gd name="connsiteY10" fmla="*/ 549275 h 570023"/>
              <a:gd name="connsiteX11" fmla="*/ 79662 w 1467145"/>
              <a:gd name="connsiteY11" fmla="*/ 539749 h 570023"/>
              <a:gd name="connsiteX12" fmla="*/ 38387 w 1467145"/>
              <a:gd name="connsiteY12" fmla="*/ 493713 h 570023"/>
              <a:gd name="connsiteX13" fmla="*/ 287 w 1467145"/>
              <a:gd name="connsiteY13" fmla="*/ 355600 h 570023"/>
              <a:gd name="connsiteX14" fmla="*/ 59025 w 1467145"/>
              <a:gd name="connsiteY14" fmla="*/ 395287 h 570023"/>
              <a:gd name="connsiteX15" fmla="*/ 117762 w 1467145"/>
              <a:gd name="connsiteY15" fmla="*/ 387349 h 570023"/>
              <a:gd name="connsiteX16" fmla="*/ 184437 w 1467145"/>
              <a:gd name="connsiteY16" fmla="*/ 341312 h 570023"/>
              <a:gd name="connsiteX17" fmla="*/ 203487 w 1467145"/>
              <a:gd name="connsiteY17" fmla="*/ 268287 h 570023"/>
              <a:gd name="connsiteX18" fmla="*/ 190787 w 1467145"/>
              <a:gd name="connsiteY18" fmla="*/ 185736 h 570023"/>
              <a:gd name="connsiteX19" fmla="*/ 138400 w 1467145"/>
              <a:gd name="connsiteY19" fmla="*/ 160337 h 570023"/>
              <a:gd name="connsiteX20" fmla="*/ 76487 w 1467145"/>
              <a:gd name="connsiteY20" fmla="*/ 173037 h 570023"/>
              <a:gd name="connsiteX21" fmla="*/ 32037 w 1467145"/>
              <a:gd name="connsiteY21" fmla="*/ 198437 h 570023"/>
              <a:gd name="connsiteX22" fmla="*/ 20925 w 1467145"/>
              <a:gd name="connsiteY22" fmla="*/ 150812 h 570023"/>
              <a:gd name="connsiteX23" fmla="*/ 66962 w 1467145"/>
              <a:gd name="connsiteY23" fmla="*/ 58737 h 570023"/>
              <a:gd name="connsiteX24" fmla="*/ 108237 w 1467145"/>
              <a:gd name="connsiteY24" fmla="*/ 0 h 570023"/>
              <a:gd name="connsiteX0" fmla="*/ 108237 w 1467145"/>
              <a:gd name="connsiteY0" fmla="*/ 0 h 559700"/>
              <a:gd name="connsiteX1" fmla="*/ 778162 w 1467145"/>
              <a:gd name="connsiteY1" fmla="*/ 7937 h 559700"/>
              <a:gd name="connsiteX2" fmla="*/ 1143287 w 1467145"/>
              <a:gd name="connsiteY2" fmla="*/ 14287 h 559700"/>
              <a:gd name="connsiteX3" fmla="*/ 1409987 w 1467145"/>
              <a:gd name="connsiteY3" fmla="*/ 26987 h 559700"/>
              <a:gd name="connsiteX4" fmla="*/ 1460787 w 1467145"/>
              <a:gd name="connsiteY4" fmla="*/ 188912 h 559700"/>
              <a:gd name="connsiteX5" fmla="*/ 1463962 w 1467145"/>
              <a:gd name="connsiteY5" fmla="*/ 392112 h 559700"/>
              <a:gd name="connsiteX6" fmla="*/ 1438562 w 1467145"/>
              <a:gd name="connsiteY6" fmla="*/ 527050 h 559700"/>
              <a:gd name="connsiteX7" fmla="*/ 1263937 w 1467145"/>
              <a:gd name="connsiteY7" fmla="*/ 557212 h 559700"/>
              <a:gd name="connsiteX8" fmla="*/ 936912 w 1467145"/>
              <a:gd name="connsiteY8" fmla="*/ 557212 h 559700"/>
              <a:gd name="connsiteX9" fmla="*/ 555912 w 1467145"/>
              <a:gd name="connsiteY9" fmla="*/ 550862 h 559700"/>
              <a:gd name="connsiteX10" fmla="*/ 290799 w 1467145"/>
              <a:gd name="connsiteY10" fmla="*/ 549275 h 559700"/>
              <a:gd name="connsiteX11" fmla="*/ 79662 w 1467145"/>
              <a:gd name="connsiteY11" fmla="*/ 539749 h 559700"/>
              <a:gd name="connsiteX12" fmla="*/ 38387 w 1467145"/>
              <a:gd name="connsiteY12" fmla="*/ 493713 h 559700"/>
              <a:gd name="connsiteX13" fmla="*/ 287 w 1467145"/>
              <a:gd name="connsiteY13" fmla="*/ 355600 h 559700"/>
              <a:gd name="connsiteX14" fmla="*/ 59025 w 1467145"/>
              <a:gd name="connsiteY14" fmla="*/ 395287 h 559700"/>
              <a:gd name="connsiteX15" fmla="*/ 117762 w 1467145"/>
              <a:gd name="connsiteY15" fmla="*/ 387349 h 559700"/>
              <a:gd name="connsiteX16" fmla="*/ 184437 w 1467145"/>
              <a:gd name="connsiteY16" fmla="*/ 341312 h 559700"/>
              <a:gd name="connsiteX17" fmla="*/ 203487 w 1467145"/>
              <a:gd name="connsiteY17" fmla="*/ 268287 h 559700"/>
              <a:gd name="connsiteX18" fmla="*/ 190787 w 1467145"/>
              <a:gd name="connsiteY18" fmla="*/ 185736 h 559700"/>
              <a:gd name="connsiteX19" fmla="*/ 138400 w 1467145"/>
              <a:gd name="connsiteY19" fmla="*/ 160337 h 559700"/>
              <a:gd name="connsiteX20" fmla="*/ 76487 w 1467145"/>
              <a:gd name="connsiteY20" fmla="*/ 173037 h 559700"/>
              <a:gd name="connsiteX21" fmla="*/ 32037 w 1467145"/>
              <a:gd name="connsiteY21" fmla="*/ 198437 h 559700"/>
              <a:gd name="connsiteX22" fmla="*/ 20925 w 1467145"/>
              <a:gd name="connsiteY22" fmla="*/ 150812 h 559700"/>
              <a:gd name="connsiteX23" fmla="*/ 66962 w 1467145"/>
              <a:gd name="connsiteY23" fmla="*/ 58737 h 559700"/>
              <a:gd name="connsiteX24" fmla="*/ 108237 w 1467145"/>
              <a:gd name="connsiteY24" fmla="*/ 0 h 559700"/>
              <a:gd name="connsiteX0" fmla="*/ 108237 w 1467145"/>
              <a:gd name="connsiteY0" fmla="*/ 0 h 557770"/>
              <a:gd name="connsiteX1" fmla="*/ 778162 w 1467145"/>
              <a:gd name="connsiteY1" fmla="*/ 7937 h 557770"/>
              <a:gd name="connsiteX2" fmla="*/ 1143287 w 1467145"/>
              <a:gd name="connsiteY2" fmla="*/ 14287 h 557770"/>
              <a:gd name="connsiteX3" fmla="*/ 1409987 w 1467145"/>
              <a:gd name="connsiteY3" fmla="*/ 26987 h 557770"/>
              <a:gd name="connsiteX4" fmla="*/ 1460787 w 1467145"/>
              <a:gd name="connsiteY4" fmla="*/ 188912 h 557770"/>
              <a:gd name="connsiteX5" fmla="*/ 1463962 w 1467145"/>
              <a:gd name="connsiteY5" fmla="*/ 392112 h 557770"/>
              <a:gd name="connsiteX6" fmla="*/ 1438562 w 1467145"/>
              <a:gd name="connsiteY6" fmla="*/ 527050 h 557770"/>
              <a:gd name="connsiteX7" fmla="*/ 1271874 w 1467145"/>
              <a:gd name="connsiteY7" fmla="*/ 554037 h 557770"/>
              <a:gd name="connsiteX8" fmla="*/ 936912 w 1467145"/>
              <a:gd name="connsiteY8" fmla="*/ 557212 h 557770"/>
              <a:gd name="connsiteX9" fmla="*/ 555912 w 1467145"/>
              <a:gd name="connsiteY9" fmla="*/ 550862 h 557770"/>
              <a:gd name="connsiteX10" fmla="*/ 290799 w 1467145"/>
              <a:gd name="connsiteY10" fmla="*/ 549275 h 557770"/>
              <a:gd name="connsiteX11" fmla="*/ 79662 w 1467145"/>
              <a:gd name="connsiteY11" fmla="*/ 539749 h 557770"/>
              <a:gd name="connsiteX12" fmla="*/ 38387 w 1467145"/>
              <a:gd name="connsiteY12" fmla="*/ 493713 h 557770"/>
              <a:gd name="connsiteX13" fmla="*/ 287 w 1467145"/>
              <a:gd name="connsiteY13" fmla="*/ 355600 h 557770"/>
              <a:gd name="connsiteX14" fmla="*/ 59025 w 1467145"/>
              <a:gd name="connsiteY14" fmla="*/ 395287 h 557770"/>
              <a:gd name="connsiteX15" fmla="*/ 117762 w 1467145"/>
              <a:gd name="connsiteY15" fmla="*/ 387349 h 557770"/>
              <a:gd name="connsiteX16" fmla="*/ 184437 w 1467145"/>
              <a:gd name="connsiteY16" fmla="*/ 341312 h 557770"/>
              <a:gd name="connsiteX17" fmla="*/ 203487 w 1467145"/>
              <a:gd name="connsiteY17" fmla="*/ 268287 h 557770"/>
              <a:gd name="connsiteX18" fmla="*/ 190787 w 1467145"/>
              <a:gd name="connsiteY18" fmla="*/ 185736 h 557770"/>
              <a:gd name="connsiteX19" fmla="*/ 138400 w 1467145"/>
              <a:gd name="connsiteY19" fmla="*/ 160337 h 557770"/>
              <a:gd name="connsiteX20" fmla="*/ 76487 w 1467145"/>
              <a:gd name="connsiteY20" fmla="*/ 173037 h 557770"/>
              <a:gd name="connsiteX21" fmla="*/ 32037 w 1467145"/>
              <a:gd name="connsiteY21" fmla="*/ 198437 h 557770"/>
              <a:gd name="connsiteX22" fmla="*/ 20925 w 1467145"/>
              <a:gd name="connsiteY22" fmla="*/ 150812 h 557770"/>
              <a:gd name="connsiteX23" fmla="*/ 66962 w 1467145"/>
              <a:gd name="connsiteY23" fmla="*/ 58737 h 557770"/>
              <a:gd name="connsiteX24" fmla="*/ 108237 w 1467145"/>
              <a:gd name="connsiteY24" fmla="*/ 0 h 55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67145" h="557770">
                <a:moveTo>
                  <a:pt x="108237" y="0"/>
                </a:moveTo>
                <a:lnTo>
                  <a:pt x="778162" y="7937"/>
                </a:lnTo>
                <a:lnTo>
                  <a:pt x="1143287" y="14287"/>
                </a:lnTo>
                <a:cubicBezTo>
                  <a:pt x="1248591" y="17462"/>
                  <a:pt x="1357070" y="-2117"/>
                  <a:pt x="1409987" y="26987"/>
                </a:cubicBezTo>
                <a:cubicBezTo>
                  <a:pt x="1462904" y="56091"/>
                  <a:pt x="1451791" y="128058"/>
                  <a:pt x="1460787" y="188912"/>
                </a:cubicBezTo>
                <a:cubicBezTo>
                  <a:pt x="1469783" y="249766"/>
                  <a:pt x="1467666" y="335756"/>
                  <a:pt x="1463962" y="392112"/>
                </a:cubicBezTo>
                <a:cubicBezTo>
                  <a:pt x="1460258" y="448468"/>
                  <a:pt x="1470577" y="500063"/>
                  <a:pt x="1438562" y="527050"/>
                </a:cubicBezTo>
                <a:cubicBezTo>
                  <a:pt x="1406547" y="554037"/>
                  <a:pt x="1355482" y="549010"/>
                  <a:pt x="1271874" y="554037"/>
                </a:cubicBezTo>
                <a:cubicBezTo>
                  <a:pt x="1188266" y="559064"/>
                  <a:pt x="1056239" y="557741"/>
                  <a:pt x="936912" y="557212"/>
                </a:cubicBezTo>
                <a:cubicBezTo>
                  <a:pt x="817585" y="556683"/>
                  <a:pt x="682912" y="552979"/>
                  <a:pt x="555912" y="550862"/>
                </a:cubicBezTo>
                <a:lnTo>
                  <a:pt x="290799" y="549275"/>
                </a:lnTo>
                <a:cubicBezTo>
                  <a:pt x="211424" y="547423"/>
                  <a:pt x="121731" y="549009"/>
                  <a:pt x="79662" y="539749"/>
                </a:cubicBezTo>
                <a:cubicBezTo>
                  <a:pt x="37593" y="530489"/>
                  <a:pt x="51616" y="524405"/>
                  <a:pt x="38387" y="493713"/>
                </a:cubicBezTo>
                <a:cubicBezTo>
                  <a:pt x="25158" y="463022"/>
                  <a:pt x="-3153" y="372004"/>
                  <a:pt x="287" y="355600"/>
                </a:cubicBezTo>
                <a:cubicBezTo>
                  <a:pt x="3727" y="339196"/>
                  <a:pt x="39446" y="389996"/>
                  <a:pt x="59025" y="395287"/>
                </a:cubicBezTo>
                <a:cubicBezTo>
                  <a:pt x="78604" y="400578"/>
                  <a:pt x="96860" y="396345"/>
                  <a:pt x="117762" y="387349"/>
                </a:cubicBezTo>
                <a:cubicBezTo>
                  <a:pt x="138664" y="378353"/>
                  <a:pt x="170150" y="361156"/>
                  <a:pt x="184437" y="341312"/>
                </a:cubicBezTo>
                <a:cubicBezTo>
                  <a:pt x="198724" y="321468"/>
                  <a:pt x="202429" y="294216"/>
                  <a:pt x="203487" y="268287"/>
                </a:cubicBezTo>
                <a:cubicBezTo>
                  <a:pt x="204545" y="242358"/>
                  <a:pt x="201635" y="203728"/>
                  <a:pt x="190787" y="185736"/>
                </a:cubicBezTo>
                <a:cubicBezTo>
                  <a:pt x="179939" y="167744"/>
                  <a:pt x="157450" y="162453"/>
                  <a:pt x="138400" y="160337"/>
                </a:cubicBezTo>
                <a:cubicBezTo>
                  <a:pt x="119350" y="158221"/>
                  <a:pt x="94214" y="166687"/>
                  <a:pt x="76487" y="173037"/>
                </a:cubicBezTo>
                <a:cubicBezTo>
                  <a:pt x="58760" y="179387"/>
                  <a:pt x="41297" y="202141"/>
                  <a:pt x="32037" y="198437"/>
                </a:cubicBezTo>
                <a:cubicBezTo>
                  <a:pt x="22777" y="194733"/>
                  <a:pt x="15104" y="174095"/>
                  <a:pt x="20925" y="150812"/>
                </a:cubicBezTo>
                <a:cubicBezTo>
                  <a:pt x="26746" y="127529"/>
                  <a:pt x="52410" y="83872"/>
                  <a:pt x="66962" y="58737"/>
                </a:cubicBezTo>
                <a:cubicBezTo>
                  <a:pt x="81514" y="33602"/>
                  <a:pt x="102945" y="19314"/>
                  <a:pt x="108237" y="0"/>
                </a:cubicBezTo>
                <a:close/>
              </a:path>
            </a:pathLst>
          </a:custGeom>
          <a:solidFill>
            <a:srgbClr val="00B0F0">
              <a:alpha val="7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06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BD920-94E8-CA60-4C5B-358B6092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CB97E7-6ED2-F291-1F81-C4C9EF5A5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7617"/>
            <a:ext cx="6858000" cy="3030766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81069CF-0EA4-0D7A-39BA-17AB912682F4}"/>
              </a:ext>
            </a:extLst>
          </p:cNvPr>
          <p:cNvSpPr/>
          <p:nvPr/>
        </p:nvSpPr>
        <p:spPr>
          <a:xfrm>
            <a:off x="121239" y="4074789"/>
            <a:ext cx="6250397" cy="1401451"/>
          </a:xfrm>
          <a:custGeom>
            <a:avLst/>
            <a:gdLst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32241 w 6250397"/>
              <a:gd name="connsiteY24" fmla="*/ 264203 h 1864403"/>
              <a:gd name="connsiteX25" fmla="*/ 6020481 w 6250397"/>
              <a:gd name="connsiteY25" fmla="*/ 121963 h 1864403"/>
              <a:gd name="connsiteX26" fmla="*/ 5751241 w 6250397"/>
              <a:gd name="connsiteY26" fmla="*/ 254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32241 w 6250397"/>
              <a:gd name="connsiteY24" fmla="*/ 264203 h 1864403"/>
              <a:gd name="connsiteX25" fmla="*/ 6020481 w 6250397"/>
              <a:gd name="connsiteY25" fmla="*/ 1219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57641 w 6250397"/>
              <a:gd name="connsiteY24" fmla="*/ 238803 h 1864403"/>
              <a:gd name="connsiteX25" fmla="*/ 6020481 w 6250397"/>
              <a:gd name="connsiteY25" fmla="*/ 1219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57641 w 6250397"/>
              <a:gd name="connsiteY24" fmla="*/ 238803 h 1864403"/>
              <a:gd name="connsiteX25" fmla="*/ 6045881 w 6250397"/>
              <a:gd name="connsiteY25" fmla="*/ 965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1268 h 1860388"/>
              <a:gd name="connsiteX1" fmla="*/ 579801 w 6250397"/>
              <a:gd name="connsiteY1" fmla="*/ 1108 h 1860388"/>
              <a:gd name="connsiteX2" fmla="*/ 208961 w 6250397"/>
              <a:gd name="connsiteY2" fmla="*/ 41748 h 1860388"/>
              <a:gd name="connsiteX3" fmla="*/ 61641 w 6250397"/>
              <a:gd name="connsiteY3" fmla="*/ 244948 h 1860388"/>
              <a:gd name="connsiteX4" fmla="*/ 21001 w 6250397"/>
              <a:gd name="connsiteY4" fmla="*/ 580228 h 1860388"/>
              <a:gd name="connsiteX5" fmla="*/ 10841 w 6250397"/>
              <a:gd name="connsiteY5" fmla="*/ 935828 h 1860388"/>
              <a:gd name="connsiteX6" fmla="*/ 681 w 6250397"/>
              <a:gd name="connsiteY6" fmla="*/ 1250788 h 1860388"/>
              <a:gd name="connsiteX7" fmla="*/ 31161 w 6250397"/>
              <a:gd name="connsiteY7" fmla="*/ 1530188 h 1860388"/>
              <a:gd name="connsiteX8" fmla="*/ 56561 w 6250397"/>
              <a:gd name="connsiteY8" fmla="*/ 1662268 h 1860388"/>
              <a:gd name="connsiteX9" fmla="*/ 87041 w 6250397"/>
              <a:gd name="connsiteY9" fmla="*/ 1753708 h 1860388"/>
              <a:gd name="connsiteX10" fmla="*/ 127681 w 6250397"/>
              <a:gd name="connsiteY10" fmla="*/ 1768948 h 1860388"/>
              <a:gd name="connsiteX11" fmla="*/ 305481 w 6250397"/>
              <a:gd name="connsiteY11" fmla="*/ 1824828 h 1860388"/>
              <a:gd name="connsiteX12" fmla="*/ 600121 w 6250397"/>
              <a:gd name="connsiteY12" fmla="*/ 1804508 h 1860388"/>
              <a:gd name="connsiteX13" fmla="*/ 1453561 w 6250397"/>
              <a:gd name="connsiteY13" fmla="*/ 1824828 h 1860388"/>
              <a:gd name="connsiteX14" fmla="*/ 2586401 w 6250397"/>
              <a:gd name="connsiteY14" fmla="*/ 1834988 h 1860388"/>
              <a:gd name="connsiteX15" fmla="*/ 3201081 w 6250397"/>
              <a:gd name="connsiteY15" fmla="*/ 1829908 h 1860388"/>
              <a:gd name="connsiteX16" fmla="*/ 4125641 w 6250397"/>
              <a:gd name="connsiteY16" fmla="*/ 1834988 h 1860388"/>
              <a:gd name="connsiteX17" fmla="*/ 5136561 w 6250397"/>
              <a:gd name="connsiteY17" fmla="*/ 1860388 h 1860388"/>
              <a:gd name="connsiteX18" fmla="*/ 5893481 w 6250397"/>
              <a:gd name="connsiteY18" fmla="*/ 1855308 h 1860388"/>
              <a:gd name="connsiteX19" fmla="*/ 6132241 w 6250397"/>
              <a:gd name="connsiteY19" fmla="*/ 1829908 h 1860388"/>
              <a:gd name="connsiteX20" fmla="*/ 6228761 w 6250397"/>
              <a:gd name="connsiteY20" fmla="*/ 1677508 h 1860388"/>
              <a:gd name="connsiteX21" fmla="*/ 6249081 w 6250397"/>
              <a:gd name="connsiteY21" fmla="*/ 1337148 h 1860388"/>
              <a:gd name="connsiteX22" fmla="*/ 6244001 w 6250397"/>
              <a:gd name="connsiteY22" fmla="*/ 798668 h 1860388"/>
              <a:gd name="connsiteX23" fmla="*/ 6208441 w 6250397"/>
              <a:gd name="connsiteY23" fmla="*/ 437988 h 1860388"/>
              <a:gd name="connsiteX24" fmla="*/ 6157641 w 6250397"/>
              <a:gd name="connsiteY24" fmla="*/ 234788 h 1860388"/>
              <a:gd name="connsiteX25" fmla="*/ 6045881 w 6250397"/>
              <a:gd name="connsiteY25" fmla="*/ 92548 h 1860388"/>
              <a:gd name="connsiteX26" fmla="*/ 5874008 w 6250397"/>
              <a:gd name="connsiteY26" fmla="*/ 34128 h 1860388"/>
              <a:gd name="connsiteX27" fmla="*/ 5522641 w 6250397"/>
              <a:gd name="connsiteY27" fmla="*/ 26508 h 1860388"/>
              <a:gd name="connsiteX28" fmla="*/ 4826681 w 6250397"/>
              <a:gd name="connsiteY28" fmla="*/ 36668 h 1860388"/>
              <a:gd name="connsiteX29" fmla="*/ 3922441 w 6250397"/>
              <a:gd name="connsiteY29" fmla="*/ 26508 h 1860388"/>
              <a:gd name="connsiteX30" fmla="*/ 2718481 w 6250397"/>
              <a:gd name="connsiteY30" fmla="*/ 21428 h 1860388"/>
              <a:gd name="connsiteX31" fmla="*/ 1956481 w 6250397"/>
              <a:gd name="connsiteY31" fmla="*/ 11268 h 1860388"/>
              <a:gd name="connsiteX32" fmla="*/ 1434935 w 6250397"/>
              <a:gd name="connsiteY32" fmla="*/ 8728 h 1860388"/>
              <a:gd name="connsiteX33" fmla="*/ 920161 w 6250397"/>
              <a:gd name="connsiteY33" fmla="*/ 11268 h 1860388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27681 w 6250397"/>
              <a:gd name="connsiteY10" fmla="*/ 1772292 h 1863732"/>
              <a:gd name="connsiteX11" fmla="*/ 305481 w 6250397"/>
              <a:gd name="connsiteY11" fmla="*/ 1828172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27681 w 6250397"/>
              <a:gd name="connsiteY10" fmla="*/ 1772292 h 1863732"/>
              <a:gd name="connsiteX11" fmla="*/ 373214 w 6250397"/>
              <a:gd name="connsiteY11" fmla="*/ 1811239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629754 w 6250397"/>
              <a:gd name="connsiteY12" fmla="*/ 18205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866821 w 6250397"/>
              <a:gd name="connsiteY12" fmla="*/ 1816318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546781 w 6250397"/>
              <a:gd name="connsiteY11" fmla="*/ 1815472 h 1863732"/>
              <a:gd name="connsiteX12" fmla="*/ 866821 w 6250397"/>
              <a:gd name="connsiteY12" fmla="*/ 1816318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258914 w 6250397"/>
              <a:gd name="connsiteY10" fmla="*/ 1806159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137841 w 6250397"/>
              <a:gd name="connsiteY9" fmla="*/ 1765519 h 1863732"/>
              <a:gd name="connsiteX10" fmla="*/ 258914 w 6250397"/>
              <a:gd name="connsiteY10" fmla="*/ 1806159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137841 w 6250397"/>
              <a:gd name="connsiteY9" fmla="*/ 1765519 h 1863732"/>
              <a:gd name="connsiteX10" fmla="*/ 318181 w 6250397"/>
              <a:gd name="connsiteY10" fmla="*/ 1814626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250397" h="1863732">
                <a:moveTo>
                  <a:pt x="924394" y="1912"/>
                </a:moveTo>
                <a:cubicBezTo>
                  <a:pt x="781872" y="642"/>
                  <a:pt x="699040" y="-2745"/>
                  <a:pt x="579801" y="4452"/>
                </a:cubicBezTo>
                <a:cubicBezTo>
                  <a:pt x="460562" y="11649"/>
                  <a:pt x="295321" y="4452"/>
                  <a:pt x="208961" y="45092"/>
                </a:cubicBezTo>
                <a:cubicBezTo>
                  <a:pt x="122601" y="85732"/>
                  <a:pt x="92968" y="158545"/>
                  <a:pt x="61641" y="248292"/>
                </a:cubicBezTo>
                <a:cubicBezTo>
                  <a:pt x="30314" y="338039"/>
                  <a:pt x="29468" y="468425"/>
                  <a:pt x="21001" y="583572"/>
                </a:cubicBezTo>
                <a:cubicBezTo>
                  <a:pt x="12534" y="698719"/>
                  <a:pt x="14228" y="827412"/>
                  <a:pt x="10841" y="939172"/>
                </a:cubicBezTo>
                <a:cubicBezTo>
                  <a:pt x="7454" y="1050932"/>
                  <a:pt x="-2706" y="1155072"/>
                  <a:pt x="681" y="1254132"/>
                </a:cubicBezTo>
                <a:cubicBezTo>
                  <a:pt x="4068" y="1353192"/>
                  <a:pt x="21848" y="1464952"/>
                  <a:pt x="31161" y="1533532"/>
                </a:cubicBezTo>
                <a:cubicBezTo>
                  <a:pt x="40474" y="1602112"/>
                  <a:pt x="38781" y="1626948"/>
                  <a:pt x="56561" y="1665612"/>
                </a:cubicBezTo>
                <a:cubicBezTo>
                  <a:pt x="74341" y="1704276"/>
                  <a:pt x="94238" y="1740683"/>
                  <a:pt x="137841" y="1765519"/>
                </a:cubicBezTo>
                <a:cubicBezTo>
                  <a:pt x="181444" y="1790355"/>
                  <a:pt x="250024" y="1806301"/>
                  <a:pt x="318181" y="1814626"/>
                </a:cubicBezTo>
                <a:cubicBezTo>
                  <a:pt x="386338" y="1822952"/>
                  <a:pt x="448991" y="1813779"/>
                  <a:pt x="546781" y="1815472"/>
                </a:cubicBezTo>
                <a:lnTo>
                  <a:pt x="904921" y="1824785"/>
                </a:lnTo>
                <a:lnTo>
                  <a:pt x="1453561" y="1828172"/>
                </a:lnTo>
                <a:lnTo>
                  <a:pt x="2586401" y="1838332"/>
                </a:lnTo>
                <a:lnTo>
                  <a:pt x="3201081" y="1833252"/>
                </a:lnTo>
                <a:lnTo>
                  <a:pt x="4125641" y="1838332"/>
                </a:lnTo>
                <a:lnTo>
                  <a:pt x="5136561" y="1863732"/>
                </a:lnTo>
                <a:lnTo>
                  <a:pt x="5893481" y="1858652"/>
                </a:lnTo>
                <a:cubicBezTo>
                  <a:pt x="6059428" y="1853572"/>
                  <a:pt x="6076361" y="1862885"/>
                  <a:pt x="6132241" y="1833252"/>
                </a:cubicBezTo>
                <a:cubicBezTo>
                  <a:pt x="6188121" y="1803619"/>
                  <a:pt x="6209288" y="1762979"/>
                  <a:pt x="6228761" y="1680852"/>
                </a:cubicBezTo>
                <a:cubicBezTo>
                  <a:pt x="6248234" y="1598725"/>
                  <a:pt x="6246541" y="1486965"/>
                  <a:pt x="6249081" y="1340492"/>
                </a:cubicBezTo>
                <a:cubicBezTo>
                  <a:pt x="6251621" y="1194019"/>
                  <a:pt x="6250774" y="951872"/>
                  <a:pt x="6244001" y="802012"/>
                </a:cubicBezTo>
                <a:cubicBezTo>
                  <a:pt x="6237228" y="652152"/>
                  <a:pt x="6222834" y="535312"/>
                  <a:pt x="6208441" y="441332"/>
                </a:cubicBezTo>
                <a:cubicBezTo>
                  <a:pt x="6194048" y="347352"/>
                  <a:pt x="6184734" y="295705"/>
                  <a:pt x="6157641" y="238132"/>
                </a:cubicBezTo>
                <a:cubicBezTo>
                  <a:pt x="6130548" y="180559"/>
                  <a:pt x="6093153" y="129335"/>
                  <a:pt x="6045881" y="95892"/>
                </a:cubicBezTo>
                <a:cubicBezTo>
                  <a:pt x="5998609" y="62449"/>
                  <a:pt x="5961215" y="48479"/>
                  <a:pt x="5874008" y="37472"/>
                </a:cubicBezTo>
                <a:cubicBezTo>
                  <a:pt x="5786801" y="26465"/>
                  <a:pt x="5522641" y="29852"/>
                  <a:pt x="5522641" y="29852"/>
                </a:cubicBezTo>
                <a:lnTo>
                  <a:pt x="4826681" y="40012"/>
                </a:lnTo>
                <a:cubicBezTo>
                  <a:pt x="4559981" y="40012"/>
                  <a:pt x="3922441" y="29852"/>
                  <a:pt x="3922441" y="29852"/>
                </a:cubicBezTo>
                <a:lnTo>
                  <a:pt x="2718481" y="24772"/>
                </a:lnTo>
                <a:lnTo>
                  <a:pt x="1956481" y="14612"/>
                </a:lnTo>
                <a:cubicBezTo>
                  <a:pt x="1739734" y="10379"/>
                  <a:pt x="1606949" y="14189"/>
                  <a:pt x="1434935" y="12072"/>
                </a:cubicBezTo>
                <a:lnTo>
                  <a:pt x="924394" y="1912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850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94386-D156-759B-C46E-428002B9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02E5DF5-37C2-C477-E585-4A8613A28A16}"/>
              </a:ext>
            </a:extLst>
          </p:cNvPr>
          <p:cNvSpPr/>
          <p:nvPr/>
        </p:nvSpPr>
        <p:spPr>
          <a:xfrm>
            <a:off x="121239" y="4074789"/>
            <a:ext cx="6250397" cy="1401451"/>
          </a:xfrm>
          <a:custGeom>
            <a:avLst/>
            <a:gdLst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32241 w 6250397"/>
              <a:gd name="connsiteY24" fmla="*/ 264203 h 1864403"/>
              <a:gd name="connsiteX25" fmla="*/ 6020481 w 6250397"/>
              <a:gd name="connsiteY25" fmla="*/ 121963 h 1864403"/>
              <a:gd name="connsiteX26" fmla="*/ 5751241 w 6250397"/>
              <a:gd name="connsiteY26" fmla="*/ 254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32241 w 6250397"/>
              <a:gd name="connsiteY24" fmla="*/ 264203 h 1864403"/>
              <a:gd name="connsiteX25" fmla="*/ 6020481 w 6250397"/>
              <a:gd name="connsiteY25" fmla="*/ 1219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57641 w 6250397"/>
              <a:gd name="connsiteY24" fmla="*/ 238803 h 1864403"/>
              <a:gd name="connsiteX25" fmla="*/ 6020481 w 6250397"/>
              <a:gd name="connsiteY25" fmla="*/ 1219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5283 h 1864403"/>
              <a:gd name="connsiteX1" fmla="*/ 579801 w 6250397"/>
              <a:gd name="connsiteY1" fmla="*/ 5123 h 1864403"/>
              <a:gd name="connsiteX2" fmla="*/ 208961 w 6250397"/>
              <a:gd name="connsiteY2" fmla="*/ 45763 h 1864403"/>
              <a:gd name="connsiteX3" fmla="*/ 61641 w 6250397"/>
              <a:gd name="connsiteY3" fmla="*/ 248963 h 1864403"/>
              <a:gd name="connsiteX4" fmla="*/ 21001 w 6250397"/>
              <a:gd name="connsiteY4" fmla="*/ 584243 h 1864403"/>
              <a:gd name="connsiteX5" fmla="*/ 10841 w 6250397"/>
              <a:gd name="connsiteY5" fmla="*/ 939843 h 1864403"/>
              <a:gd name="connsiteX6" fmla="*/ 681 w 6250397"/>
              <a:gd name="connsiteY6" fmla="*/ 1254803 h 1864403"/>
              <a:gd name="connsiteX7" fmla="*/ 31161 w 6250397"/>
              <a:gd name="connsiteY7" fmla="*/ 1534203 h 1864403"/>
              <a:gd name="connsiteX8" fmla="*/ 56561 w 6250397"/>
              <a:gd name="connsiteY8" fmla="*/ 1666283 h 1864403"/>
              <a:gd name="connsiteX9" fmla="*/ 87041 w 6250397"/>
              <a:gd name="connsiteY9" fmla="*/ 1757723 h 1864403"/>
              <a:gd name="connsiteX10" fmla="*/ 127681 w 6250397"/>
              <a:gd name="connsiteY10" fmla="*/ 1772963 h 1864403"/>
              <a:gd name="connsiteX11" fmla="*/ 305481 w 6250397"/>
              <a:gd name="connsiteY11" fmla="*/ 1828843 h 1864403"/>
              <a:gd name="connsiteX12" fmla="*/ 600121 w 6250397"/>
              <a:gd name="connsiteY12" fmla="*/ 1808523 h 1864403"/>
              <a:gd name="connsiteX13" fmla="*/ 1453561 w 6250397"/>
              <a:gd name="connsiteY13" fmla="*/ 1828843 h 1864403"/>
              <a:gd name="connsiteX14" fmla="*/ 2586401 w 6250397"/>
              <a:gd name="connsiteY14" fmla="*/ 1839003 h 1864403"/>
              <a:gd name="connsiteX15" fmla="*/ 3201081 w 6250397"/>
              <a:gd name="connsiteY15" fmla="*/ 1833923 h 1864403"/>
              <a:gd name="connsiteX16" fmla="*/ 4125641 w 6250397"/>
              <a:gd name="connsiteY16" fmla="*/ 1839003 h 1864403"/>
              <a:gd name="connsiteX17" fmla="*/ 5136561 w 6250397"/>
              <a:gd name="connsiteY17" fmla="*/ 1864403 h 1864403"/>
              <a:gd name="connsiteX18" fmla="*/ 5893481 w 6250397"/>
              <a:gd name="connsiteY18" fmla="*/ 1859323 h 1864403"/>
              <a:gd name="connsiteX19" fmla="*/ 6132241 w 6250397"/>
              <a:gd name="connsiteY19" fmla="*/ 1833923 h 1864403"/>
              <a:gd name="connsiteX20" fmla="*/ 6228761 w 6250397"/>
              <a:gd name="connsiteY20" fmla="*/ 1681523 h 1864403"/>
              <a:gd name="connsiteX21" fmla="*/ 6249081 w 6250397"/>
              <a:gd name="connsiteY21" fmla="*/ 1341163 h 1864403"/>
              <a:gd name="connsiteX22" fmla="*/ 6244001 w 6250397"/>
              <a:gd name="connsiteY22" fmla="*/ 802683 h 1864403"/>
              <a:gd name="connsiteX23" fmla="*/ 6208441 w 6250397"/>
              <a:gd name="connsiteY23" fmla="*/ 442003 h 1864403"/>
              <a:gd name="connsiteX24" fmla="*/ 6157641 w 6250397"/>
              <a:gd name="connsiteY24" fmla="*/ 238803 h 1864403"/>
              <a:gd name="connsiteX25" fmla="*/ 6045881 w 6250397"/>
              <a:gd name="connsiteY25" fmla="*/ 96563 h 1864403"/>
              <a:gd name="connsiteX26" fmla="*/ 5874008 w 6250397"/>
              <a:gd name="connsiteY26" fmla="*/ 38143 h 1864403"/>
              <a:gd name="connsiteX27" fmla="*/ 5522641 w 6250397"/>
              <a:gd name="connsiteY27" fmla="*/ 30523 h 1864403"/>
              <a:gd name="connsiteX28" fmla="*/ 4826681 w 6250397"/>
              <a:gd name="connsiteY28" fmla="*/ 40683 h 1864403"/>
              <a:gd name="connsiteX29" fmla="*/ 3922441 w 6250397"/>
              <a:gd name="connsiteY29" fmla="*/ 30523 h 1864403"/>
              <a:gd name="connsiteX30" fmla="*/ 2718481 w 6250397"/>
              <a:gd name="connsiteY30" fmla="*/ 25443 h 1864403"/>
              <a:gd name="connsiteX31" fmla="*/ 1956481 w 6250397"/>
              <a:gd name="connsiteY31" fmla="*/ 15283 h 1864403"/>
              <a:gd name="connsiteX32" fmla="*/ 1418001 w 6250397"/>
              <a:gd name="connsiteY32" fmla="*/ 43 h 1864403"/>
              <a:gd name="connsiteX33" fmla="*/ 920161 w 6250397"/>
              <a:gd name="connsiteY33" fmla="*/ 15283 h 1864403"/>
              <a:gd name="connsiteX0" fmla="*/ 920161 w 6250397"/>
              <a:gd name="connsiteY0" fmla="*/ 11268 h 1860388"/>
              <a:gd name="connsiteX1" fmla="*/ 579801 w 6250397"/>
              <a:gd name="connsiteY1" fmla="*/ 1108 h 1860388"/>
              <a:gd name="connsiteX2" fmla="*/ 208961 w 6250397"/>
              <a:gd name="connsiteY2" fmla="*/ 41748 h 1860388"/>
              <a:gd name="connsiteX3" fmla="*/ 61641 w 6250397"/>
              <a:gd name="connsiteY3" fmla="*/ 244948 h 1860388"/>
              <a:gd name="connsiteX4" fmla="*/ 21001 w 6250397"/>
              <a:gd name="connsiteY4" fmla="*/ 580228 h 1860388"/>
              <a:gd name="connsiteX5" fmla="*/ 10841 w 6250397"/>
              <a:gd name="connsiteY5" fmla="*/ 935828 h 1860388"/>
              <a:gd name="connsiteX6" fmla="*/ 681 w 6250397"/>
              <a:gd name="connsiteY6" fmla="*/ 1250788 h 1860388"/>
              <a:gd name="connsiteX7" fmla="*/ 31161 w 6250397"/>
              <a:gd name="connsiteY7" fmla="*/ 1530188 h 1860388"/>
              <a:gd name="connsiteX8" fmla="*/ 56561 w 6250397"/>
              <a:gd name="connsiteY8" fmla="*/ 1662268 h 1860388"/>
              <a:gd name="connsiteX9" fmla="*/ 87041 w 6250397"/>
              <a:gd name="connsiteY9" fmla="*/ 1753708 h 1860388"/>
              <a:gd name="connsiteX10" fmla="*/ 127681 w 6250397"/>
              <a:gd name="connsiteY10" fmla="*/ 1768948 h 1860388"/>
              <a:gd name="connsiteX11" fmla="*/ 305481 w 6250397"/>
              <a:gd name="connsiteY11" fmla="*/ 1824828 h 1860388"/>
              <a:gd name="connsiteX12" fmla="*/ 600121 w 6250397"/>
              <a:gd name="connsiteY12" fmla="*/ 1804508 h 1860388"/>
              <a:gd name="connsiteX13" fmla="*/ 1453561 w 6250397"/>
              <a:gd name="connsiteY13" fmla="*/ 1824828 h 1860388"/>
              <a:gd name="connsiteX14" fmla="*/ 2586401 w 6250397"/>
              <a:gd name="connsiteY14" fmla="*/ 1834988 h 1860388"/>
              <a:gd name="connsiteX15" fmla="*/ 3201081 w 6250397"/>
              <a:gd name="connsiteY15" fmla="*/ 1829908 h 1860388"/>
              <a:gd name="connsiteX16" fmla="*/ 4125641 w 6250397"/>
              <a:gd name="connsiteY16" fmla="*/ 1834988 h 1860388"/>
              <a:gd name="connsiteX17" fmla="*/ 5136561 w 6250397"/>
              <a:gd name="connsiteY17" fmla="*/ 1860388 h 1860388"/>
              <a:gd name="connsiteX18" fmla="*/ 5893481 w 6250397"/>
              <a:gd name="connsiteY18" fmla="*/ 1855308 h 1860388"/>
              <a:gd name="connsiteX19" fmla="*/ 6132241 w 6250397"/>
              <a:gd name="connsiteY19" fmla="*/ 1829908 h 1860388"/>
              <a:gd name="connsiteX20" fmla="*/ 6228761 w 6250397"/>
              <a:gd name="connsiteY20" fmla="*/ 1677508 h 1860388"/>
              <a:gd name="connsiteX21" fmla="*/ 6249081 w 6250397"/>
              <a:gd name="connsiteY21" fmla="*/ 1337148 h 1860388"/>
              <a:gd name="connsiteX22" fmla="*/ 6244001 w 6250397"/>
              <a:gd name="connsiteY22" fmla="*/ 798668 h 1860388"/>
              <a:gd name="connsiteX23" fmla="*/ 6208441 w 6250397"/>
              <a:gd name="connsiteY23" fmla="*/ 437988 h 1860388"/>
              <a:gd name="connsiteX24" fmla="*/ 6157641 w 6250397"/>
              <a:gd name="connsiteY24" fmla="*/ 234788 h 1860388"/>
              <a:gd name="connsiteX25" fmla="*/ 6045881 w 6250397"/>
              <a:gd name="connsiteY25" fmla="*/ 92548 h 1860388"/>
              <a:gd name="connsiteX26" fmla="*/ 5874008 w 6250397"/>
              <a:gd name="connsiteY26" fmla="*/ 34128 h 1860388"/>
              <a:gd name="connsiteX27" fmla="*/ 5522641 w 6250397"/>
              <a:gd name="connsiteY27" fmla="*/ 26508 h 1860388"/>
              <a:gd name="connsiteX28" fmla="*/ 4826681 w 6250397"/>
              <a:gd name="connsiteY28" fmla="*/ 36668 h 1860388"/>
              <a:gd name="connsiteX29" fmla="*/ 3922441 w 6250397"/>
              <a:gd name="connsiteY29" fmla="*/ 26508 h 1860388"/>
              <a:gd name="connsiteX30" fmla="*/ 2718481 w 6250397"/>
              <a:gd name="connsiteY30" fmla="*/ 21428 h 1860388"/>
              <a:gd name="connsiteX31" fmla="*/ 1956481 w 6250397"/>
              <a:gd name="connsiteY31" fmla="*/ 11268 h 1860388"/>
              <a:gd name="connsiteX32" fmla="*/ 1434935 w 6250397"/>
              <a:gd name="connsiteY32" fmla="*/ 8728 h 1860388"/>
              <a:gd name="connsiteX33" fmla="*/ 920161 w 6250397"/>
              <a:gd name="connsiteY33" fmla="*/ 11268 h 1860388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27681 w 6250397"/>
              <a:gd name="connsiteY10" fmla="*/ 1772292 h 1863732"/>
              <a:gd name="connsiteX11" fmla="*/ 305481 w 6250397"/>
              <a:gd name="connsiteY11" fmla="*/ 1828172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27681 w 6250397"/>
              <a:gd name="connsiteY10" fmla="*/ 1772292 h 1863732"/>
              <a:gd name="connsiteX11" fmla="*/ 373214 w 6250397"/>
              <a:gd name="connsiteY11" fmla="*/ 1811239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600121 w 6250397"/>
              <a:gd name="connsiteY12" fmla="*/ 18078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629754 w 6250397"/>
              <a:gd name="connsiteY12" fmla="*/ 1820552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373214 w 6250397"/>
              <a:gd name="connsiteY11" fmla="*/ 1811239 h 1863732"/>
              <a:gd name="connsiteX12" fmla="*/ 866821 w 6250397"/>
              <a:gd name="connsiteY12" fmla="*/ 1816318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546781 w 6250397"/>
              <a:gd name="connsiteY11" fmla="*/ 1815472 h 1863732"/>
              <a:gd name="connsiteX12" fmla="*/ 866821 w 6250397"/>
              <a:gd name="connsiteY12" fmla="*/ 1816318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161547 w 6250397"/>
              <a:gd name="connsiteY10" fmla="*/ 1784992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87041 w 6250397"/>
              <a:gd name="connsiteY9" fmla="*/ 1757052 h 1863732"/>
              <a:gd name="connsiteX10" fmla="*/ 258914 w 6250397"/>
              <a:gd name="connsiteY10" fmla="*/ 1806159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137841 w 6250397"/>
              <a:gd name="connsiteY9" fmla="*/ 1765519 h 1863732"/>
              <a:gd name="connsiteX10" fmla="*/ 258914 w 6250397"/>
              <a:gd name="connsiteY10" fmla="*/ 1806159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  <a:gd name="connsiteX0" fmla="*/ 924394 w 6250397"/>
              <a:gd name="connsiteY0" fmla="*/ 1912 h 1863732"/>
              <a:gd name="connsiteX1" fmla="*/ 579801 w 6250397"/>
              <a:gd name="connsiteY1" fmla="*/ 4452 h 1863732"/>
              <a:gd name="connsiteX2" fmla="*/ 208961 w 6250397"/>
              <a:gd name="connsiteY2" fmla="*/ 45092 h 1863732"/>
              <a:gd name="connsiteX3" fmla="*/ 61641 w 6250397"/>
              <a:gd name="connsiteY3" fmla="*/ 248292 h 1863732"/>
              <a:gd name="connsiteX4" fmla="*/ 21001 w 6250397"/>
              <a:gd name="connsiteY4" fmla="*/ 583572 h 1863732"/>
              <a:gd name="connsiteX5" fmla="*/ 10841 w 6250397"/>
              <a:gd name="connsiteY5" fmla="*/ 939172 h 1863732"/>
              <a:gd name="connsiteX6" fmla="*/ 681 w 6250397"/>
              <a:gd name="connsiteY6" fmla="*/ 1254132 h 1863732"/>
              <a:gd name="connsiteX7" fmla="*/ 31161 w 6250397"/>
              <a:gd name="connsiteY7" fmla="*/ 1533532 h 1863732"/>
              <a:gd name="connsiteX8" fmla="*/ 56561 w 6250397"/>
              <a:gd name="connsiteY8" fmla="*/ 1665612 h 1863732"/>
              <a:gd name="connsiteX9" fmla="*/ 137841 w 6250397"/>
              <a:gd name="connsiteY9" fmla="*/ 1765519 h 1863732"/>
              <a:gd name="connsiteX10" fmla="*/ 318181 w 6250397"/>
              <a:gd name="connsiteY10" fmla="*/ 1814626 h 1863732"/>
              <a:gd name="connsiteX11" fmla="*/ 546781 w 6250397"/>
              <a:gd name="connsiteY11" fmla="*/ 1815472 h 1863732"/>
              <a:gd name="connsiteX12" fmla="*/ 904921 w 6250397"/>
              <a:gd name="connsiteY12" fmla="*/ 1824785 h 1863732"/>
              <a:gd name="connsiteX13" fmla="*/ 1453561 w 6250397"/>
              <a:gd name="connsiteY13" fmla="*/ 1828172 h 1863732"/>
              <a:gd name="connsiteX14" fmla="*/ 2586401 w 6250397"/>
              <a:gd name="connsiteY14" fmla="*/ 1838332 h 1863732"/>
              <a:gd name="connsiteX15" fmla="*/ 3201081 w 6250397"/>
              <a:gd name="connsiteY15" fmla="*/ 1833252 h 1863732"/>
              <a:gd name="connsiteX16" fmla="*/ 4125641 w 6250397"/>
              <a:gd name="connsiteY16" fmla="*/ 1838332 h 1863732"/>
              <a:gd name="connsiteX17" fmla="*/ 5136561 w 6250397"/>
              <a:gd name="connsiteY17" fmla="*/ 1863732 h 1863732"/>
              <a:gd name="connsiteX18" fmla="*/ 5893481 w 6250397"/>
              <a:gd name="connsiteY18" fmla="*/ 1858652 h 1863732"/>
              <a:gd name="connsiteX19" fmla="*/ 6132241 w 6250397"/>
              <a:gd name="connsiteY19" fmla="*/ 1833252 h 1863732"/>
              <a:gd name="connsiteX20" fmla="*/ 6228761 w 6250397"/>
              <a:gd name="connsiteY20" fmla="*/ 1680852 h 1863732"/>
              <a:gd name="connsiteX21" fmla="*/ 6249081 w 6250397"/>
              <a:gd name="connsiteY21" fmla="*/ 1340492 h 1863732"/>
              <a:gd name="connsiteX22" fmla="*/ 6244001 w 6250397"/>
              <a:gd name="connsiteY22" fmla="*/ 802012 h 1863732"/>
              <a:gd name="connsiteX23" fmla="*/ 6208441 w 6250397"/>
              <a:gd name="connsiteY23" fmla="*/ 441332 h 1863732"/>
              <a:gd name="connsiteX24" fmla="*/ 6157641 w 6250397"/>
              <a:gd name="connsiteY24" fmla="*/ 238132 h 1863732"/>
              <a:gd name="connsiteX25" fmla="*/ 6045881 w 6250397"/>
              <a:gd name="connsiteY25" fmla="*/ 95892 h 1863732"/>
              <a:gd name="connsiteX26" fmla="*/ 5874008 w 6250397"/>
              <a:gd name="connsiteY26" fmla="*/ 37472 h 1863732"/>
              <a:gd name="connsiteX27" fmla="*/ 5522641 w 6250397"/>
              <a:gd name="connsiteY27" fmla="*/ 29852 h 1863732"/>
              <a:gd name="connsiteX28" fmla="*/ 4826681 w 6250397"/>
              <a:gd name="connsiteY28" fmla="*/ 40012 h 1863732"/>
              <a:gd name="connsiteX29" fmla="*/ 3922441 w 6250397"/>
              <a:gd name="connsiteY29" fmla="*/ 29852 h 1863732"/>
              <a:gd name="connsiteX30" fmla="*/ 2718481 w 6250397"/>
              <a:gd name="connsiteY30" fmla="*/ 24772 h 1863732"/>
              <a:gd name="connsiteX31" fmla="*/ 1956481 w 6250397"/>
              <a:gd name="connsiteY31" fmla="*/ 14612 h 1863732"/>
              <a:gd name="connsiteX32" fmla="*/ 1434935 w 6250397"/>
              <a:gd name="connsiteY32" fmla="*/ 12072 h 1863732"/>
              <a:gd name="connsiteX33" fmla="*/ 924394 w 6250397"/>
              <a:gd name="connsiteY33" fmla="*/ 1912 h 186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250397" h="1863732">
                <a:moveTo>
                  <a:pt x="924394" y="1912"/>
                </a:moveTo>
                <a:cubicBezTo>
                  <a:pt x="781872" y="642"/>
                  <a:pt x="699040" y="-2745"/>
                  <a:pt x="579801" y="4452"/>
                </a:cubicBezTo>
                <a:cubicBezTo>
                  <a:pt x="460562" y="11649"/>
                  <a:pt x="295321" y="4452"/>
                  <a:pt x="208961" y="45092"/>
                </a:cubicBezTo>
                <a:cubicBezTo>
                  <a:pt x="122601" y="85732"/>
                  <a:pt x="92968" y="158545"/>
                  <a:pt x="61641" y="248292"/>
                </a:cubicBezTo>
                <a:cubicBezTo>
                  <a:pt x="30314" y="338039"/>
                  <a:pt x="29468" y="468425"/>
                  <a:pt x="21001" y="583572"/>
                </a:cubicBezTo>
                <a:cubicBezTo>
                  <a:pt x="12534" y="698719"/>
                  <a:pt x="14228" y="827412"/>
                  <a:pt x="10841" y="939172"/>
                </a:cubicBezTo>
                <a:cubicBezTo>
                  <a:pt x="7454" y="1050932"/>
                  <a:pt x="-2706" y="1155072"/>
                  <a:pt x="681" y="1254132"/>
                </a:cubicBezTo>
                <a:cubicBezTo>
                  <a:pt x="4068" y="1353192"/>
                  <a:pt x="21848" y="1464952"/>
                  <a:pt x="31161" y="1533532"/>
                </a:cubicBezTo>
                <a:cubicBezTo>
                  <a:pt x="40474" y="1602112"/>
                  <a:pt x="38781" y="1626948"/>
                  <a:pt x="56561" y="1665612"/>
                </a:cubicBezTo>
                <a:cubicBezTo>
                  <a:pt x="74341" y="1704276"/>
                  <a:pt x="94238" y="1740683"/>
                  <a:pt x="137841" y="1765519"/>
                </a:cubicBezTo>
                <a:cubicBezTo>
                  <a:pt x="181444" y="1790355"/>
                  <a:pt x="250024" y="1806301"/>
                  <a:pt x="318181" y="1814626"/>
                </a:cubicBezTo>
                <a:cubicBezTo>
                  <a:pt x="386338" y="1822952"/>
                  <a:pt x="448991" y="1813779"/>
                  <a:pt x="546781" y="1815472"/>
                </a:cubicBezTo>
                <a:lnTo>
                  <a:pt x="904921" y="1824785"/>
                </a:lnTo>
                <a:lnTo>
                  <a:pt x="1453561" y="1828172"/>
                </a:lnTo>
                <a:lnTo>
                  <a:pt x="2586401" y="1838332"/>
                </a:lnTo>
                <a:lnTo>
                  <a:pt x="3201081" y="1833252"/>
                </a:lnTo>
                <a:lnTo>
                  <a:pt x="4125641" y="1838332"/>
                </a:lnTo>
                <a:lnTo>
                  <a:pt x="5136561" y="1863732"/>
                </a:lnTo>
                <a:lnTo>
                  <a:pt x="5893481" y="1858652"/>
                </a:lnTo>
                <a:cubicBezTo>
                  <a:pt x="6059428" y="1853572"/>
                  <a:pt x="6076361" y="1862885"/>
                  <a:pt x="6132241" y="1833252"/>
                </a:cubicBezTo>
                <a:cubicBezTo>
                  <a:pt x="6188121" y="1803619"/>
                  <a:pt x="6209288" y="1762979"/>
                  <a:pt x="6228761" y="1680852"/>
                </a:cubicBezTo>
                <a:cubicBezTo>
                  <a:pt x="6248234" y="1598725"/>
                  <a:pt x="6246541" y="1486965"/>
                  <a:pt x="6249081" y="1340492"/>
                </a:cubicBezTo>
                <a:cubicBezTo>
                  <a:pt x="6251621" y="1194019"/>
                  <a:pt x="6250774" y="951872"/>
                  <a:pt x="6244001" y="802012"/>
                </a:cubicBezTo>
                <a:cubicBezTo>
                  <a:pt x="6237228" y="652152"/>
                  <a:pt x="6222834" y="535312"/>
                  <a:pt x="6208441" y="441332"/>
                </a:cubicBezTo>
                <a:cubicBezTo>
                  <a:pt x="6194048" y="347352"/>
                  <a:pt x="6184734" y="295705"/>
                  <a:pt x="6157641" y="238132"/>
                </a:cubicBezTo>
                <a:cubicBezTo>
                  <a:pt x="6130548" y="180559"/>
                  <a:pt x="6093153" y="129335"/>
                  <a:pt x="6045881" y="95892"/>
                </a:cubicBezTo>
                <a:cubicBezTo>
                  <a:pt x="5998609" y="62449"/>
                  <a:pt x="5961215" y="48479"/>
                  <a:pt x="5874008" y="37472"/>
                </a:cubicBezTo>
                <a:cubicBezTo>
                  <a:pt x="5786801" y="26465"/>
                  <a:pt x="5522641" y="29852"/>
                  <a:pt x="5522641" y="29852"/>
                </a:cubicBezTo>
                <a:lnTo>
                  <a:pt x="4826681" y="40012"/>
                </a:lnTo>
                <a:cubicBezTo>
                  <a:pt x="4559981" y="40012"/>
                  <a:pt x="3922441" y="29852"/>
                  <a:pt x="3922441" y="29852"/>
                </a:cubicBezTo>
                <a:lnTo>
                  <a:pt x="2718481" y="24772"/>
                </a:lnTo>
                <a:lnTo>
                  <a:pt x="1956481" y="14612"/>
                </a:lnTo>
                <a:cubicBezTo>
                  <a:pt x="1739734" y="10379"/>
                  <a:pt x="1606949" y="14189"/>
                  <a:pt x="1434935" y="12072"/>
                </a:cubicBezTo>
                <a:lnTo>
                  <a:pt x="924394" y="1912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5531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l Possible Shapes Jigsaw Puzzle Pieces Stock Vector (Royalty Free)  280930625 | Shutterstock">
            <a:extLst>
              <a:ext uri="{FF2B5EF4-FFF2-40B4-BE49-F238E27FC236}">
                <a16:creationId xmlns:a16="http://schemas.microsoft.com/office/drawing/2014/main" id="{6286C66A-452D-4AFC-0F25-F17F1CEB3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958030" y="-828866"/>
            <a:ext cx="4389054" cy="661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301C3AE-9A00-3DCE-857B-E3DF734D1F34}"/>
              </a:ext>
            </a:extLst>
          </p:cNvPr>
          <p:cNvSpPr/>
          <p:nvPr/>
        </p:nvSpPr>
        <p:spPr>
          <a:xfrm>
            <a:off x="-5715139" y="4766734"/>
            <a:ext cx="1951636" cy="1879762"/>
          </a:xfrm>
          <a:custGeom>
            <a:avLst/>
            <a:gdLst>
              <a:gd name="connsiteX0" fmla="*/ 118477 w 892143"/>
              <a:gd name="connsiteY0" fmla="*/ 77356 h 835776"/>
              <a:gd name="connsiteX1" fmla="*/ 199757 w 892143"/>
              <a:gd name="connsiteY1" fmla="*/ 295796 h 835776"/>
              <a:gd name="connsiteX2" fmla="*/ 133717 w 892143"/>
              <a:gd name="connsiteY2" fmla="*/ 341516 h 835776"/>
              <a:gd name="connsiteX3" fmla="*/ 67677 w 892143"/>
              <a:gd name="connsiteY3" fmla="*/ 316116 h 835776"/>
              <a:gd name="connsiteX4" fmla="*/ 1637 w 892143"/>
              <a:gd name="connsiteY4" fmla="*/ 382156 h 835776"/>
              <a:gd name="connsiteX5" fmla="*/ 32117 w 892143"/>
              <a:gd name="connsiteY5" fmla="*/ 514236 h 835776"/>
              <a:gd name="connsiteX6" fmla="*/ 159117 w 892143"/>
              <a:gd name="connsiteY6" fmla="*/ 473596 h 835776"/>
              <a:gd name="connsiteX7" fmla="*/ 199757 w 892143"/>
              <a:gd name="connsiteY7" fmla="*/ 559956 h 835776"/>
              <a:gd name="connsiteX8" fmla="*/ 118477 w 892143"/>
              <a:gd name="connsiteY8" fmla="*/ 747916 h 835776"/>
              <a:gd name="connsiteX9" fmla="*/ 397877 w 892143"/>
              <a:gd name="connsiteY9" fmla="*/ 834276 h 835776"/>
              <a:gd name="connsiteX10" fmla="*/ 372477 w 892143"/>
              <a:gd name="connsiteY10" fmla="*/ 681876 h 835776"/>
              <a:gd name="connsiteX11" fmla="*/ 438517 w 892143"/>
              <a:gd name="connsiteY11" fmla="*/ 631076 h 835776"/>
              <a:gd name="connsiteX12" fmla="*/ 545197 w 892143"/>
              <a:gd name="connsiteY12" fmla="*/ 681876 h 835776"/>
              <a:gd name="connsiteX13" fmla="*/ 509637 w 892143"/>
              <a:gd name="connsiteY13" fmla="*/ 793636 h 835776"/>
              <a:gd name="connsiteX14" fmla="*/ 606157 w 892143"/>
              <a:gd name="connsiteY14" fmla="*/ 803796 h 835776"/>
              <a:gd name="connsiteX15" fmla="*/ 783957 w 892143"/>
              <a:gd name="connsiteY15" fmla="*/ 737756 h 835776"/>
              <a:gd name="connsiteX16" fmla="*/ 728077 w 892143"/>
              <a:gd name="connsiteY16" fmla="*/ 631076 h 835776"/>
              <a:gd name="connsiteX17" fmla="*/ 738237 w 892143"/>
              <a:gd name="connsiteY17" fmla="*/ 468516 h 835776"/>
              <a:gd name="connsiteX18" fmla="*/ 824597 w 892143"/>
              <a:gd name="connsiteY18" fmla="*/ 534556 h 835776"/>
              <a:gd name="connsiteX19" fmla="*/ 890637 w 892143"/>
              <a:gd name="connsiteY19" fmla="*/ 448196 h 835776"/>
              <a:gd name="connsiteX20" fmla="*/ 860157 w 892143"/>
              <a:gd name="connsiteY20" fmla="*/ 316116 h 835776"/>
              <a:gd name="connsiteX21" fmla="*/ 743317 w 892143"/>
              <a:gd name="connsiteY21" fmla="*/ 361836 h 835776"/>
              <a:gd name="connsiteX22" fmla="*/ 717917 w 892143"/>
              <a:gd name="connsiteY22" fmla="*/ 265316 h 835776"/>
              <a:gd name="connsiteX23" fmla="*/ 789037 w 892143"/>
              <a:gd name="connsiteY23" fmla="*/ 82436 h 835776"/>
              <a:gd name="connsiteX24" fmla="*/ 519797 w 892143"/>
              <a:gd name="connsiteY24" fmla="*/ 11316 h 835776"/>
              <a:gd name="connsiteX25" fmla="*/ 550277 w 892143"/>
              <a:gd name="connsiteY25" fmla="*/ 107836 h 835776"/>
              <a:gd name="connsiteX26" fmla="*/ 514717 w 892143"/>
              <a:gd name="connsiteY26" fmla="*/ 178956 h 835776"/>
              <a:gd name="connsiteX27" fmla="*/ 367397 w 892143"/>
              <a:gd name="connsiteY27" fmla="*/ 168796 h 835776"/>
              <a:gd name="connsiteX28" fmla="*/ 402957 w 892143"/>
              <a:gd name="connsiteY28" fmla="*/ 31636 h 835776"/>
              <a:gd name="connsiteX29" fmla="*/ 291197 w 892143"/>
              <a:gd name="connsiteY29" fmla="*/ 1156 h 835776"/>
              <a:gd name="connsiteX30" fmla="*/ 118477 w 892143"/>
              <a:gd name="connsiteY30" fmla="*/ 77356 h 83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2143" h="835776">
                <a:moveTo>
                  <a:pt x="118477" y="77356"/>
                </a:moveTo>
                <a:cubicBezTo>
                  <a:pt x="103237" y="126463"/>
                  <a:pt x="197217" y="251769"/>
                  <a:pt x="199757" y="295796"/>
                </a:cubicBezTo>
                <a:cubicBezTo>
                  <a:pt x="202297" y="339823"/>
                  <a:pt x="155730" y="338129"/>
                  <a:pt x="133717" y="341516"/>
                </a:cubicBezTo>
                <a:cubicBezTo>
                  <a:pt x="111704" y="344903"/>
                  <a:pt x="89690" y="309343"/>
                  <a:pt x="67677" y="316116"/>
                </a:cubicBezTo>
                <a:cubicBezTo>
                  <a:pt x="45664" y="322889"/>
                  <a:pt x="7564" y="349136"/>
                  <a:pt x="1637" y="382156"/>
                </a:cubicBezTo>
                <a:cubicBezTo>
                  <a:pt x="-4290" y="415176"/>
                  <a:pt x="5870" y="498996"/>
                  <a:pt x="32117" y="514236"/>
                </a:cubicBezTo>
                <a:cubicBezTo>
                  <a:pt x="58364" y="529476"/>
                  <a:pt x="131177" y="465976"/>
                  <a:pt x="159117" y="473596"/>
                </a:cubicBezTo>
                <a:cubicBezTo>
                  <a:pt x="187057" y="481216"/>
                  <a:pt x="206530" y="514236"/>
                  <a:pt x="199757" y="559956"/>
                </a:cubicBezTo>
                <a:cubicBezTo>
                  <a:pt x="192984" y="605676"/>
                  <a:pt x="85457" y="702196"/>
                  <a:pt x="118477" y="747916"/>
                </a:cubicBezTo>
                <a:cubicBezTo>
                  <a:pt x="151497" y="793636"/>
                  <a:pt x="355544" y="845283"/>
                  <a:pt x="397877" y="834276"/>
                </a:cubicBezTo>
                <a:cubicBezTo>
                  <a:pt x="440210" y="823269"/>
                  <a:pt x="365704" y="715743"/>
                  <a:pt x="372477" y="681876"/>
                </a:cubicBezTo>
                <a:cubicBezTo>
                  <a:pt x="379250" y="648009"/>
                  <a:pt x="409730" y="631076"/>
                  <a:pt x="438517" y="631076"/>
                </a:cubicBezTo>
                <a:cubicBezTo>
                  <a:pt x="467304" y="631076"/>
                  <a:pt x="533344" y="654783"/>
                  <a:pt x="545197" y="681876"/>
                </a:cubicBezTo>
                <a:cubicBezTo>
                  <a:pt x="557050" y="708969"/>
                  <a:pt x="499477" y="773316"/>
                  <a:pt x="509637" y="793636"/>
                </a:cubicBezTo>
                <a:cubicBezTo>
                  <a:pt x="519797" y="813956"/>
                  <a:pt x="560437" y="813109"/>
                  <a:pt x="606157" y="803796"/>
                </a:cubicBezTo>
                <a:cubicBezTo>
                  <a:pt x="651877" y="794483"/>
                  <a:pt x="763637" y="766543"/>
                  <a:pt x="783957" y="737756"/>
                </a:cubicBezTo>
                <a:cubicBezTo>
                  <a:pt x="804277" y="708969"/>
                  <a:pt x="735697" y="675949"/>
                  <a:pt x="728077" y="631076"/>
                </a:cubicBezTo>
                <a:cubicBezTo>
                  <a:pt x="720457" y="586203"/>
                  <a:pt x="722150" y="484603"/>
                  <a:pt x="738237" y="468516"/>
                </a:cubicBezTo>
                <a:cubicBezTo>
                  <a:pt x="754324" y="452429"/>
                  <a:pt x="799197" y="537943"/>
                  <a:pt x="824597" y="534556"/>
                </a:cubicBezTo>
                <a:cubicBezTo>
                  <a:pt x="849997" y="531169"/>
                  <a:pt x="884710" y="484603"/>
                  <a:pt x="890637" y="448196"/>
                </a:cubicBezTo>
                <a:cubicBezTo>
                  <a:pt x="896564" y="411789"/>
                  <a:pt x="884710" y="330509"/>
                  <a:pt x="860157" y="316116"/>
                </a:cubicBezTo>
                <a:cubicBezTo>
                  <a:pt x="835604" y="301723"/>
                  <a:pt x="767024" y="370303"/>
                  <a:pt x="743317" y="361836"/>
                </a:cubicBezTo>
                <a:cubicBezTo>
                  <a:pt x="719610" y="353369"/>
                  <a:pt x="710297" y="311883"/>
                  <a:pt x="717917" y="265316"/>
                </a:cubicBezTo>
                <a:cubicBezTo>
                  <a:pt x="725537" y="218749"/>
                  <a:pt x="822057" y="124769"/>
                  <a:pt x="789037" y="82436"/>
                </a:cubicBezTo>
                <a:cubicBezTo>
                  <a:pt x="756017" y="40103"/>
                  <a:pt x="559590" y="7083"/>
                  <a:pt x="519797" y="11316"/>
                </a:cubicBezTo>
                <a:cubicBezTo>
                  <a:pt x="480004" y="15549"/>
                  <a:pt x="551124" y="79896"/>
                  <a:pt x="550277" y="107836"/>
                </a:cubicBezTo>
                <a:cubicBezTo>
                  <a:pt x="549430" y="135776"/>
                  <a:pt x="545197" y="168796"/>
                  <a:pt x="514717" y="178956"/>
                </a:cubicBezTo>
                <a:cubicBezTo>
                  <a:pt x="484237" y="189116"/>
                  <a:pt x="386024" y="193349"/>
                  <a:pt x="367397" y="168796"/>
                </a:cubicBezTo>
                <a:cubicBezTo>
                  <a:pt x="348770" y="144243"/>
                  <a:pt x="415657" y="59576"/>
                  <a:pt x="402957" y="31636"/>
                </a:cubicBezTo>
                <a:cubicBezTo>
                  <a:pt x="390257" y="3696"/>
                  <a:pt x="336070" y="-3077"/>
                  <a:pt x="291197" y="1156"/>
                </a:cubicBezTo>
                <a:cubicBezTo>
                  <a:pt x="246324" y="5389"/>
                  <a:pt x="133717" y="28249"/>
                  <a:pt x="118477" y="77356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E291F-C3AA-5517-D6CA-F9109D80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76371"/>
            <a:ext cx="6858000" cy="31532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94953D-9E36-CC64-24FC-065AF2ED587F}"/>
                  </a:ext>
                </a:extLst>
              </p14:cNvPr>
              <p14:cNvContentPartPr/>
              <p14:nvPr/>
            </p14:nvContentPartPr>
            <p14:xfrm>
              <a:off x="132781" y="3494875"/>
              <a:ext cx="995400" cy="18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94953D-9E36-CC64-24FC-065AF2ED58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661" y="3488755"/>
                <a:ext cx="10076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E5BC583-0379-43C3-D127-29A89CC7A3C9}"/>
                  </a:ext>
                </a:extLst>
              </p14:cNvPr>
              <p14:cNvContentPartPr/>
              <p14:nvPr/>
            </p14:nvContentPartPr>
            <p14:xfrm>
              <a:off x="121261" y="3558955"/>
              <a:ext cx="720" cy="143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E5BC583-0379-43C3-D127-29A89CC7A3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021" y="3552835"/>
                <a:ext cx="25200" cy="14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49CA995-78E7-5DEE-5988-EB71640C536F}"/>
                  </a:ext>
                </a:extLst>
              </p14:cNvPr>
              <p14:cNvContentPartPr/>
              <p14:nvPr/>
            </p14:nvContentPartPr>
            <p14:xfrm>
              <a:off x="1260301" y="3541675"/>
              <a:ext cx="19080" cy="537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49CA995-78E7-5DEE-5988-EB71640C53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4181" y="3535555"/>
                <a:ext cx="31320" cy="5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775472-D1DE-02B1-D98F-AF35E3BDF173}"/>
                  </a:ext>
                </a:extLst>
              </p14:cNvPr>
              <p14:cNvContentPartPr/>
              <p14:nvPr/>
            </p14:nvContentPartPr>
            <p14:xfrm>
              <a:off x="1191901" y="4953955"/>
              <a:ext cx="6840" cy="543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775472-D1DE-02B1-D98F-AF35E3BDF1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5781" y="4947835"/>
                <a:ext cx="1908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9CCAAAD-2CCB-1858-EBED-96D76C4FD6EE}"/>
                  </a:ext>
                </a:extLst>
              </p14:cNvPr>
              <p14:cNvContentPartPr/>
              <p14:nvPr/>
            </p14:nvContentPartPr>
            <p14:xfrm>
              <a:off x="1185781" y="5502955"/>
              <a:ext cx="244800" cy="636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9CCAAAD-2CCB-1858-EBED-96D76C4FD6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9661" y="5496835"/>
                <a:ext cx="257040" cy="64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0CECCCA-3070-1FFE-7097-DFDD8F83235D}"/>
                  </a:ext>
                </a:extLst>
              </p14:cNvPr>
              <p14:cNvContentPartPr/>
              <p14:nvPr/>
            </p14:nvContentPartPr>
            <p14:xfrm>
              <a:off x="4787620" y="5042010"/>
              <a:ext cx="203400" cy="38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0CECCCA-3070-1FFE-7097-DFDD8F8323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81500" y="5035890"/>
                <a:ext cx="2156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BA45A20-1EC4-69E9-41B2-B499465D2DE1}"/>
                  </a:ext>
                </a:extLst>
              </p14:cNvPr>
              <p14:cNvContentPartPr/>
              <p14:nvPr/>
            </p14:nvContentPartPr>
            <p14:xfrm>
              <a:off x="4890580" y="5021130"/>
              <a:ext cx="1807200" cy="1406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BA45A20-1EC4-69E9-41B2-B499465D2D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84460" y="5015010"/>
                <a:ext cx="1819440" cy="14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BD347CB-7C00-EE32-230A-CA0C99ED435F}"/>
                  </a:ext>
                </a:extLst>
              </p14:cNvPr>
              <p14:cNvContentPartPr/>
              <p14:nvPr/>
            </p14:nvContentPartPr>
            <p14:xfrm>
              <a:off x="4482700" y="3650250"/>
              <a:ext cx="2166120" cy="1378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BD347CB-7C00-EE32-230A-CA0C99ED43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76580" y="3644130"/>
                <a:ext cx="2178360" cy="13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AB64942-E5A7-022B-32D9-5336F64BE1CC}"/>
                  </a:ext>
                </a:extLst>
              </p14:cNvPr>
              <p14:cNvContentPartPr/>
              <p14:nvPr/>
            </p14:nvContentPartPr>
            <p14:xfrm>
              <a:off x="4495161" y="4310255"/>
              <a:ext cx="286200" cy="3596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AB64942-E5A7-022B-32D9-5336F64BE1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89041" y="4304135"/>
                <a:ext cx="298440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71804849-0BDE-A5EA-846C-EFE2B525FF70}"/>
              </a:ext>
            </a:extLst>
          </p:cNvPr>
          <p:cNvGrpSpPr/>
          <p:nvPr/>
        </p:nvGrpSpPr>
        <p:grpSpPr>
          <a:xfrm>
            <a:off x="69061" y="3487563"/>
            <a:ext cx="4853160" cy="2937712"/>
            <a:chOff x="69061" y="3487563"/>
            <a:chExt cx="4853160" cy="293771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32FEA4-6573-1D9B-D775-90C7A5197F2F}"/>
                    </a:ext>
                  </a:extLst>
                </p14:cNvPr>
                <p14:cNvContentPartPr/>
                <p14:nvPr/>
              </p14:nvContentPartPr>
              <p14:xfrm>
                <a:off x="1161661" y="4085275"/>
                <a:ext cx="169560" cy="304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32FEA4-6573-1D9B-D775-90C7A5197F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55541" y="4079155"/>
                  <a:ext cx="1818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DC679E-9698-9F6E-AA93-F0D809EBE127}"/>
                    </a:ext>
                  </a:extLst>
                </p14:cNvPr>
                <p14:cNvContentPartPr/>
                <p14:nvPr/>
              </p14:nvContentPartPr>
              <p14:xfrm>
                <a:off x="1255261" y="4346275"/>
                <a:ext cx="82080" cy="59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DC679E-9698-9F6E-AA93-F0D809EBE1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49141" y="4340155"/>
                  <a:ext cx="9432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830E5D-6210-0D1F-02FC-2C13DA9500E3}"/>
                    </a:ext>
                  </a:extLst>
                </p14:cNvPr>
                <p14:cNvContentPartPr/>
                <p14:nvPr/>
              </p14:nvContentPartPr>
              <p14:xfrm>
                <a:off x="173461" y="4970875"/>
                <a:ext cx="373320" cy="18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830E5D-6210-0D1F-02FC-2C13DA9500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7341" y="4964755"/>
                  <a:ext cx="38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89A003C-ACA2-F148-AE79-1D212944FC43}"/>
                    </a:ext>
                  </a:extLst>
                </p14:cNvPr>
                <p14:cNvContentPartPr/>
                <p14:nvPr/>
              </p14:nvContentPartPr>
              <p14:xfrm>
                <a:off x="526261" y="4919035"/>
                <a:ext cx="354240" cy="272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89A003C-ACA2-F148-AE79-1D212944FC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0141" y="4912915"/>
                  <a:ext cx="366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F42356-C724-8FA3-7E0B-123AE1009D5E}"/>
                    </a:ext>
                  </a:extLst>
                </p14:cNvPr>
                <p14:cNvContentPartPr/>
                <p14:nvPr/>
              </p14:nvContentPartPr>
              <p14:xfrm>
                <a:off x="913981" y="4929835"/>
                <a:ext cx="324000" cy="7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F42356-C724-8FA3-7E0B-123AE1009D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7861" y="4923715"/>
                  <a:ext cx="336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504A7D-3060-D7FB-8B18-509A764EF313}"/>
                    </a:ext>
                  </a:extLst>
                </p14:cNvPr>
                <p14:cNvContentPartPr/>
                <p14:nvPr/>
              </p14:nvContentPartPr>
              <p14:xfrm>
                <a:off x="69061" y="5034955"/>
                <a:ext cx="75600" cy="1208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504A7D-3060-D7FB-8B18-509A764EF31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941" y="5028835"/>
                  <a:ext cx="87840" cy="12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EBA5E6-E093-8558-6A0D-CAC7F96B0E00}"/>
                    </a:ext>
                  </a:extLst>
                </p14:cNvPr>
                <p14:cNvContentPartPr/>
                <p14:nvPr/>
              </p14:nvContentPartPr>
              <p14:xfrm>
                <a:off x="132781" y="6190555"/>
                <a:ext cx="1059840" cy="60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EBA5E6-E093-8558-6A0D-CAC7F96B0E0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6661" y="6184435"/>
                  <a:ext cx="10720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34BF4F-4758-5F63-1BB2-D498F15A8514}"/>
                    </a:ext>
                  </a:extLst>
                </p14:cNvPr>
                <p14:cNvContentPartPr/>
                <p14:nvPr/>
              </p14:nvContentPartPr>
              <p14:xfrm>
                <a:off x="1226821" y="5038915"/>
                <a:ext cx="902880" cy="31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34BF4F-4758-5F63-1BB2-D498F15A851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0701" y="5032795"/>
                  <a:ext cx="915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755F7F-BB03-C818-0FDE-56E760A7EE36}"/>
                    </a:ext>
                  </a:extLst>
                </p14:cNvPr>
                <p14:cNvContentPartPr/>
                <p14:nvPr/>
              </p14:nvContentPartPr>
              <p14:xfrm>
                <a:off x="2089381" y="4907515"/>
                <a:ext cx="1145520" cy="173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755F7F-BB03-C818-0FDE-56E760A7EE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83261" y="4901395"/>
                  <a:ext cx="1157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041974-02A5-1EB9-436E-9243985B4317}"/>
                    </a:ext>
                  </a:extLst>
                </p14:cNvPr>
                <p14:cNvContentPartPr/>
                <p14:nvPr/>
              </p14:nvContentPartPr>
              <p14:xfrm>
                <a:off x="3327781" y="5098675"/>
                <a:ext cx="58320" cy="479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041974-02A5-1EB9-436E-9243985B43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21661" y="5092555"/>
                  <a:ext cx="7056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B546B0A-CDE1-133C-F2EE-8A25F592D270}"/>
                    </a:ext>
                  </a:extLst>
                </p14:cNvPr>
                <p14:cNvContentPartPr/>
                <p14:nvPr/>
              </p14:nvContentPartPr>
              <p14:xfrm>
                <a:off x="3379621" y="5548315"/>
                <a:ext cx="249480" cy="275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B546B0A-CDE1-133C-F2EE-8A25F592D2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73501" y="5542195"/>
                  <a:ext cx="2617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1F5709-4C89-9173-345B-607C04C133F0}"/>
                    </a:ext>
                  </a:extLst>
                </p14:cNvPr>
                <p14:cNvContentPartPr/>
                <p14:nvPr/>
              </p14:nvContentPartPr>
              <p14:xfrm>
                <a:off x="3344701" y="5844955"/>
                <a:ext cx="81360" cy="439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1F5709-4C89-9173-345B-607C04C133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38581" y="5838835"/>
                  <a:ext cx="936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38EA1D7-5F54-311D-7899-4982316FAE2A}"/>
                    </a:ext>
                  </a:extLst>
                </p14:cNvPr>
                <p14:cNvContentPartPr/>
                <p14:nvPr/>
              </p14:nvContentPartPr>
              <p14:xfrm>
                <a:off x="1261741" y="6325195"/>
                <a:ext cx="2036520" cy="100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38EA1D7-5F54-311D-7899-4982316FAE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55621" y="6319075"/>
                  <a:ext cx="2048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5578F43-6E1E-593D-E70B-31480F67E31A}"/>
                    </a:ext>
                  </a:extLst>
                </p14:cNvPr>
                <p14:cNvContentPartPr/>
                <p14:nvPr/>
              </p14:nvContentPartPr>
              <p14:xfrm>
                <a:off x="3379621" y="5046475"/>
                <a:ext cx="456840" cy="1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5578F43-6E1E-593D-E70B-31480F67E3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73501" y="5040355"/>
                  <a:ext cx="469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55D1EF-1E1E-FF58-3B21-48F04BD0B5BB}"/>
                    </a:ext>
                  </a:extLst>
                </p14:cNvPr>
                <p14:cNvContentPartPr/>
                <p14:nvPr/>
              </p14:nvContentPartPr>
              <p14:xfrm>
                <a:off x="3854461" y="5051875"/>
                <a:ext cx="398880" cy="13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55D1EF-1E1E-FF58-3B21-48F04BD0B5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48341" y="5045755"/>
                  <a:ext cx="41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D8BD988-5178-C9A1-A232-3074B9505B32}"/>
                    </a:ext>
                  </a:extLst>
                </p14:cNvPr>
                <p14:cNvContentPartPr/>
                <p14:nvPr/>
              </p14:nvContentPartPr>
              <p14:xfrm>
                <a:off x="4334701" y="5046475"/>
                <a:ext cx="587520" cy="31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D8BD988-5178-C9A1-A232-3074B9505B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28581" y="5040355"/>
                  <a:ext cx="599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9016B6-22A4-9EE2-0138-AF42EAF9CEF5}"/>
                    </a:ext>
                  </a:extLst>
                </p14:cNvPr>
                <p14:cNvContentPartPr/>
                <p14:nvPr/>
              </p14:nvContentPartPr>
              <p14:xfrm>
                <a:off x="4669141" y="5051875"/>
                <a:ext cx="76680" cy="47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9016B6-22A4-9EE2-0138-AF42EAF9CEF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63021" y="5045755"/>
                  <a:ext cx="889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6559A0-9FF4-667D-198D-6084554C7B00}"/>
                    </a:ext>
                  </a:extLst>
                </p14:cNvPr>
                <p14:cNvContentPartPr/>
                <p14:nvPr/>
              </p14:nvContentPartPr>
              <p14:xfrm>
                <a:off x="4542421" y="5578915"/>
                <a:ext cx="208800" cy="671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6559A0-9FF4-667D-198D-6084554C7B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36301" y="5572795"/>
                  <a:ext cx="22104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D3442A-7522-085A-0DDF-0E77143767E6}"/>
                    </a:ext>
                  </a:extLst>
                </p14:cNvPr>
                <p14:cNvContentPartPr/>
                <p14:nvPr/>
              </p14:nvContentPartPr>
              <p14:xfrm>
                <a:off x="3530101" y="6279115"/>
                <a:ext cx="1114200" cy="8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D3442A-7522-085A-0DDF-0E77143767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23981" y="6272995"/>
                  <a:ext cx="1126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82BAF01-F560-D7C3-1DB6-71FC6F76492E}"/>
                    </a:ext>
                  </a:extLst>
                </p14:cNvPr>
                <p14:cNvContentPartPr/>
                <p14:nvPr/>
              </p14:nvContentPartPr>
              <p14:xfrm>
                <a:off x="4681641" y="4741803"/>
                <a:ext cx="81720" cy="257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82BAF01-F560-D7C3-1DB6-71FC6F76492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5521" y="4735683"/>
                  <a:ext cx="93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E193DE-CA20-5508-664F-98DB6AFBB498}"/>
                    </a:ext>
                  </a:extLst>
                </p14:cNvPr>
                <p14:cNvContentPartPr/>
                <p14:nvPr/>
              </p14:nvContentPartPr>
              <p14:xfrm>
                <a:off x="3369801" y="4516803"/>
                <a:ext cx="128880" cy="51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E193DE-CA20-5508-664F-98DB6AFBB4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63681" y="4510683"/>
                  <a:ext cx="1411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AC9E9F-41F7-F229-8B16-A83023A0AD38}"/>
                    </a:ext>
                  </a:extLst>
                </p14:cNvPr>
                <p14:cNvContentPartPr/>
                <p14:nvPr/>
              </p14:nvContentPartPr>
              <p14:xfrm>
                <a:off x="3231921" y="4157163"/>
                <a:ext cx="254880" cy="362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AC9E9F-41F7-F229-8B16-A83023A0AD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25801" y="4151043"/>
                  <a:ext cx="2671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5842C24-3E42-0404-2144-8A0AAF7904B1}"/>
                    </a:ext>
                  </a:extLst>
                </p14:cNvPr>
                <p14:cNvContentPartPr/>
                <p14:nvPr/>
              </p14:nvContentPartPr>
              <p14:xfrm>
                <a:off x="1360641" y="3487563"/>
                <a:ext cx="2051280" cy="106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5842C24-3E42-0404-2144-8A0AAF7904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54521" y="3481443"/>
                  <a:ext cx="2063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366E6B-FA7A-9479-0A91-5E6754C15E8E}"/>
                    </a:ext>
                  </a:extLst>
                </p14:cNvPr>
                <p14:cNvContentPartPr/>
                <p14:nvPr/>
              </p14:nvContentPartPr>
              <p14:xfrm>
                <a:off x="3444681" y="3593403"/>
                <a:ext cx="108000" cy="52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A366E6B-FA7A-9479-0A91-5E6754C15E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38561" y="3587283"/>
                  <a:ext cx="1202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5EEC1639-2699-0EA7-E8C0-BE6E338119B6}"/>
                    </a:ext>
                  </a:extLst>
                </p14:cNvPr>
                <p14:cNvContentPartPr/>
                <p14:nvPr/>
              </p14:nvContentPartPr>
              <p14:xfrm>
                <a:off x="3583281" y="3635523"/>
                <a:ext cx="1009080" cy="4320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5EEC1639-2699-0EA7-E8C0-BE6E338119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77161" y="3629403"/>
                  <a:ext cx="102132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103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EFCB-E6EB-5084-A291-8D6360D34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l Possible Shapes Jigsaw Puzzle Pieces Stock Vector (Royalty Free)  280930625 | Shutterstock">
            <a:extLst>
              <a:ext uri="{FF2B5EF4-FFF2-40B4-BE49-F238E27FC236}">
                <a16:creationId xmlns:a16="http://schemas.microsoft.com/office/drawing/2014/main" id="{438A3C87-EA77-590B-40F2-F82455463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958030" y="-828866"/>
            <a:ext cx="4389054" cy="661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A9EB07-6071-7495-AC05-012AD0A1FEBA}"/>
              </a:ext>
            </a:extLst>
          </p:cNvPr>
          <p:cNvSpPr/>
          <p:nvPr/>
        </p:nvSpPr>
        <p:spPr>
          <a:xfrm>
            <a:off x="-5715139" y="4766734"/>
            <a:ext cx="1951636" cy="1879762"/>
          </a:xfrm>
          <a:custGeom>
            <a:avLst/>
            <a:gdLst>
              <a:gd name="connsiteX0" fmla="*/ 118477 w 892143"/>
              <a:gd name="connsiteY0" fmla="*/ 77356 h 835776"/>
              <a:gd name="connsiteX1" fmla="*/ 199757 w 892143"/>
              <a:gd name="connsiteY1" fmla="*/ 295796 h 835776"/>
              <a:gd name="connsiteX2" fmla="*/ 133717 w 892143"/>
              <a:gd name="connsiteY2" fmla="*/ 341516 h 835776"/>
              <a:gd name="connsiteX3" fmla="*/ 67677 w 892143"/>
              <a:gd name="connsiteY3" fmla="*/ 316116 h 835776"/>
              <a:gd name="connsiteX4" fmla="*/ 1637 w 892143"/>
              <a:gd name="connsiteY4" fmla="*/ 382156 h 835776"/>
              <a:gd name="connsiteX5" fmla="*/ 32117 w 892143"/>
              <a:gd name="connsiteY5" fmla="*/ 514236 h 835776"/>
              <a:gd name="connsiteX6" fmla="*/ 159117 w 892143"/>
              <a:gd name="connsiteY6" fmla="*/ 473596 h 835776"/>
              <a:gd name="connsiteX7" fmla="*/ 199757 w 892143"/>
              <a:gd name="connsiteY7" fmla="*/ 559956 h 835776"/>
              <a:gd name="connsiteX8" fmla="*/ 118477 w 892143"/>
              <a:gd name="connsiteY8" fmla="*/ 747916 h 835776"/>
              <a:gd name="connsiteX9" fmla="*/ 397877 w 892143"/>
              <a:gd name="connsiteY9" fmla="*/ 834276 h 835776"/>
              <a:gd name="connsiteX10" fmla="*/ 372477 w 892143"/>
              <a:gd name="connsiteY10" fmla="*/ 681876 h 835776"/>
              <a:gd name="connsiteX11" fmla="*/ 438517 w 892143"/>
              <a:gd name="connsiteY11" fmla="*/ 631076 h 835776"/>
              <a:gd name="connsiteX12" fmla="*/ 545197 w 892143"/>
              <a:gd name="connsiteY12" fmla="*/ 681876 h 835776"/>
              <a:gd name="connsiteX13" fmla="*/ 509637 w 892143"/>
              <a:gd name="connsiteY13" fmla="*/ 793636 h 835776"/>
              <a:gd name="connsiteX14" fmla="*/ 606157 w 892143"/>
              <a:gd name="connsiteY14" fmla="*/ 803796 h 835776"/>
              <a:gd name="connsiteX15" fmla="*/ 783957 w 892143"/>
              <a:gd name="connsiteY15" fmla="*/ 737756 h 835776"/>
              <a:gd name="connsiteX16" fmla="*/ 728077 w 892143"/>
              <a:gd name="connsiteY16" fmla="*/ 631076 h 835776"/>
              <a:gd name="connsiteX17" fmla="*/ 738237 w 892143"/>
              <a:gd name="connsiteY17" fmla="*/ 468516 h 835776"/>
              <a:gd name="connsiteX18" fmla="*/ 824597 w 892143"/>
              <a:gd name="connsiteY18" fmla="*/ 534556 h 835776"/>
              <a:gd name="connsiteX19" fmla="*/ 890637 w 892143"/>
              <a:gd name="connsiteY19" fmla="*/ 448196 h 835776"/>
              <a:gd name="connsiteX20" fmla="*/ 860157 w 892143"/>
              <a:gd name="connsiteY20" fmla="*/ 316116 h 835776"/>
              <a:gd name="connsiteX21" fmla="*/ 743317 w 892143"/>
              <a:gd name="connsiteY21" fmla="*/ 361836 h 835776"/>
              <a:gd name="connsiteX22" fmla="*/ 717917 w 892143"/>
              <a:gd name="connsiteY22" fmla="*/ 265316 h 835776"/>
              <a:gd name="connsiteX23" fmla="*/ 789037 w 892143"/>
              <a:gd name="connsiteY23" fmla="*/ 82436 h 835776"/>
              <a:gd name="connsiteX24" fmla="*/ 519797 w 892143"/>
              <a:gd name="connsiteY24" fmla="*/ 11316 h 835776"/>
              <a:gd name="connsiteX25" fmla="*/ 550277 w 892143"/>
              <a:gd name="connsiteY25" fmla="*/ 107836 h 835776"/>
              <a:gd name="connsiteX26" fmla="*/ 514717 w 892143"/>
              <a:gd name="connsiteY26" fmla="*/ 178956 h 835776"/>
              <a:gd name="connsiteX27" fmla="*/ 367397 w 892143"/>
              <a:gd name="connsiteY27" fmla="*/ 168796 h 835776"/>
              <a:gd name="connsiteX28" fmla="*/ 402957 w 892143"/>
              <a:gd name="connsiteY28" fmla="*/ 31636 h 835776"/>
              <a:gd name="connsiteX29" fmla="*/ 291197 w 892143"/>
              <a:gd name="connsiteY29" fmla="*/ 1156 h 835776"/>
              <a:gd name="connsiteX30" fmla="*/ 118477 w 892143"/>
              <a:gd name="connsiteY30" fmla="*/ 77356 h 83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2143" h="835776">
                <a:moveTo>
                  <a:pt x="118477" y="77356"/>
                </a:moveTo>
                <a:cubicBezTo>
                  <a:pt x="103237" y="126463"/>
                  <a:pt x="197217" y="251769"/>
                  <a:pt x="199757" y="295796"/>
                </a:cubicBezTo>
                <a:cubicBezTo>
                  <a:pt x="202297" y="339823"/>
                  <a:pt x="155730" y="338129"/>
                  <a:pt x="133717" y="341516"/>
                </a:cubicBezTo>
                <a:cubicBezTo>
                  <a:pt x="111704" y="344903"/>
                  <a:pt x="89690" y="309343"/>
                  <a:pt x="67677" y="316116"/>
                </a:cubicBezTo>
                <a:cubicBezTo>
                  <a:pt x="45664" y="322889"/>
                  <a:pt x="7564" y="349136"/>
                  <a:pt x="1637" y="382156"/>
                </a:cubicBezTo>
                <a:cubicBezTo>
                  <a:pt x="-4290" y="415176"/>
                  <a:pt x="5870" y="498996"/>
                  <a:pt x="32117" y="514236"/>
                </a:cubicBezTo>
                <a:cubicBezTo>
                  <a:pt x="58364" y="529476"/>
                  <a:pt x="131177" y="465976"/>
                  <a:pt x="159117" y="473596"/>
                </a:cubicBezTo>
                <a:cubicBezTo>
                  <a:pt x="187057" y="481216"/>
                  <a:pt x="206530" y="514236"/>
                  <a:pt x="199757" y="559956"/>
                </a:cubicBezTo>
                <a:cubicBezTo>
                  <a:pt x="192984" y="605676"/>
                  <a:pt x="85457" y="702196"/>
                  <a:pt x="118477" y="747916"/>
                </a:cubicBezTo>
                <a:cubicBezTo>
                  <a:pt x="151497" y="793636"/>
                  <a:pt x="355544" y="845283"/>
                  <a:pt x="397877" y="834276"/>
                </a:cubicBezTo>
                <a:cubicBezTo>
                  <a:pt x="440210" y="823269"/>
                  <a:pt x="365704" y="715743"/>
                  <a:pt x="372477" y="681876"/>
                </a:cubicBezTo>
                <a:cubicBezTo>
                  <a:pt x="379250" y="648009"/>
                  <a:pt x="409730" y="631076"/>
                  <a:pt x="438517" y="631076"/>
                </a:cubicBezTo>
                <a:cubicBezTo>
                  <a:pt x="467304" y="631076"/>
                  <a:pt x="533344" y="654783"/>
                  <a:pt x="545197" y="681876"/>
                </a:cubicBezTo>
                <a:cubicBezTo>
                  <a:pt x="557050" y="708969"/>
                  <a:pt x="499477" y="773316"/>
                  <a:pt x="509637" y="793636"/>
                </a:cubicBezTo>
                <a:cubicBezTo>
                  <a:pt x="519797" y="813956"/>
                  <a:pt x="560437" y="813109"/>
                  <a:pt x="606157" y="803796"/>
                </a:cubicBezTo>
                <a:cubicBezTo>
                  <a:pt x="651877" y="794483"/>
                  <a:pt x="763637" y="766543"/>
                  <a:pt x="783957" y="737756"/>
                </a:cubicBezTo>
                <a:cubicBezTo>
                  <a:pt x="804277" y="708969"/>
                  <a:pt x="735697" y="675949"/>
                  <a:pt x="728077" y="631076"/>
                </a:cubicBezTo>
                <a:cubicBezTo>
                  <a:pt x="720457" y="586203"/>
                  <a:pt x="722150" y="484603"/>
                  <a:pt x="738237" y="468516"/>
                </a:cubicBezTo>
                <a:cubicBezTo>
                  <a:pt x="754324" y="452429"/>
                  <a:pt x="799197" y="537943"/>
                  <a:pt x="824597" y="534556"/>
                </a:cubicBezTo>
                <a:cubicBezTo>
                  <a:pt x="849997" y="531169"/>
                  <a:pt x="884710" y="484603"/>
                  <a:pt x="890637" y="448196"/>
                </a:cubicBezTo>
                <a:cubicBezTo>
                  <a:pt x="896564" y="411789"/>
                  <a:pt x="884710" y="330509"/>
                  <a:pt x="860157" y="316116"/>
                </a:cubicBezTo>
                <a:cubicBezTo>
                  <a:pt x="835604" y="301723"/>
                  <a:pt x="767024" y="370303"/>
                  <a:pt x="743317" y="361836"/>
                </a:cubicBezTo>
                <a:cubicBezTo>
                  <a:pt x="719610" y="353369"/>
                  <a:pt x="710297" y="311883"/>
                  <a:pt x="717917" y="265316"/>
                </a:cubicBezTo>
                <a:cubicBezTo>
                  <a:pt x="725537" y="218749"/>
                  <a:pt x="822057" y="124769"/>
                  <a:pt x="789037" y="82436"/>
                </a:cubicBezTo>
                <a:cubicBezTo>
                  <a:pt x="756017" y="40103"/>
                  <a:pt x="559590" y="7083"/>
                  <a:pt x="519797" y="11316"/>
                </a:cubicBezTo>
                <a:cubicBezTo>
                  <a:pt x="480004" y="15549"/>
                  <a:pt x="551124" y="79896"/>
                  <a:pt x="550277" y="107836"/>
                </a:cubicBezTo>
                <a:cubicBezTo>
                  <a:pt x="549430" y="135776"/>
                  <a:pt x="545197" y="168796"/>
                  <a:pt x="514717" y="178956"/>
                </a:cubicBezTo>
                <a:cubicBezTo>
                  <a:pt x="484237" y="189116"/>
                  <a:pt x="386024" y="193349"/>
                  <a:pt x="367397" y="168796"/>
                </a:cubicBezTo>
                <a:cubicBezTo>
                  <a:pt x="348770" y="144243"/>
                  <a:pt x="415657" y="59576"/>
                  <a:pt x="402957" y="31636"/>
                </a:cubicBezTo>
                <a:cubicBezTo>
                  <a:pt x="390257" y="3696"/>
                  <a:pt x="336070" y="-3077"/>
                  <a:pt x="291197" y="1156"/>
                </a:cubicBezTo>
                <a:cubicBezTo>
                  <a:pt x="246324" y="5389"/>
                  <a:pt x="133717" y="28249"/>
                  <a:pt x="118477" y="77356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717A1-E992-9FAC-4AB4-7D13895C6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17" y="3376371"/>
            <a:ext cx="6858000" cy="3153257"/>
          </a:xfrm>
          <a:prstGeom prst="rect">
            <a:avLst/>
          </a:prstGeom>
        </p:spPr>
      </p:pic>
      <p:sp>
        <p:nvSpPr>
          <p:cNvPr id="1028" name="Freeform: Shape 1027">
            <a:extLst>
              <a:ext uri="{FF2B5EF4-FFF2-40B4-BE49-F238E27FC236}">
                <a16:creationId xmlns:a16="http://schemas.microsoft.com/office/drawing/2014/main" id="{F460C565-C20B-ABDB-A111-9210A07EF0BE}"/>
              </a:ext>
            </a:extLst>
          </p:cNvPr>
          <p:cNvSpPr/>
          <p:nvPr/>
        </p:nvSpPr>
        <p:spPr>
          <a:xfrm>
            <a:off x="71156" y="3460945"/>
            <a:ext cx="1282587" cy="1726131"/>
          </a:xfrm>
          <a:custGeom>
            <a:avLst/>
            <a:gdLst>
              <a:gd name="connsiteX0" fmla="*/ 43077 w 1595568"/>
              <a:gd name="connsiteY0" fmla="*/ 84674 h 1717782"/>
              <a:gd name="connsiteX1" fmla="*/ 576477 w 1595568"/>
              <a:gd name="connsiteY1" fmla="*/ 79594 h 1717782"/>
              <a:gd name="connsiteX2" fmla="*/ 957477 w 1595568"/>
              <a:gd name="connsiteY2" fmla="*/ 69434 h 1717782"/>
              <a:gd name="connsiteX3" fmla="*/ 1343557 w 1595568"/>
              <a:gd name="connsiteY3" fmla="*/ 69434 h 1717782"/>
              <a:gd name="connsiteX4" fmla="*/ 1434997 w 1595568"/>
              <a:gd name="connsiteY4" fmla="*/ 74514 h 1717782"/>
              <a:gd name="connsiteX5" fmla="*/ 1480717 w 1595568"/>
              <a:gd name="connsiteY5" fmla="*/ 171034 h 1717782"/>
              <a:gd name="connsiteX6" fmla="*/ 1572157 w 1595568"/>
              <a:gd name="connsiteY6" fmla="*/ 364074 h 1717782"/>
              <a:gd name="connsiteX7" fmla="*/ 1582317 w 1595568"/>
              <a:gd name="connsiteY7" fmla="*/ 628234 h 1717782"/>
              <a:gd name="connsiteX8" fmla="*/ 1465477 w 1595568"/>
              <a:gd name="connsiteY8" fmla="*/ 633314 h 1717782"/>
              <a:gd name="connsiteX9" fmla="*/ 1318157 w 1595568"/>
              <a:gd name="connsiteY9" fmla="*/ 577434 h 1717782"/>
              <a:gd name="connsiteX10" fmla="*/ 1201317 w 1595568"/>
              <a:gd name="connsiteY10" fmla="*/ 694274 h 1717782"/>
              <a:gd name="connsiteX11" fmla="*/ 1211477 w 1595568"/>
              <a:gd name="connsiteY11" fmla="*/ 892394 h 1717782"/>
              <a:gd name="connsiteX12" fmla="*/ 1379117 w 1595568"/>
              <a:gd name="connsiteY12" fmla="*/ 968594 h 1717782"/>
              <a:gd name="connsiteX13" fmla="*/ 1480717 w 1595568"/>
              <a:gd name="connsiteY13" fmla="*/ 907634 h 1717782"/>
              <a:gd name="connsiteX14" fmla="*/ 1577237 w 1595568"/>
              <a:gd name="connsiteY14" fmla="*/ 912714 h 1717782"/>
              <a:gd name="connsiteX15" fmla="*/ 1587397 w 1595568"/>
              <a:gd name="connsiteY15" fmla="*/ 1131154 h 1717782"/>
              <a:gd name="connsiteX16" fmla="*/ 1485797 w 1595568"/>
              <a:gd name="connsiteY16" fmla="*/ 1369914 h 1717782"/>
              <a:gd name="connsiteX17" fmla="*/ 1434997 w 1595568"/>
              <a:gd name="connsiteY17" fmla="*/ 1466434 h 1717782"/>
              <a:gd name="connsiteX18" fmla="*/ 1313077 w 1595568"/>
              <a:gd name="connsiteY18" fmla="*/ 1425794 h 1717782"/>
              <a:gd name="connsiteX19" fmla="*/ 1155597 w 1595568"/>
              <a:gd name="connsiteY19" fmla="*/ 1354674 h 1717782"/>
              <a:gd name="connsiteX20" fmla="*/ 932077 w 1595568"/>
              <a:gd name="connsiteY20" fmla="*/ 1334354 h 1717782"/>
              <a:gd name="connsiteX21" fmla="*/ 866037 w 1595568"/>
              <a:gd name="connsiteY21" fmla="*/ 1390234 h 1717782"/>
              <a:gd name="connsiteX22" fmla="*/ 916837 w 1595568"/>
              <a:gd name="connsiteY22" fmla="*/ 1507074 h 1717782"/>
              <a:gd name="connsiteX23" fmla="*/ 937157 w 1595568"/>
              <a:gd name="connsiteY23" fmla="*/ 1623914 h 1717782"/>
              <a:gd name="connsiteX24" fmla="*/ 815237 w 1595568"/>
              <a:gd name="connsiteY24" fmla="*/ 1705194 h 1717782"/>
              <a:gd name="connsiteX25" fmla="*/ 667917 w 1595568"/>
              <a:gd name="connsiteY25" fmla="*/ 1710274 h 1717782"/>
              <a:gd name="connsiteX26" fmla="*/ 551077 w 1595568"/>
              <a:gd name="connsiteY26" fmla="*/ 1634074 h 1717782"/>
              <a:gd name="connsiteX27" fmla="*/ 540917 w 1595568"/>
              <a:gd name="connsiteY27" fmla="*/ 1522314 h 1717782"/>
              <a:gd name="connsiteX28" fmla="*/ 612037 w 1595568"/>
              <a:gd name="connsiteY28" fmla="*/ 1395314 h 1717782"/>
              <a:gd name="connsiteX29" fmla="*/ 535837 w 1595568"/>
              <a:gd name="connsiteY29" fmla="*/ 1329274 h 1717782"/>
              <a:gd name="connsiteX30" fmla="*/ 312317 w 1595568"/>
              <a:gd name="connsiteY30" fmla="*/ 1349594 h 1717782"/>
              <a:gd name="connsiteX31" fmla="*/ 154837 w 1595568"/>
              <a:gd name="connsiteY31" fmla="*/ 1425794 h 1717782"/>
              <a:gd name="connsiteX32" fmla="*/ 83717 w 1595568"/>
              <a:gd name="connsiteY32" fmla="*/ 1471514 h 1717782"/>
              <a:gd name="connsiteX33" fmla="*/ 37997 w 1595568"/>
              <a:gd name="connsiteY33" fmla="*/ 1471514 h 1717782"/>
              <a:gd name="connsiteX34" fmla="*/ 32917 w 1595568"/>
              <a:gd name="connsiteY34" fmla="*/ 1212434 h 1717782"/>
              <a:gd name="connsiteX35" fmla="*/ 43077 w 1595568"/>
              <a:gd name="connsiteY35" fmla="*/ 84674 h 1717782"/>
              <a:gd name="connsiteX0" fmla="*/ 42868 w 1595359"/>
              <a:gd name="connsiteY0" fmla="*/ 112493 h 1654161"/>
              <a:gd name="connsiteX1" fmla="*/ 576268 w 1595359"/>
              <a:gd name="connsiteY1" fmla="*/ 15973 h 1654161"/>
              <a:gd name="connsiteX2" fmla="*/ 957268 w 1595359"/>
              <a:gd name="connsiteY2" fmla="*/ 5813 h 1654161"/>
              <a:gd name="connsiteX3" fmla="*/ 1343348 w 1595359"/>
              <a:gd name="connsiteY3" fmla="*/ 5813 h 1654161"/>
              <a:gd name="connsiteX4" fmla="*/ 1434788 w 1595359"/>
              <a:gd name="connsiteY4" fmla="*/ 10893 h 1654161"/>
              <a:gd name="connsiteX5" fmla="*/ 1480508 w 1595359"/>
              <a:gd name="connsiteY5" fmla="*/ 107413 h 1654161"/>
              <a:gd name="connsiteX6" fmla="*/ 1571948 w 1595359"/>
              <a:gd name="connsiteY6" fmla="*/ 300453 h 1654161"/>
              <a:gd name="connsiteX7" fmla="*/ 1582108 w 1595359"/>
              <a:gd name="connsiteY7" fmla="*/ 564613 h 1654161"/>
              <a:gd name="connsiteX8" fmla="*/ 1465268 w 1595359"/>
              <a:gd name="connsiteY8" fmla="*/ 569693 h 1654161"/>
              <a:gd name="connsiteX9" fmla="*/ 1317948 w 1595359"/>
              <a:gd name="connsiteY9" fmla="*/ 513813 h 1654161"/>
              <a:gd name="connsiteX10" fmla="*/ 1201108 w 1595359"/>
              <a:gd name="connsiteY10" fmla="*/ 630653 h 1654161"/>
              <a:gd name="connsiteX11" fmla="*/ 1211268 w 1595359"/>
              <a:gd name="connsiteY11" fmla="*/ 828773 h 1654161"/>
              <a:gd name="connsiteX12" fmla="*/ 1378908 w 1595359"/>
              <a:gd name="connsiteY12" fmla="*/ 904973 h 1654161"/>
              <a:gd name="connsiteX13" fmla="*/ 1480508 w 1595359"/>
              <a:gd name="connsiteY13" fmla="*/ 844013 h 1654161"/>
              <a:gd name="connsiteX14" fmla="*/ 1577028 w 1595359"/>
              <a:gd name="connsiteY14" fmla="*/ 849093 h 1654161"/>
              <a:gd name="connsiteX15" fmla="*/ 1587188 w 1595359"/>
              <a:gd name="connsiteY15" fmla="*/ 1067533 h 1654161"/>
              <a:gd name="connsiteX16" fmla="*/ 1485588 w 1595359"/>
              <a:gd name="connsiteY16" fmla="*/ 1306293 h 1654161"/>
              <a:gd name="connsiteX17" fmla="*/ 1434788 w 1595359"/>
              <a:gd name="connsiteY17" fmla="*/ 1402813 h 1654161"/>
              <a:gd name="connsiteX18" fmla="*/ 1312868 w 1595359"/>
              <a:gd name="connsiteY18" fmla="*/ 1362173 h 1654161"/>
              <a:gd name="connsiteX19" fmla="*/ 1155388 w 1595359"/>
              <a:gd name="connsiteY19" fmla="*/ 1291053 h 1654161"/>
              <a:gd name="connsiteX20" fmla="*/ 931868 w 1595359"/>
              <a:gd name="connsiteY20" fmla="*/ 1270733 h 1654161"/>
              <a:gd name="connsiteX21" fmla="*/ 865828 w 1595359"/>
              <a:gd name="connsiteY21" fmla="*/ 1326613 h 1654161"/>
              <a:gd name="connsiteX22" fmla="*/ 916628 w 1595359"/>
              <a:gd name="connsiteY22" fmla="*/ 1443453 h 1654161"/>
              <a:gd name="connsiteX23" fmla="*/ 936948 w 1595359"/>
              <a:gd name="connsiteY23" fmla="*/ 1560293 h 1654161"/>
              <a:gd name="connsiteX24" fmla="*/ 815028 w 1595359"/>
              <a:gd name="connsiteY24" fmla="*/ 1641573 h 1654161"/>
              <a:gd name="connsiteX25" fmla="*/ 667708 w 1595359"/>
              <a:gd name="connsiteY25" fmla="*/ 1646653 h 1654161"/>
              <a:gd name="connsiteX26" fmla="*/ 550868 w 1595359"/>
              <a:gd name="connsiteY26" fmla="*/ 1570453 h 1654161"/>
              <a:gd name="connsiteX27" fmla="*/ 540708 w 1595359"/>
              <a:gd name="connsiteY27" fmla="*/ 1458693 h 1654161"/>
              <a:gd name="connsiteX28" fmla="*/ 611828 w 1595359"/>
              <a:gd name="connsiteY28" fmla="*/ 1331693 h 1654161"/>
              <a:gd name="connsiteX29" fmla="*/ 535628 w 1595359"/>
              <a:gd name="connsiteY29" fmla="*/ 1265653 h 1654161"/>
              <a:gd name="connsiteX30" fmla="*/ 312108 w 1595359"/>
              <a:gd name="connsiteY30" fmla="*/ 1285973 h 1654161"/>
              <a:gd name="connsiteX31" fmla="*/ 154628 w 1595359"/>
              <a:gd name="connsiteY31" fmla="*/ 1362173 h 1654161"/>
              <a:gd name="connsiteX32" fmla="*/ 83508 w 1595359"/>
              <a:gd name="connsiteY32" fmla="*/ 1407893 h 1654161"/>
              <a:gd name="connsiteX33" fmla="*/ 37788 w 1595359"/>
              <a:gd name="connsiteY33" fmla="*/ 1407893 h 1654161"/>
              <a:gd name="connsiteX34" fmla="*/ 32708 w 1595359"/>
              <a:gd name="connsiteY34" fmla="*/ 1148813 h 1654161"/>
              <a:gd name="connsiteX35" fmla="*/ 42868 w 1595359"/>
              <a:gd name="connsiteY35" fmla="*/ 112493 h 1654161"/>
              <a:gd name="connsiteX0" fmla="*/ 48936 w 1601427"/>
              <a:gd name="connsiteY0" fmla="*/ 110461 h 1652129"/>
              <a:gd name="connsiteX1" fmla="*/ 582336 w 1601427"/>
              <a:gd name="connsiteY1" fmla="*/ 13941 h 1652129"/>
              <a:gd name="connsiteX2" fmla="*/ 963336 w 1601427"/>
              <a:gd name="connsiteY2" fmla="*/ 3781 h 1652129"/>
              <a:gd name="connsiteX3" fmla="*/ 1349416 w 1601427"/>
              <a:gd name="connsiteY3" fmla="*/ 3781 h 1652129"/>
              <a:gd name="connsiteX4" fmla="*/ 1440856 w 1601427"/>
              <a:gd name="connsiteY4" fmla="*/ 8861 h 1652129"/>
              <a:gd name="connsiteX5" fmla="*/ 1486576 w 1601427"/>
              <a:gd name="connsiteY5" fmla="*/ 105381 h 1652129"/>
              <a:gd name="connsiteX6" fmla="*/ 1578016 w 1601427"/>
              <a:gd name="connsiteY6" fmla="*/ 298421 h 1652129"/>
              <a:gd name="connsiteX7" fmla="*/ 1588176 w 1601427"/>
              <a:gd name="connsiteY7" fmla="*/ 562581 h 1652129"/>
              <a:gd name="connsiteX8" fmla="*/ 1471336 w 1601427"/>
              <a:gd name="connsiteY8" fmla="*/ 567661 h 1652129"/>
              <a:gd name="connsiteX9" fmla="*/ 1324016 w 1601427"/>
              <a:gd name="connsiteY9" fmla="*/ 511781 h 1652129"/>
              <a:gd name="connsiteX10" fmla="*/ 1207176 w 1601427"/>
              <a:gd name="connsiteY10" fmla="*/ 628621 h 1652129"/>
              <a:gd name="connsiteX11" fmla="*/ 1217336 w 1601427"/>
              <a:gd name="connsiteY11" fmla="*/ 826741 h 1652129"/>
              <a:gd name="connsiteX12" fmla="*/ 1384976 w 1601427"/>
              <a:gd name="connsiteY12" fmla="*/ 902941 h 1652129"/>
              <a:gd name="connsiteX13" fmla="*/ 1486576 w 1601427"/>
              <a:gd name="connsiteY13" fmla="*/ 841981 h 1652129"/>
              <a:gd name="connsiteX14" fmla="*/ 1583096 w 1601427"/>
              <a:gd name="connsiteY14" fmla="*/ 847061 h 1652129"/>
              <a:gd name="connsiteX15" fmla="*/ 1593256 w 1601427"/>
              <a:gd name="connsiteY15" fmla="*/ 1065501 h 1652129"/>
              <a:gd name="connsiteX16" fmla="*/ 1491656 w 1601427"/>
              <a:gd name="connsiteY16" fmla="*/ 1304261 h 1652129"/>
              <a:gd name="connsiteX17" fmla="*/ 1440856 w 1601427"/>
              <a:gd name="connsiteY17" fmla="*/ 1400781 h 1652129"/>
              <a:gd name="connsiteX18" fmla="*/ 1318936 w 1601427"/>
              <a:gd name="connsiteY18" fmla="*/ 1360141 h 1652129"/>
              <a:gd name="connsiteX19" fmla="*/ 1161456 w 1601427"/>
              <a:gd name="connsiteY19" fmla="*/ 1289021 h 1652129"/>
              <a:gd name="connsiteX20" fmla="*/ 937936 w 1601427"/>
              <a:gd name="connsiteY20" fmla="*/ 1268701 h 1652129"/>
              <a:gd name="connsiteX21" fmla="*/ 871896 w 1601427"/>
              <a:gd name="connsiteY21" fmla="*/ 1324581 h 1652129"/>
              <a:gd name="connsiteX22" fmla="*/ 922696 w 1601427"/>
              <a:gd name="connsiteY22" fmla="*/ 1441421 h 1652129"/>
              <a:gd name="connsiteX23" fmla="*/ 943016 w 1601427"/>
              <a:gd name="connsiteY23" fmla="*/ 1558261 h 1652129"/>
              <a:gd name="connsiteX24" fmla="*/ 821096 w 1601427"/>
              <a:gd name="connsiteY24" fmla="*/ 1639541 h 1652129"/>
              <a:gd name="connsiteX25" fmla="*/ 673776 w 1601427"/>
              <a:gd name="connsiteY25" fmla="*/ 1644621 h 1652129"/>
              <a:gd name="connsiteX26" fmla="*/ 556936 w 1601427"/>
              <a:gd name="connsiteY26" fmla="*/ 1568421 h 1652129"/>
              <a:gd name="connsiteX27" fmla="*/ 546776 w 1601427"/>
              <a:gd name="connsiteY27" fmla="*/ 1456661 h 1652129"/>
              <a:gd name="connsiteX28" fmla="*/ 617896 w 1601427"/>
              <a:gd name="connsiteY28" fmla="*/ 1329661 h 1652129"/>
              <a:gd name="connsiteX29" fmla="*/ 541696 w 1601427"/>
              <a:gd name="connsiteY29" fmla="*/ 1263621 h 1652129"/>
              <a:gd name="connsiteX30" fmla="*/ 318176 w 1601427"/>
              <a:gd name="connsiteY30" fmla="*/ 1283941 h 1652129"/>
              <a:gd name="connsiteX31" fmla="*/ 160696 w 1601427"/>
              <a:gd name="connsiteY31" fmla="*/ 1360141 h 1652129"/>
              <a:gd name="connsiteX32" fmla="*/ 89576 w 1601427"/>
              <a:gd name="connsiteY32" fmla="*/ 1405861 h 1652129"/>
              <a:gd name="connsiteX33" fmla="*/ 43856 w 1601427"/>
              <a:gd name="connsiteY33" fmla="*/ 1405861 h 1652129"/>
              <a:gd name="connsiteX34" fmla="*/ 23536 w 1601427"/>
              <a:gd name="connsiteY34" fmla="*/ 770861 h 1652129"/>
              <a:gd name="connsiteX35" fmla="*/ 48936 w 1601427"/>
              <a:gd name="connsiteY35" fmla="*/ 110461 h 1652129"/>
              <a:gd name="connsiteX0" fmla="*/ 45973 w 1608624"/>
              <a:gd name="connsiteY0" fmla="*/ 79981 h 1652129"/>
              <a:gd name="connsiteX1" fmla="*/ 589533 w 1608624"/>
              <a:gd name="connsiteY1" fmla="*/ 13941 h 1652129"/>
              <a:gd name="connsiteX2" fmla="*/ 970533 w 1608624"/>
              <a:gd name="connsiteY2" fmla="*/ 3781 h 1652129"/>
              <a:gd name="connsiteX3" fmla="*/ 1356613 w 1608624"/>
              <a:gd name="connsiteY3" fmla="*/ 3781 h 1652129"/>
              <a:gd name="connsiteX4" fmla="*/ 1448053 w 1608624"/>
              <a:gd name="connsiteY4" fmla="*/ 8861 h 1652129"/>
              <a:gd name="connsiteX5" fmla="*/ 1493773 w 1608624"/>
              <a:gd name="connsiteY5" fmla="*/ 105381 h 1652129"/>
              <a:gd name="connsiteX6" fmla="*/ 1585213 w 1608624"/>
              <a:gd name="connsiteY6" fmla="*/ 298421 h 1652129"/>
              <a:gd name="connsiteX7" fmla="*/ 1595373 w 1608624"/>
              <a:gd name="connsiteY7" fmla="*/ 562581 h 1652129"/>
              <a:gd name="connsiteX8" fmla="*/ 1478533 w 1608624"/>
              <a:gd name="connsiteY8" fmla="*/ 567661 h 1652129"/>
              <a:gd name="connsiteX9" fmla="*/ 1331213 w 1608624"/>
              <a:gd name="connsiteY9" fmla="*/ 511781 h 1652129"/>
              <a:gd name="connsiteX10" fmla="*/ 1214373 w 1608624"/>
              <a:gd name="connsiteY10" fmla="*/ 628621 h 1652129"/>
              <a:gd name="connsiteX11" fmla="*/ 1224533 w 1608624"/>
              <a:gd name="connsiteY11" fmla="*/ 826741 h 1652129"/>
              <a:gd name="connsiteX12" fmla="*/ 1392173 w 1608624"/>
              <a:gd name="connsiteY12" fmla="*/ 902941 h 1652129"/>
              <a:gd name="connsiteX13" fmla="*/ 1493773 w 1608624"/>
              <a:gd name="connsiteY13" fmla="*/ 841981 h 1652129"/>
              <a:gd name="connsiteX14" fmla="*/ 1590293 w 1608624"/>
              <a:gd name="connsiteY14" fmla="*/ 847061 h 1652129"/>
              <a:gd name="connsiteX15" fmla="*/ 1600453 w 1608624"/>
              <a:gd name="connsiteY15" fmla="*/ 1065501 h 1652129"/>
              <a:gd name="connsiteX16" fmla="*/ 1498853 w 1608624"/>
              <a:gd name="connsiteY16" fmla="*/ 1304261 h 1652129"/>
              <a:gd name="connsiteX17" fmla="*/ 1448053 w 1608624"/>
              <a:gd name="connsiteY17" fmla="*/ 1400781 h 1652129"/>
              <a:gd name="connsiteX18" fmla="*/ 1326133 w 1608624"/>
              <a:gd name="connsiteY18" fmla="*/ 1360141 h 1652129"/>
              <a:gd name="connsiteX19" fmla="*/ 1168653 w 1608624"/>
              <a:gd name="connsiteY19" fmla="*/ 1289021 h 1652129"/>
              <a:gd name="connsiteX20" fmla="*/ 945133 w 1608624"/>
              <a:gd name="connsiteY20" fmla="*/ 1268701 h 1652129"/>
              <a:gd name="connsiteX21" fmla="*/ 879093 w 1608624"/>
              <a:gd name="connsiteY21" fmla="*/ 1324581 h 1652129"/>
              <a:gd name="connsiteX22" fmla="*/ 929893 w 1608624"/>
              <a:gd name="connsiteY22" fmla="*/ 1441421 h 1652129"/>
              <a:gd name="connsiteX23" fmla="*/ 950213 w 1608624"/>
              <a:gd name="connsiteY23" fmla="*/ 1558261 h 1652129"/>
              <a:gd name="connsiteX24" fmla="*/ 828293 w 1608624"/>
              <a:gd name="connsiteY24" fmla="*/ 1639541 h 1652129"/>
              <a:gd name="connsiteX25" fmla="*/ 680973 w 1608624"/>
              <a:gd name="connsiteY25" fmla="*/ 1644621 h 1652129"/>
              <a:gd name="connsiteX26" fmla="*/ 564133 w 1608624"/>
              <a:gd name="connsiteY26" fmla="*/ 1568421 h 1652129"/>
              <a:gd name="connsiteX27" fmla="*/ 553973 w 1608624"/>
              <a:gd name="connsiteY27" fmla="*/ 1456661 h 1652129"/>
              <a:gd name="connsiteX28" fmla="*/ 625093 w 1608624"/>
              <a:gd name="connsiteY28" fmla="*/ 1329661 h 1652129"/>
              <a:gd name="connsiteX29" fmla="*/ 548893 w 1608624"/>
              <a:gd name="connsiteY29" fmla="*/ 1263621 h 1652129"/>
              <a:gd name="connsiteX30" fmla="*/ 325373 w 1608624"/>
              <a:gd name="connsiteY30" fmla="*/ 1283941 h 1652129"/>
              <a:gd name="connsiteX31" fmla="*/ 167893 w 1608624"/>
              <a:gd name="connsiteY31" fmla="*/ 1360141 h 1652129"/>
              <a:gd name="connsiteX32" fmla="*/ 96773 w 1608624"/>
              <a:gd name="connsiteY32" fmla="*/ 1405861 h 1652129"/>
              <a:gd name="connsiteX33" fmla="*/ 51053 w 1608624"/>
              <a:gd name="connsiteY33" fmla="*/ 1405861 h 1652129"/>
              <a:gd name="connsiteX34" fmla="*/ 30733 w 1608624"/>
              <a:gd name="connsiteY34" fmla="*/ 770861 h 1652129"/>
              <a:gd name="connsiteX35" fmla="*/ 45973 w 1608624"/>
              <a:gd name="connsiteY35" fmla="*/ 79981 h 1652129"/>
              <a:gd name="connsiteX0" fmla="*/ 30488 w 1593139"/>
              <a:gd name="connsiteY0" fmla="*/ 79981 h 1652129"/>
              <a:gd name="connsiteX1" fmla="*/ 574048 w 1593139"/>
              <a:gd name="connsiteY1" fmla="*/ 13941 h 1652129"/>
              <a:gd name="connsiteX2" fmla="*/ 955048 w 1593139"/>
              <a:gd name="connsiteY2" fmla="*/ 3781 h 1652129"/>
              <a:gd name="connsiteX3" fmla="*/ 1341128 w 1593139"/>
              <a:gd name="connsiteY3" fmla="*/ 3781 h 1652129"/>
              <a:gd name="connsiteX4" fmla="*/ 1432568 w 1593139"/>
              <a:gd name="connsiteY4" fmla="*/ 8861 h 1652129"/>
              <a:gd name="connsiteX5" fmla="*/ 1478288 w 1593139"/>
              <a:gd name="connsiteY5" fmla="*/ 105381 h 1652129"/>
              <a:gd name="connsiteX6" fmla="*/ 1569728 w 1593139"/>
              <a:gd name="connsiteY6" fmla="*/ 298421 h 1652129"/>
              <a:gd name="connsiteX7" fmla="*/ 1579888 w 1593139"/>
              <a:gd name="connsiteY7" fmla="*/ 562581 h 1652129"/>
              <a:gd name="connsiteX8" fmla="*/ 1463048 w 1593139"/>
              <a:gd name="connsiteY8" fmla="*/ 567661 h 1652129"/>
              <a:gd name="connsiteX9" fmla="*/ 1315728 w 1593139"/>
              <a:gd name="connsiteY9" fmla="*/ 511781 h 1652129"/>
              <a:gd name="connsiteX10" fmla="*/ 1198888 w 1593139"/>
              <a:gd name="connsiteY10" fmla="*/ 628621 h 1652129"/>
              <a:gd name="connsiteX11" fmla="*/ 1209048 w 1593139"/>
              <a:gd name="connsiteY11" fmla="*/ 826741 h 1652129"/>
              <a:gd name="connsiteX12" fmla="*/ 1376688 w 1593139"/>
              <a:gd name="connsiteY12" fmla="*/ 902941 h 1652129"/>
              <a:gd name="connsiteX13" fmla="*/ 1478288 w 1593139"/>
              <a:gd name="connsiteY13" fmla="*/ 841981 h 1652129"/>
              <a:gd name="connsiteX14" fmla="*/ 1574808 w 1593139"/>
              <a:gd name="connsiteY14" fmla="*/ 847061 h 1652129"/>
              <a:gd name="connsiteX15" fmla="*/ 1584968 w 1593139"/>
              <a:gd name="connsiteY15" fmla="*/ 1065501 h 1652129"/>
              <a:gd name="connsiteX16" fmla="*/ 1483368 w 1593139"/>
              <a:gd name="connsiteY16" fmla="*/ 1304261 h 1652129"/>
              <a:gd name="connsiteX17" fmla="*/ 1432568 w 1593139"/>
              <a:gd name="connsiteY17" fmla="*/ 1400781 h 1652129"/>
              <a:gd name="connsiteX18" fmla="*/ 1310648 w 1593139"/>
              <a:gd name="connsiteY18" fmla="*/ 1360141 h 1652129"/>
              <a:gd name="connsiteX19" fmla="*/ 1153168 w 1593139"/>
              <a:gd name="connsiteY19" fmla="*/ 1289021 h 1652129"/>
              <a:gd name="connsiteX20" fmla="*/ 929648 w 1593139"/>
              <a:gd name="connsiteY20" fmla="*/ 1268701 h 1652129"/>
              <a:gd name="connsiteX21" fmla="*/ 863608 w 1593139"/>
              <a:gd name="connsiteY21" fmla="*/ 1324581 h 1652129"/>
              <a:gd name="connsiteX22" fmla="*/ 914408 w 1593139"/>
              <a:gd name="connsiteY22" fmla="*/ 1441421 h 1652129"/>
              <a:gd name="connsiteX23" fmla="*/ 934728 w 1593139"/>
              <a:gd name="connsiteY23" fmla="*/ 1558261 h 1652129"/>
              <a:gd name="connsiteX24" fmla="*/ 812808 w 1593139"/>
              <a:gd name="connsiteY24" fmla="*/ 1639541 h 1652129"/>
              <a:gd name="connsiteX25" fmla="*/ 665488 w 1593139"/>
              <a:gd name="connsiteY25" fmla="*/ 1644621 h 1652129"/>
              <a:gd name="connsiteX26" fmla="*/ 548648 w 1593139"/>
              <a:gd name="connsiteY26" fmla="*/ 1568421 h 1652129"/>
              <a:gd name="connsiteX27" fmla="*/ 538488 w 1593139"/>
              <a:gd name="connsiteY27" fmla="*/ 1456661 h 1652129"/>
              <a:gd name="connsiteX28" fmla="*/ 609608 w 1593139"/>
              <a:gd name="connsiteY28" fmla="*/ 1329661 h 1652129"/>
              <a:gd name="connsiteX29" fmla="*/ 533408 w 1593139"/>
              <a:gd name="connsiteY29" fmla="*/ 1263621 h 1652129"/>
              <a:gd name="connsiteX30" fmla="*/ 309888 w 1593139"/>
              <a:gd name="connsiteY30" fmla="*/ 1283941 h 1652129"/>
              <a:gd name="connsiteX31" fmla="*/ 152408 w 1593139"/>
              <a:gd name="connsiteY31" fmla="*/ 1360141 h 1652129"/>
              <a:gd name="connsiteX32" fmla="*/ 81288 w 1593139"/>
              <a:gd name="connsiteY32" fmla="*/ 1405861 h 1652129"/>
              <a:gd name="connsiteX33" fmla="*/ 35568 w 1593139"/>
              <a:gd name="connsiteY33" fmla="*/ 1405861 h 1652129"/>
              <a:gd name="connsiteX34" fmla="*/ 15248 w 1593139"/>
              <a:gd name="connsiteY34" fmla="*/ 770861 h 1652129"/>
              <a:gd name="connsiteX35" fmla="*/ 30488 w 1593139"/>
              <a:gd name="connsiteY35" fmla="*/ 79981 h 1652129"/>
              <a:gd name="connsiteX0" fmla="*/ 26171 w 1588822"/>
              <a:gd name="connsiteY0" fmla="*/ 79981 h 1652129"/>
              <a:gd name="connsiteX1" fmla="*/ 56973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6171 w 1588822"/>
              <a:gd name="connsiteY0" fmla="*/ 79981 h 1652129"/>
              <a:gd name="connsiteX1" fmla="*/ 29541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6171 w 1588822"/>
              <a:gd name="connsiteY0" fmla="*/ 79981 h 1652129"/>
              <a:gd name="connsiteX1" fmla="*/ 29541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197895 w 1592146"/>
              <a:gd name="connsiteY10" fmla="*/ 628621 h 1652129"/>
              <a:gd name="connsiteX11" fmla="*/ 1208055 w 1592146"/>
              <a:gd name="connsiteY11" fmla="*/ 826741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197895 w 1592146"/>
              <a:gd name="connsiteY10" fmla="*/ 628621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54253 w 1592146"/>
              <a:gd name="connsiteY9" fmla="*/ 553056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54253 w 1592146"/>
              <a:gd name="connsiteY9" fmla="*/ 553056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99406 w 1592146"/>
              <a:gd name="connsiteY12" fmla="*/ 8648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0752"/>
              <a:gd name="connsiteY0" fmla="*/ 104431 h 1652129"/>
              <a:gd name="connsiteX1" fmla="*/ 298735 w 1590752"/>
              <a:gd name="connsiteY1" fmla="*/ 13941 h 1652129"/>
              <a:gd name="connsiteX2" fmla="*/ 954055 w 1590752"/>
              <a:gd name="connsiteY2" fmla="*/ 3781 h 1652129"/>
              <a:gd name="connsiteX3" fmla="*/ 1340135 w 1590752"/>
              <a:gd name="connsiteY3" fmla="*/ 3781 h 1652129"/>
              <a:gd name="connsiteX4" fmla="*/ 1431575 w 1590752"/>
              <a:gd name="connsiteY4" fmla="*/ 8861 h 1652129"/>
              <a:gd name="connsiteX5" fmla="*/ 1477295 w 1590752"/>
              <a:gd name="connsiteY5" fmla="*/ 105381 h 1652129"/>
              <a:gd name="connsiteX6" fmla="*/ 1568735 w 1590752"/>
              <a:gd name="connsiteY6" fmla="*/ 298421 h 1652129"/>
              <a:gd name="connsiteX7" fmla="*/ 1578895 w 1590752"/>
              <a:gd name="connsiteY7" fmla="*/ 562581 h 1652129"/>
              <a:gd name="connsiteX8" fmla="*/ 1462055 w 1590752"/>
              <a:gd name="connsiteY8" fmla="*/ 567661 h 1652129"/>
              <a:gd name="connsiteX9" fmla="*/ 1354253 w 1590752"/>
              <a:gd name="connsiteY9" fmla="*/ 553056 h 1652129"/>
              <a:gd name="connsiteX10" fmla="*/ 1253220 w 1590752"/>
              <a:gd name="connsiteY10" fmla="*/ 650846 h 1652129"/>
              <a:gd name="connsiteX11" fmla="*/ 1263381 w 1590752"/>
              <a:gd name="connsiteY11" fmla="*/ 804516 h 1652129"/>
              <a:gd name="connsiteX12" fmla="*/ 1399406 w 1590752"/>
              <a:gd name="connsiteY12" fmla="*/ 864841 h 1652129"/>
              <a:gd name="connsiteX13" fmla="*/ 1477295 w 1590752"/>
              <a:gd name="connsiteY13" fmla="*/ 841981 h 1652129"/>
              <a:gd name="connsiteX14" fmla="*/ 1569863 w 1590752"/>
              <a:gd name="connsiteY14" fmla="*/ 808961 h 1652129"/>
              <a:gd name="connsiteX15" fmla="*/ 1583975 w 1590752"/>
              <a:gd name="connsiteY15" fmla="*/ 1065501 h 1652129"/>
              <a:gd name="connsiteX16" fmla="*/ 1482375 w 1590752"/>
              <a:gd name="connsiteY16" fmla="*/ 1304261 h 1652129"/>
              <a:gd name="connsiteX17" fmla="*/ 1431575 w 1590752"/>
              <a:gd name="connsiteY17" fmla="*/ 1400781 h 1652129"/>
              <a:gd name="connsiteX18" fmla="*/ 1309655 w 1590752"/>
              <a:gd name="connsiteY18" fmla="*/ 1360141 h 1652129"/>
              <a:gd name="connsiteX19" fmla="*/ 1152175 w 1590752"/>
              <a:gd name="connsiteY19" fmla="*/ 1289021 h 1652129"/>
              <a:gd name="connsiteX20" fmla="*/ 928655 w 1590752"/>
              <a:gd name="connsiteY20" fmla="*/ 1268701 h 1652129"/>
              <a:gd name="connsiteX21" fmla="*/ 862615 w 1590752"/>
              <a:gd name="connsiteY21" fmla="*/ 1324581 h 1652129"/>
              <a:gd name="connsiteX22" fmla="*/ 913415 w 1590752"/>
              <a:gd name="connsiteY22" fmla="*/ 1441421 h 1652129"/>
              <a:gd name="connsiteX23" fmla="*/ 933735 w 1590752"/>
              <a:gd name="connsiteY23" fmla="*/ 1558261 h 1652129"/>
              <a:gd name="connsiteX24" fmla="*/ 811815 w 1590752"/>
              <a:gd name="connsiteY24" fmla="*/ 1639541 h 1652129"/>
              <a:gd name="connsiteX25" fmla="*/ 664495 w 1590752"/>
              <a:gd name="connsiteY25" fmla="*/ 1644621 h 1652129"/>
              <a:gd name="connsiteX26" fmla="*/ 547655 w 1590752"/>
              <a:gd name="connsiteY26" fmla="*/ 1568421 h 1652129"/>
              <a:gd name="connsiteX27" fmla="*/ 537495 w 1590752"/>
              <a:gd name="connsiteY27" fmla="*/ 1456661 h 1652129"/>
              <a:gd name="connsiteX28" fmla="*/ 608615 w 1590752"/>
              <a:gd name="connsiteY28" fmla="*/ 1329661 h 1652129"/>
              <a:gd name="connsiteX29" fmla="*/ 532415 w 1590752"/>
              <a:gd name="connsiteY29" fmla="*/ 1263621 h 1652129"/>
              <a:gd name="connsiteX30" fmla="*/ 308895 w 1590752"/>
              <a:gd name="connsiteY30" fmla="*/ 1283941 h 1652129"/>
              <a:gd name="connsiteX31" fmla="*/ 151415 w 1590752"/>
              <a:gd name="connsiteY31" fmla="*/ 1360141 h 1652129"/>
              <a:gd name="connsiteX32" fmla="*/ 80295 w 1590752"/>
              <a:gd name="connsiteY32" fmla="*/ 1405861 h 1652129"/>
              <a:gd name="connsiteX33" fmla="*/ 34575 w 1590752"/>
              <a:gd name="connsiteY33" fmla="*/ 1405861 h 1652129"/>
              <a:gd name="connsiteX34" fmla="*/ 14255 w 1590752"/>
              <a:gd name="connsiteY34" fmla="*/ 770861 h 1652129"/>
              <a:gd name="connsiteX35" fmla="*/ 24605 w 1590752"/>
              <a:gd name="connsiteY35" fmla="*/ 104431 h 1652129"/>
              <a:gd name="connsiteX0" fmla="*/ 24605 w 1590752"/>
              <a:gd name="connsiteY0" fmla="*/ 104431 h 1652129"/>
              <a:gd name="connsiteX1" fmla="*/ 298735 w 1590752"/>
              <a:gd name="connsiteY1" fmla="*/ 13941 h 1652129"/>
              <a:gd name="connsiteX2" fmla="*/ 954055 w 1590752"/>
              <a:gd name="connsiteY2" fmla="*/ 3781 h 1652129"/>
              <a:gd name="connsiteX3" fmla="*/ 1340135 w 1590752"/>
              <a:gd name="connsiteY3" fmla="*/ 3781 h 1652129"/>
              <a:gd name="connsiteX4" fmla="*/ 1431575 w 1590752"/>
              <a:gd name="connsiteY4" fmla="*/ 8861 h 1652129"/>
              <a:gd name="connsiteX5" fmla="*/ 1477295 w 1590752"/>
              <a:gd name="connsiteY5" fmla="*/ 105381 h 1652129"/>
              <a:gd name="connsiteX6" fmla="*/ 1568735 w 1590752"/>
              <a:gd name="connsiteY6" fmla="*/ 298421 h 1652129"/>
              <a:gd name="connsiteX7" fmla="*/ 1567040 w 1590752"/>
              <a:gd name="connsiteY7" fmla="*/ 597506 h 1652129"/>
              <a:gd name="connsiteX8" fmla="*/ 1462055 w 1590752"/>
              <a:gd name="connsiteY8" fmla="*/ 567661 h 1652129"/>
              <a:gd name="connsiteX9" fmla="*/ 1354253 w 1590752"/>
              <a:gd name="connsiteY9" fmla="*/ 553056 h 1652129"/>
              <a:gd name="connsiteX10" fmla="*/ 1253220 w 1590752"/>
              <a:gd name="connsiteY10" fmla="*/ 650846 h 1652129"/>
              <a:gd name="connsiteX11" fmla="*/ 1263381 w 1590752"/>
              <a:gd name="connsiteY11" fmla="*/ 804516 h 1652129"/>
              <a:gd name="connsiteX12" fmla="*/ 1399406 w 1590752"/>
              <a:gd name="connsiteY12" fmla="*/ 864841 h 1652129"/>
              <a:gd name="connsiteX13" fmla="*/ 1477295 w 1590752"/>
              <a:gd name="connsiteY13" fmla="*/ 841981 h 1652129"/>
              <a:gd name="connsiteX14" fmla="*/ 1569863 w 1590752"/>
              <a:gd name="connsiteY14" fmla="*/ 808961 h 1652129"/>
              <a:gd name="connsiteX15" fmla="*/ 1583975 w 1590752"/>
              <a:gd name="connsiteY15" fmla="*/ 1065501 h 1652129"/>
              <a:gd name="connsiteX16" fmla="*/ 1482375 w 1590752"/>
              <a:gd name="connsiteY16" fmla="*/ 1304261 h 1652129"/>
              <a:gd name="connsiteX17" fmla="*/ 1431575 w 1590752"/>
              <a:gd name="connsiteY17" fmla="*/ 1400781 h 1652129"/>
              <a:gd name="connsiteX18" fmla="*/ 1309655 w 1590752"/>
              <a:gd name="connsiteY18" fmla="*/ 1360141 h 1652129"/>
              <a:gd name="connsiteX19" fmla="*/ 1152175 w 1590752"/>
              <a:gd name="connsiteY19" fmla="*/ 1289021 h 1652129"/>
              <a:gd name="connsiteX20" fmla="*/ 928655 w 1590752"/>
              <a:gd name="connsiteY20" fmla="*/ 1268701 h 1652129"/>
              <a:gd name="connsiteX21" fmla="*/ 862615 w 1590752"/>
              <a:gd name="connsiteY21" fmla="*/ 1324581 h 1652129"/>
              <a:gd name="connsiteX22" fmla="*/ 913415 w 1590752"/>
              <a:gd name="connsiteY22" fmla="*/ 1441421 h 1652129"/>
              <a:gd name="connsiteX23" fmla="*/ 933735 w 1590752"/>
              <a:gd name="connsiteY23" fmla="*/ 1558261 h 1652129"/>
              <a:gd name="connsiteX24" fmla="*/ 811815 w 1590752"/>
              <a:gd name="connsiteY24" fmla="*/ 1639541 h 1652129"/>
              <a:gd name="connsiteX25" fmla="*/ 664495 w 1590752"/>
              <a:gd name="connsiteY25" fmla="*/ 1644621 h 1652129"/>
              <a:gd name="connsiteX26" fmla="*/ 547655 w 1590752"/>
              <a:gd name="connsiteY26" fmla="*/ 1568421 h 1652129"/>
              <a:gd name="connsiteX27" fmla="*/ 537495 w 1590752"/>
              <a:gd name="connsiteY27" fmla="*/ 1456661 h 1652129"/>
              <a:gd name="connsiteX28" fmla="*/ 608615 w 1590752"/>
              <a:gd name="connsiteY28" fmla="*/ 1329661 h 1652129"/>
              <a:gd name="connsiteX29" fmla="*/ 532415 w 1590752"/>
              <a:gd name="connsiteY29" fmla="*/ 1263621 h 1652129"/>
              <a:gd name="connsiteX30" fmla="*/ 308895 w 1590752"/>
              <a:gd name="connsiteY30" fmla="*/ 1283941 h 1652129"/>
              <a:gd name="connsiteX31" fmla="*/ 151415 w 1590752"/>
              <a:gd name="connsiteY31" fmla="*/ 1360141 h 1652129"/>
              <a:gd name="connsiteX32" fmla="*/ 80295 w 1590752"/>
              <a:gd name="connsiteY32" fmla="*/ 1405861 h 1652129"/>
              <a:gd name="connsiteX33" fmla="*/ 34575 w 1590752"/>
              <a:gd name="connsiteY33" fmla="*/ 1405861 h 1652129"/>
              <a:gd name="connsiteX34" fmla="*/ 14255 w 1590752"/>
              <a:gd name="connsiteY34" fmla="*/ 770861 h 1652129"/>
              <a:gd name="connsiteX35" fmla="*/ 24605 w 1590752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263381 w 1600516"/>
              <a:gd name="connsiteY11" fmla="*/ 804516 h 1652129"/>
              <a:gd name="connsiteX12" fmla="*/ 1399406 w 1600516"/>
              <a:gd name="connsiteY12" fmla="*/ 864841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307917 w 1600516"/>
              <a:gd name="connsiteY11" fmla="*/ 774040 h 1652129"/>
              <a:gd name="connsiteX12" fmla="*/ 1399406 w 1600516"/>
              <a:gd name="connsiteY12" fmla="*/ 864841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78995 w 1600516"/>
              <a:gd name="connsiteY9" fmla="*/ 568294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78995 w 1600516"/>
              <a:gd name="connsiteY9" fmla="*/ 568294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6 w 1600516"/>
              <a:gd name="connsiteY13" fmla="*/ 822934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151181 w 1600282"/>
              <a:gd name="connsiteY31" fmla="*/ 1360141 h 1652129"/>
              <a:gd name="connsiteX32" fmla="*/ 80061 w 1600282"/>
              <a:gd name="connsiteY32" fmla="*/ 140586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151181 w 1600282"/>
              <a:gd name="connsiteY31" fmla="*/ 1360141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3434 w 1600282"/>
              <a:gd name="connsiteY28" fmla="*/ 1371565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484673 w 1600282"/>
              <a:gd name="connsiteY28" fmla="*/ 1428707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484673 w 1600282"/>
              <a:gd name="connsiteY28" fmla="*/ 1428707 h 1652129"/>
              <a:gd name="connsiteX29" fmla="*/ 467851 w 1600282"/>
              <a:gd name="connsiteY29" fmla="*/ 1427428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4673 w 1600282"/>
              <a:gd name="connsiteY28" fmla="*/ 1428707 h 1652129"/>
              <a:gd name="connsiteX29" fmla="*/ 467851 w 1600282"/>
              <a:gd name="connsiteY29" fmla="*/ 1427428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4673 w 1600282"/>
              <a:gd name="connsiteY28" fmla="*/ 1428707 h 1652129"/>
              <a:gd name="connsiteX29" fmla="*/ 463900 w 1600282"/>
              <a:gd name="connsiteY29" fmla="*/ 143655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0721 w 1600282"/>
              <a:gd name="connsiteY28" fmla="*/ 1442398 h 1652129"/>
              <a:gd name="connsiteX29" fmla="*/ 463900 w 1600282"/>
              <a:gd name="connsiteY29" fmla="*/ 143655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5526 w 1600282"/>
              <a:gd name="connsiteY27" fmla="*/ 1474915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62173 w 1600282"/>
              <a:gd name="connsiteY32" fmla="*/ 1478227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23429 w 1600282"/>
              <a:gd name="connsiteY27" fmla="*/ 1482520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62173 w 1600282"/>
              <a:gd name="connsiteY32" fmla="*/ 1478227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279 w 1600190"/>
              <a:gd name="connsiteY0" fmla="*/ 104431 h 1652129"/>
              <a:gd name="connsiteX1" fmla="*/ 298409 w 1600190"/>
              <a:gd name="connsiteY1" fmla="*/ 13941 h 1652129"/>
              <a:gd name="connsiteX2" fmla="*/ 953729 w 1600190"/>
              <a:gd name="connsiteY2" fmla="*/ 3781 h 1652129"/>
              <a:gd name="connsiteX3" fmla="*/ 1339809 w 1600190"/>
              <a:gd name="connsiteY3" fmla="*/ 3781 h 1652129"/>
              <a:gd name="connsiteX4" fmla="*/ 1431249 w 1600190"/>
              <a:gd name="connsiteY4" fmla="*/ 8861 h 1652129"/>
              <a:gd name="connsiteX5" fmla="*/ 1476969 w 1600190"/>
              <a:gd name="connsiteY5" fmla="*/ 105381 h 1652129"/>
              <a:gd name="connsiteX6" fmla="*/ 1568409 w 1600190"/>
              <a:gd name="connsiteY6" fmla="*/ 298421 h 1652129"/>
              <a:gd name="connsiteX7" fmla="*/ 1566714 w 1600190"/>
              <a:gd name="connsiteY7" fmla="*/ 597506 h 1652129"/>
              <a:gd name="connsiteX8" fmla="*/ 1461729 w 1600190"/>
              <a:gd name="connsiteY8" fmla="*/ 567661 h 1652129"/>
              <a:gd name="connsiteX9" fmla="*/ 1378669 w 1600190"/>
              <a:gd name="connsiteY9" fmla="*/ 568294 h 1652129"/>
              <a:gd name="connsiteX10" fmla="*/ 1297429 w 1600190"/>
              <a:gd name="connsiteY10" fmla="*/ 650846 h 1652129"/>
              <a:gd name="connsiteX11" fmla="*/ 1307591 w 1600190"/>
              <a:gd name="connsiteY11" fmla="*/ 774040 h 1652129"/>
              <a:gd name="connsiteX12" fmla="*/ 1404027 w 1600190"/>
              <a:gd name="connsiteY12" fmla="*/ 819127 h 1652129"/>
              <a:gd name="connsiteX13" fmla="*/ 1476970 w 1600190"/>
              <a:gd name="connsiteY13" fmla="*/ 822934 h 1652129"/>
              <a:gd name="connsiteX14" fmla="*/ 1589331 w 1600190"/>
              <a:gd name="connsiteY14" fmla="*/ 770867 h 1652129"/>
              <a:gd name="connsiteX15" fmla="*/ 1583649 w 1600190"/>
              <a:gd name="connsiteY15" fmla="*/ 1065501 h 1652129"/>
              <a:gd name="connsiteX16" fmla="*/ 1482049 w 1600190"/>
              <a:gd name="connsiteY16" fmla="*/ 1304261 h 1652129"/>
              <a:gd name="connsiteX17" fmla="*/ 1431249 w 1600190"/>
              <a:gd name="connsiteY17" fmla="*/ 1400781 h 1652129"/>
              <a:gd name="connsiteX18" fmla="*/ 1309329 w 1600190"/>
              <a:gd name="connsiteY18" fmla="*/ 1360141 h 1652129"/>
              <a:gd name="connsiteX19" fmla="*/ 1151849 w 1600190"/>
              <a:gd name="connsiteY19" fmla="*/ 1289021 h 1652129"/>
              <a:gd name="connsiteX20" fmla="*/ 928329 w 1600190"/>
              <a:gd name="connsiteY20" fmla="*/ 1268701 h 1652129"/>
              <a:gd name="connsiteX21" fmla="*/ 862289 w 1600190"/>
              <a:gd name="connsiteY21" fmla="*/ 1324581 h 1652129"/>
              <a:gd name="connsiteX22" fmla="*/ 913089 w 1600190"/>
              <a:gd name="connsiteY22" fmla="*/ 1441421 h 1652129"/>
              <a:gd name="connsiteX23" fmla="*/ 933409 w 1600190"/>
              <a:gd name="connsiteY23" fmla="*/ 1558261 h 1652129"/>
              <a:gd name="connsiteX24" fmla="*/ 811489 w 1600190"/>
              <a:gd name="connsiteY24" fmla="*/ 1639541 h 1652129"/>
              <a:gd name="connsiteX25" fmla="*/ 664169 w 1600190"/>
              <a:gd name="connsiteY25" fmla="*/ 1644621 h 1652129"/>
              <a:gd name="connsiteX26" fmla="*/ 547329 w 1600190"/>
              <a:gd name="connsiteY26" fmla="*/ 1568421 h 1652129"/>
              <a:gd name="connsiteX27" fmla="*/ 523337 w 1600190"/>
              <a:gd name="connsiteY27" fmla="*/ 1482520 h 1652129"/>
              <a:gd name="connsiteX28" fmla="*/ 480629 w 1600190"/>
              <a:gd name="connsiteY28" fmla="*/ 1442398 h 1652129"/>
              <a:gd name="connsiteX29" fmla="*/ 440097 w 1600190"/>
              <a:gd name="connsiteY29" fmla="*/ 1422865 h 1652129"/>
              <a:gd name="connsiteX30" fmla="*/ 352159 w 1600190"/>
              <a:gd name="connsiteY30" fmla="*/ 1424865 h 1652129"/>
              <a:gd name="connsiteX31" fmla="*/ 264901 w 1600190"/>
              <a:gd name="connsiteY31" fmla="*/ 1436330 h 1652129"/>
              <a:gd name="connsiteX32" fmla="*/ 162081 w 1600190"/>
              <a:gd name="connsiteY32" fmla="*/ 1478227 h 1652129"/>
              <a:gd name="connsiteX33" fmla="*/ 27325 w 1600190"/>
              <a:gd name="connsiteY33" fmla="*/ 1489749 h 1652129"/>
              <a:gd name="connsiteX34" fmla="*/ 13929 w 1600190"/>
              <a:gd name="connsiteY34" fmla="*/ 770861 h 1652129"/>
              <a:gd name="connsiteX35" fmla="*/ 24279 w 1600190"/>
              <a:gd name="connsiteY35" fmla="*/ 104431 h 1652129"/>
              <a:gd name="connsiteX0" fmla="*/ 24279 w 1600190"/>
              <a:gd name="connsiteY0" fmla="*/ 104431 h 1652129"/>
              <a:gd name="connsiteX1" fmla="*/ 298409 w 1600190"/>
              <a:gd name="connsiteY1" fmla="*/ 13941 h 1652129"/>
              <a:gd name="connsiteX2" fmla="*/ 953729 w 1600190"/>
              <a:gd name="connsiteY2" fmla="*/ 3781 h 1652129"/>
              <a:gd name="connsiteX3" fmla="*/ 1339809 w 1600190"/>
              <a:gd name="connsiteY3" fmla="*/ 3781 h 1652129"/>
              <a:gd name="connsiteX4" fmla="*/ 1431249 w 1600190"/>
              <a:gd name="connsiteY4" fmla="*/ 8861 h 1652129"/>
              <a:gd name="connsiteX5" fmla="*/ 1476969 w 1600190"/>
              <a:gd name="connsiteY5" fmla="*/ 105381 h 1652129"/>
              <a:gd name="connsiteX6" fmla="*/ 1568409 w 1600190"/>
              <a:gd name="connsiteY6" fmla="*/ 298421 h 1652129"/>
              <a:gd name="connsiteX7" fmla="*/ 1566714 w 1600190"/>
              <a:gd name="connsiteY7" fmla="*/ 597506 h 1652129"/>
              <a:gd name="connsiteX8" fmla="*/ 1461729 w 1600190"/>
              <a:gd name="connsiteY8" fmla="*/ 567661 h 1652129"/>
              <a:gd name="connsiteX9" fmla="*/ 1378669 w 1600190"/>
              <a:gd name="connsiteY9" fmla="*/ 568294 h 1652129"/>
              <a:gd name="connsiteX10" fmla="*/ 1297429 w 1600190"/>
              <a:gd name="connsiteY10" fmla="*/ 650846 h 1652129"/>
              <a:gd name="connsiteX11" fmla="*/ 1307591 w 1600190"/>
              <a:gd name="connsiteY11" fmla="*/ 774040 h 1652129"/>
              <a:gd name="connsiteX12" fmla="*/ 1404027 w 1600190"/>
              <a:gd name="connsiteY12" fmla="*/ 819127 h 1652129"/>
              <a:gd name="connsiteX13" fmla="*/ 1476970 w 1600190"/>
              <a:gd name="connsiteY13" fmla="*/ 822934 h 1652129"/>
              <a:gd name="connsiteX14" fmla="*/ 1589331 w 1600190"/>
              <a:gd name="connsiteY14" fmla="*/ 770867 h 1652129"/>
              <a:gd name="connsiteX15" fmla="*/ 1583649 w 1600190"/>
              <a:gd name="connsiteY15" fmla="*/ 1065501 h 1652129"/>
              <a:gd name="connsiteX16" fmla="*/ 1482049 w 1600190"/>
              <a:gd name="connsiteY16" fmla="*/ 1304261 h 1652129"/>
              <a:gd name="connsiteX17" fmla="*/ 1421370 w 1600190"/>
              <a:gd name="connsiteY17" fmla="*/ 1463147 h 1652129"/>
              <a:gd name="connsiteX18" fmla="*/ 1309329 w 1600190"/>
              <a:gd name="connsiteY18" fmla="*/ 1360141 h 1652129"/>
              <a:gd name="connsiteX19" fmla="*/ 1151849 w 1600190"/>
              <a:gd name="connsiteY19" fmla="*/ 1289021 h 1652129"/>
              <a:gd name="connsiteX20" fmla="*/ 928329 w 1600190"/>
              <a:gd name="connsiteY20" fmla="*/ 1268701 h 1652129"/>
              <a:gd name="connsiteX21" fmla="*/ 862289 w 1600190"/>
              <a:gd name="connsiteY21" fmla="*/ 1324581 h 1652129"/>
              <a:gd name="connsiteX22" fmla="*/ 913089 w 1600190"/>
              <a:gd name="connsiteY22" fmla="*/ 1441421 h 1652129"/>
              <a:gd name="connsiteX23" fmla="*/ 933409 w 1600190"/>
              <a:gd name="connsiteY23" fmla="*/ 1558261 h 1652129"/>
              <a:gd name="connsiteX24" fmla="*/ 811489 w 1600190"/>
              <a:gd name="connsiteY24" fmla="*/ 1639541 h 1652129"/>
              <a:gd name="connsiteX25" fmla="*/ 664169 w 1600190"/>
              <a:gd name="connsiteY25" fmla="*/ 1644621 h 1652129"/>
              <a:gd name="connsiteX26" fmla="*/ 547329 w 1600190"/>
              <a:gd name="connsiteY26" fmla="*/ 1568421 h 1652129"/>
              <a:gd name="connsiteX27" fmla="*/ 523337 w 1600190"/>
              <a:gd name="connsiteY27" fmla="*/ 1482520 h 1652129"/>
              <a:gd name="connsiteX28" fmla="*/ 480629 w 1600190"/>
              <a:gd name="connsiteY28" fmla="*/ 1442398 h 1652129"/>
              <a:gd name="connsiteX29" fmla="*/ 440097 w 1600190"/>
              <a:gd name="connsiteY29" fmla="*/ 1422865 h 1652129"/>
              <a:gd name="connsiteX30" fmla="*/ 352159 w 1600190"/>
              <a:gd name="connsiteY30" fmla="*/ 1424865 h 1652129"/>
              <a:gd name="connsiteX31" fmla="*/ 264901 w 1600190"/>
              <a:gd name="connsiteY31" fmla="*/ 1436330 h 1652129"/>
              <a:gd name="connsiteX32" fmla="*/ 162081 w 1600190"/>
              <a:gd name="connsiteY32" fmla="*/ 1478227 h 1652129"/>
              <a:gd name="connsiteX33" fmla="*/ 27325 w 1600190"/>
              <a:gd name="connsiteY33" fmla="*/ 1489749 h 1652129"/>
              <a:gd name="connsiteX34" fmla="*/ 13929 w 1600190"/>
              <a:gd name="connsiteY34" fmla="*/ 770861 h 1652129"/>
              <a:gd name="connsiteX35" fmla="*/ 24279 w 1600190"/>
              <a:gd name="connsiteY35" fmla="*/ 104431 h 1652129"/>
              <a:gd name="connsiteX0" fmla="*/ 24279 w 1599121"/>
              <a:gd name="connsiteY0" fmla="*/ 104431 h 1652129"/>
              <a:gd name="connsiteX1" fmla="*/ 298409 w 1599121"/>
              <a:gd name="connsiteY1" fmla="*/ 13941 h 1652129"/>
              <a:gd name="connsiteX2" fmla="*/ 953729 w 1599121"/>
              <a:gd name="connsiteY2" fmla="*/ 3781 h 1652129"/>
              <a:gd name="connsiteX3" fmla="*/ 1339809 w 1599121"/>
              <a:gd name="connsiteY3" fmla="*/ 3781 h 1652129"/>
              <a:gd name="connsiteX4" fmla="*/ 1431249 w 1599121"/>
              <a:gd name="connsiteY4" fmla="*/ 8861 h 1652129"/>
              <a:gd name="connsiteX5" fmla="*/ 1476969 w 1599121"/>
              <a:gd name="connsiteY5" fmla="*/ 105381 h 1652129"/>
              <a:gd name="connsiteX6" fmla="*/ 1568409 w 1599121"/>
              <a:gd name="connsiteY6" fmla="*/ 298421 h 1652129"/>
              <a:gd name="connsiteX7" fmla="*/ 1566714 w 1599121"/>
              <a:gd name="connsiteY7" fmla="*/ 597506 h 1652129"/>
              <a:gd name="connsiteX8" fmla="*/ 1461729 w 1599121"/>
              <a:gd name="connsiteY8" fmla="*/ 567661 h 1652129"/>
              <a:gd name="connsiteX9" fmla="*/ 1378669 w 1599121"/>
              <a:gd name="connsiteY9" fmla="*/ 568294 h 1652129"/>
              <a:gd name="connsiteX10" fmla="*/ 1297429 w 1599121"/>
              <a:gd name="connsiteY10" fmla="*/ 650846 h 1652129"/>
              <a:gd name="connsiteX11" fmla="*/ 1307591 w 1599121"/>
              <a:gd name="connsiteY11" fmla="*/ 774040 h 1652129"/>
              <a:gd name="connsiteX12" fmla="*/ 1404027 w 1599121"/>
              <a:gd name="connsiteY12" fmla="*/ 819127 h 1652129"/>
              <a:gd name="connsiteX13" fmla="*/ 1476970 w 1599121"/>
              <a:gd name="connsiteY13" fmla="*/ 822934 h 1652129"/>
              <a:gd name="connsiteX14" fmla="*/ 1589331 w 1599121"/>
              <a:gd name="connsiteY14" fmla="*/ 770867 h 1652129"/>
              <a:gd name="connsiteX15" fmla="*/ 1583649 w 1599121"/>
              <a:gd name="connsiteY15" fmla="*/ 1065501 h 1652129"/>
              <a:gd name="connsiteX16" fmla="*/ 1503783 w 1599121"/>
              <a:gd name="connsiteY16" fmla="*/ 1311867 h 1652129"/>
              <a:gd name="connsiteX17" fmla="*/ 1421370 w 1599121"/>
              <a:gd name="connsiteY17" fmla="*/ 1463147 h 1652129"/>
              <a:gd name="connsiteX18" fmla="*/ 1309329 w 1599121"/>
              <a:gd name="connsiteY18" fmla="*/ 1360141 h 1652129"/>
              <a:gd name="connsiteX19" fmla="*/ 1151849 w 1599121"/>
              <a:gd name="connsiteY19" fmla="*/ 1289021 h 1652129"/>
              <a:gd name="connsiteX20" fmla="*/ 928329 w 1599121"/>
              <a:gd name="connsiteY20" fmla="*/ 1268701 h 1652129"/>
              <a:gd name="connsiteX21" fmla="*/ 862289 w 1599121"/>
              <a:gd name="connsiteY21" fmla="*/ 1324581 h 1652129"/>
              <a:gd name="connsiteX22" fmla="*/ 913089 w 1599121"/>
              <a:gd name="connsiteY22" fmla="*/ 1441421 h 1652129"/>
              <a:gd name="connsiteX23" fmla="*/ 933409 w 1599121"/>
              <a:gd name="connsiteY23" fmla="*/ 1558261 h 1652129"/>
              <a:gd name="connsiteX24" fmla="*/ 811489 w 1599121"/>
              <a:gd name="connsiteY24" fmla="*/ 1639541 h 1652129"/>
              <a:gd name="connsiteX25" fmla="*/ 664169 w 1599121"/>
              <a:gd name="connsiteY25" fmla="*/ 1644621 h 1652129"/>
              <a:gd name="connsiteX26" fmla="*/ 547329 w 1599121"/>
              <a:gd name="connsiteY26" fmla="*/ 1568421 h 1652129"/>
              <a:gd name="connsiteX27" fmla="*/ 523337 w 1599121"/>
              <a:gd name="connsiteY27" fmla="*/ 1482520 h 1652129"/>
              <a:gd name="connsiteX28" fmla="*/ 480629 w 1599121"/>
              <a:gd name="connsiteY28" fmla="*/ 1442398 h 1652129"/>
              <a:gd name="connsiteX29" fmla="*/ 440097 w 1599121"/>
              <a:gd name="connsiteY29" fmla="*/ 1422865 h 1652129"/>
              <a:gd name="connsiteX30" fmla="*/ 352159 w 1599121"/>
              <a:gd name="connsiteY30" fmla="*/ 1424865 h 1652129"/>
              <a:gd name="connsiteX31" fmla="*/ 264901 w 1599121"/>
              <a:gd name="connsiteY31" fmla="*/ 1436330 h 1652129"/>
              <a:gd name="connsiteX32" fmla="*/ 162081 w 1599121"/>
              <a:gd name="connsiteY32" fmla="*/ 1478227 h 1652129"/>
              <a:gd name="connsiteX33" fmla="*/ 27325 w 1599121"/>
              <a:gd name="connsiteY33" fmla="*/ 1489749 h 1652129"/>
              <a:gd name="connsiteX34" fmla="*/ 13929 w 1599121"/>
              <a:gd name="connsiteY34" fmla="*/ 770861 h 1652129"/>
              <a:gd name="connsiteX35" fmla="*/ 24279 w 1599121"/>
              <a:gd name="connsiteY35" fmla="*/ 104431 h 1652129"/>
              <a:gd name="connsiteX0" fmla="*/ 24279 w 1598672"/>
              <a:gd name="connsiteY0" fmla="*/ 104431 h 1652129"/>
              <a:gd name="connsiteX1" fmla="*/ 298409 w 1598672"/>
              <a:gd name="connsiteY1" fmla="*/ 13941 h 1652129"/>
              <a:gd name="connsiteX2" fmla="*/ 953729 w 1598672"/>
              <a:gd name="connsiteY2" fmla="*/ 3781 h 1652129"/>
              <a:gd name="connsiteX3" fmla="*/ 1339809 w 1598672"/>
              <a:gd name="connsiteY3" fmla="*/ 3781 h 1652129"/>
              <a:gd name="connsiteX4" fmla="*/ 1431249 w 1598672"/>
              <a:gd name="connsiteY4" fmla="*/ 8861 h 1652129"/>
              <a:gd name="connsiteX5" fmla="*/ 1476969 w 1598672"/>
              <a:gd name="connsiteY5" fmla="*/ 105381 h 1652129"/>
              <a:gd name="connsiteX6" fmla="*/ 1568409 w 1598672"/>
              <a:gd name="connsiteY6" fmla="*/ 298421 h 1652129"/>
              <a:gd name="connsiteX7" fmla="*/ 1566714 w 1598672"/>
              <a:gd name="connsiteY7" fmla="*/ 597506 h 1652129"/>
              <a:gd name="connsiteX8" fmla="*/ 1461729 w 1598672"/>
              <a:gd name="connsiteY8" fmla="*/ 567661 h 1652129"/>
              <a:gd name="connsiteX9" fmla="*/ 1378669 w 1598672"/>
              <a:gd name="connsiteY9" fmla="*/ 568294 h 1652129"/>
              <a:gd name="connsiteX10" fmla="*/ 1297429 w 1598672"/>
              <a:gd name="connsiteY10" fmla="*/ 650846 h 1652129"/>
              <a:gd name="connsiteX11" fmla="*/ 1307591 w 1598672"/>
              <a:gd name="connsiteY11" fmla="*/ 774040 h 1652129"/>
              <a:gd name="connsiteX12" fmla="*/ 1404027 w 1598672"/>
              <a:gd name="connsiteY12" fmla="*/ 819127 h 1652129"/>
              <a:gd name="connsiteX13" fmla="*/ 1476970 w 1598672"/>
              <a:gd name="connsiteY13" fmla="*/ 822934 h 1652129"/>
              <a:gd name="connsiteX14" fmla="*/ 1589331 w 1598672"/>
              <a:gd name="connsiteY14" fmla="*/ 770867 h 1652129"/>
              <a:gd name="connsiteX15" fmla="*/ 1583649 w 1598672"/>
              <a:gd name="connsiteY15" fmla="*/ 1065501 h 1652129"/>
              <a:gd name="connsiteX16" fmla="*/ 1513662 w 1598672"/>
              <a:gd name="connsiteY16" fmla="*/ 1313389 h 1652129"/>
              <a:gd name="connsiteX17" fmla="*/ 1421370 w 1598672"/>
              <a:gd name="connsiteY17" fmla="*/ 1463147 h 1652129"/>
              <a:gd name="connsiteX18" fmla="*/ 1309329 w 1598672"/>
              <a:gd name="connsiteY18" fmla="*/ 1360141 h 1652129"/>
              <a:gd name="connsiteX19" fmla="*/ 1151849 w 1598672"/>
              <a:gd name="connsiteY19" fmla="*/ 1289021 h 1652129"/>
              <a:gd name="connsiteX20" fmla="*/ 928329 w 1598672"/>
              <a:gd name="connsiteY20" fmla="*/ 1268701 h 1652129"/>
              <a:gd name="connsiteX21" fmla="*/ 862289 w 1598672"/>
              <a:gd name="connsiteY21" fmla="*/ 1324581 h 1652129"/>
              <a:gd name="connsiteX22" fmla="*/ 913089 w 1598672"/>
              <a:gd name="connsiteY22" fmla="*/ 1441421 h 1652129"/>
              <a:gd name="connsiteX23" fmla="*/ 933409 w 1598672"/>
              <a:gd name="connsiteY23" fmla="*/ 1558261 h 1652129"/>
              <a:gd name="connsiteX24" fmla="*/ 811489 w 1598672"/>
              <a:gd name="connsiteY24" fmla="*/ 1639541 h 1652129"/>
              <a:gd name="connsiteX25" fmla="*/ 664169 w 1598672"/>
              <a:gd name="connsiteY25" fmla="*/ 1644621 h 1652129"/>
              <a:gd name="connsiteX26" fmla="*/ 547329 w 1598672"/>
              <a:gd name="connsiteY26" fmla="*/ 1568421 h 1652129"/>
              <a:gd name="connsiteX27" fmla="*/ 523337 w 1598672"/>
              <a:gd name="connsiteY27" fmla="*/ 1482520 h 1652129"/>
              <a:gd name="connsiteX28" fmla="*/ 480629 w 1598672"/>
              <a:gd name="connsiteY28" fmla="*/ 1442398 h 1652129"/>
              <a:gd name="connsiteX29" fmla="*/ 440097 w 1598672"/>
              <a:gd name="connsiteY29" fmla="*/ 1422865 h 1652129"/>
              <a:gd name="connsiteX30" fmla="*/ 352159 w 1598672"/>
              <a:gd name="connsiteY30" fmla="*/ 1424865 h 1652129"/>
              <a:gd name="connsiteX31" fmla="*/ 264901 w 1598672"/>
              <a:gd name="connsiteY31" fmla="*/ 1436330 h 1652129"/>
              <a:gd name="connsiteX32" fmla="*/ 162081 w 1598672"/>
              <a:gd name="connsiteY32" fmla="*/ 1478227 h 1652129"/>
              <a:gd name="connsiteX33" fmla="*/ 27325 w 1598672"/>
              <a:gd name="connsiteY33" fmla="*/ 1489749 h 1652129"/>
              <a:gd name="connsiteX34" fmla="*/ 13929 w 1598672"/>
              <a:gd name="connsiteY34" fmla="*/ 770861 h 1652129"/>
              <a:gd name="connsiteX35" fmla="*/ 24279 w 1598672"/>
              <a:gd name="connsiteY35" fmla="*/ 104431 h 1652129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862289 w 1598672"/>
              <a:gd name="connsiteY21" fmla="*/ 1324581 h 1652290"/>
              <a:gd name="connsiteX22" fmla="*/ 913089 w 1598672"/>
              <a:gd name="connsiteY22" fmla="*/ 1441421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862289 w 1598672"/>
              <a:gd name="connsiteY21" fmla="*/ 1324581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85440 w 1598672"/>
              <a:gd name="connsiteY19" fmla="*/ 135595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85440 w 1598672"/>
              <a:gd name="connsiteY19" fmla="*/ 135595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40097 w 1598672"/>
              <a:gd name="connsiteY29" fmla="*/ 1422865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41223 w 1598672"/>
              <a:gd name="connsiteY28" fmla="*/ 1405890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80828 w 1598672"/>
              <a:gd name="connsiteY19" fmla="*/ 1374712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31067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31067 h 1652290"/>
              <a:gd name="connsiteX21" fmla="*/ 889952 w 1598672"/>
              <a:gd name="connsiteY21" fmla="*/ 1363623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35685 w 1598672"/>
              <a:gd name="connsiteY20" fmla="*/ 1349321 h 1652290"/>
              <a:gd name="connsiteX21" fmla="*/ 889952 w 1598672"/>
              <a:gd name="connsiteY21" fmla="*/ 1363623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1971"/>
              <a:gd name="connsiteX1" fmla="*/ 298409 w 1598672"/>
              <a:gd name="connsiteY1" fmla="*/ 13941 h 1651971"/>
              <a:gd name="connsiteX2" fmla="*/ 953729 w 1598672"/>
              <a:gd name="connsiteY2" fmla="*/ 3781 h 1651971"/>
              <a:gd name="connsiteX3" fmla="*/ 1339809 w 1598672"/>
              <a:gd name="connsiteY3" fmla="*/ 3781 h 1651971"/>
              <a:gd name="connsiteX4" fmla="*/ 1431249 w 1598672"/>
              <a:gd name="connsiteY4" fmla="*/ 8861 h 1651971"/>
              <a:gd name="connsiteX5" fmla="*/ 1476969 w 1598672"/>
              <a:gd name="connsiteY5" fmla="*/ 105381 h 1651971"/>
              <a:gd name="connsiteX6" fmla="*/ 1568409 w 1598672"/>
              <a:gd name="connsiteY6" fmla="*/ 298421 h 1651971"/>
              <a:gd name="connsiteX7" fmla="*/ 1566714 w 1598672"/>
              <a:gd name="connsiteY7" fmla="*/ 597506 h 1651971"/>
              <a:gd name="connsiteX8" fmla="*/ 1461729 w 1598672"/>
              <a:gd name="connsiteY8" fmla="*/ 567661 h 1651971"/>
              <a:gd name="connsiteX9" fmla="*/ 1378669 w 1598672"/>
              <a:gd name="connsiteY9" fmla="*/ 568294 h 1651971"/>
              <a:gd name="connsiteX10" fmla="*/ 1297429 w 1598672"/>
              <a:gd name="connsiteY10" fmla="*/ 650846 h 1651971"/>
              <a:gd name="connsiteX11" fmla="*/ 1307591 w 1598672"/>
              <a:gd name="connsiteY11" fmla="*/ 774040 h 1651971"/>
              <a:gd name="connsiteX12" fmla="*/ 1404027 w 1598672"/>
              <a:gd name="connsiteY12" fmla="*/ 819127 h 1651971"/>
              <a:gd name="connsiteX13" fmla="*/ 1476970 w 1598672"/>
              <a:gd name="connsiteY13" fmla="*/ 822934 h 1651971"/>
              <a:gd name="connsiteX14" fmla="*/ 1589331 w 1598672"/>
              <a:gd name="connsiteY14" fmla="*/ 770867 h 1651971"/>
              <a:gd name="connsiteX15" fmla="*/ 1583649 w 1598672"/>
              <a:gd name="connsiteY15" fmla="*/ 1065501 h 1651971"/>
              <a:gd name="connsiteX16" fmla="*/ 1513662 w 1598672"/>
              <a:gd name="connsiteY16" fmla="*/ 1313389 h 1651971"/>
              <a:gd name="connsiteX17" fmla="*/ 1421370 w 1598672"/>
              <a:gd name="connsiteY17" fmla="*/ 1463147 h 1651971"/>
              <a:gd name="connsiteX18" fmla="*/ 1297473 w 1598672"/>
              <a:gd name="connsiteY18" fmla="*/ 1421494 h 1651971"/>
              <a:gd name="connsiteX19" fmla="*/ 1180828 w 1598672"/>
              <a:gd name="connsiteY19" fmla="*/ 1374712 h 1651971"/>
              <a:gd name="connsiteX20" fmla="*/ 1035685 w 1598672"/>
              <a:gd name="connsiteY20" fmla="*/ 1349321 h 1651971"/>
              <a:gd name="connsiteX21" fmla="*/ 889952 w 1598672"/>
              <a:gd name="connsiteY21" fmla="*/ 1363623 h 1651971"/>
              <a:gd name="connsiteX22" fmla="*/ 855788 w 1598672"/>
              <a:gd name="connsiteY22" fmla="*/ 1450548 h 1651971"/>
              <a:gd name="connsiteX23" fmla="*/ 947900 w 1598672"/>
              <a:gd name="connsiteY23" fmla="*/ 1561303 h 1651971"/>
              <a:gd name="connsiteX24" fmla="*/ 811489 w 1598672"/>
              <a:gd name="connsiteY24" fmla="*/ 1639541 h 1651971"/>
              <a:gd name="connsiteX25" fmla="*/ 664169 w 1598672"/>
              <a:gd name="connsiteY25" fmla="*/ 1644621 h 1651971"/>
              <a:gd name="connsiteX26" fmla="*/ 547329 w 1598672"/>
              <a:gd name="connsiteY26" fmla="*/ 1568421 h 1651971"/>
              <a:gd name="connsiteX27" fmla="*/ 605007 w 1598672"/>
              <a:gd name="connsiteY27" fmla="*/ 1474407 h 1651971"/>
              <a:gd name="connsiteX28" fmla="*/ 554396 w 1598672"/>
              <a:gd name="connsiteY28" fmla="*/ 1411975 h 1651971"/>
              <a:gd name="connsiteX29" fmla="*/ 471711 w 1598672"/>
              <a:gd name="connsiteY29" fmla="*/ 1394471 h 1651971"/>
              <a:gd name="connsiteX30" fmla="*/ 373236 w 1598672"/>
              <a:gd name="connsiteY30" fmla="*/ 1408640 h 1651971"/>
              <a:gd name="connsiteX31" fmla="*/ 264901 w 1598672"/>
              <a:gd name="connsiteY31" fmla="*/ 1436330 h 1651971"/>
              <a:gd name="connsiteX32" fmla="*/ 162081 w 1598672"/>
              <a:gd name="connsiteY32" fmla="*/ 1478227 h 1651971"/>
              <a:gd name="connsiteX33" fmla="*/ 27325 w 1598672"/>
              <a:gd name="connsiteY33" fmla="*/ 1489749 h 1651971"/>
              <a:gd name="connsiteX34" fmla="*/ 13929 w 1598672"/>
              <a:gd name="connsiteY34" fmla="*/ 770861 h 1651971"/>
              <a:gd name="connsiteX35" fmla="*/ 24279 w 1598672"/>
              <a:gd name="connsiteY35" fmla="*/ 104431 h 1651971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889952 w 1598672"/>
              <a:gd name="connsiteY21" fmla="*/ 1363623 h 1652114"/>
              <a:gd name="connsiteX22" fmla="*/ 855788 w 1598672"/>
              <a:gd name="connsiteY22" fmla="*/ 1450548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55788 w 1598672"/>
              <a:gd name="connsiteY22" fmla="*/ 1450548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45277 w 1598672"/>
              <a:gd name="connsiteY21" fmla="*/ 137985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59395 w 1598672"/>
              <a:gd name="connsiteY20" fmla="*/ 1365548 h 1652114"/>
              <a:gd name="connsiteX21" fmla="*/ 945277 w 1598672"/>
              <a:gd name="connsiteY21" fmla="*/ 137985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59395 w 1598672"/>
              <a:gd name="connsiteY20" fmla="*/ 1365548 h 1652114"/>
              <a:gd name="connsiteX21" fmla="*/ 945277 w 1598672"/>
              <a:gd name="connsiteY21" fmla="*/ 1379851 h 1652114"/>
              <a:gd name="connsiteX22" fmla="*/ 895306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49582"/>
              <a:gd name="connsiteX1" fmla="*/ 298409 w 1598672"/>
              <a:gd name="connsiteY1" fmla="*/ 13941 h 1649582"/>
              <a:gd name="connsiteX2" fmla="*/ 953729 w 1598672"/>
              <a:gd name="connsiteY2" fmla="*/ 3781 h 1649582"/>
              <a:gd name="connsiteX3" fmla="*/ 1339809 w 1598672"/>
              <a:gd name="connsiteY3" fmla="*/ 3781 h 1649582"/>
              <a:gd name="connsiteX4" fmla="*/ 1431249 w 1598672"/>
              <a:gd name="connsiteY4" fmla="*/ 8861 h 1649582"/>
              <a:gd name="connsiteX5" fmla="*/ 1476969 w 1598672"/>
              <a:gd name="connsiteY5" fmla="*/ 105381 h 1649582"/>
              <a:gd name="connsiteX6" fmla="*/ 1568409 w 1598672"/>
              <a:gd name="connsiteY6" fmla="*/ 298421 h 1649582"/>
              <a:gd name="connsiteX7" fmla="*/ 1566714 w 1598672"/>
              <a:gd name="connsiteY7" fmla="*/ 597506 h 1649582"/>
              <a:gd name="connsiteX8" fmla="*/ 1461729 w 1598672"/>
              <a:gd name="connsiteY8" fmla="*/ 567661 h 1649582"/>
              <a:gd name="connsiteX9" fmla="*/ 1378669 w 1598672"/>
              <a:gd name="connsiteY9" fmla="*/ 568294 h 1649582"/>
              <a:gd name="connsiteX10" fmla="*/ 1297429 w 1598672"/>
              <a:gd name="connsiteY10" fmla="*/ 650846 h 1649582"/>
              <a:gd name="connsiteX11" fmla="*/ 1307591 w 1598672"/>
              <a:gd name="connsiteY11" fmla="*/ 774040 h 1649582"/>
              <a:gd name="connsiteX12" fmla="*/ 1404027 w 1598672"/>
              <a:gd name="connsiteY12" fmla="*/ 819127 h 1649582"/>
              <a:gd name="connsiteX13" fmla="*/ 1476970 w 1598672"/>
              <a:gd name="connsiteY13" fmla="*/ 822934 h 1649582"/>
              <a:gd name="connsiteX14" fmla="*/ 1589331 w 1598672"/>
              <a:gd name="connsiteY14" fmla="*/ 770867 h 1649582"/>
              <a:gd name="connsiteX15" fmla="*/ 1583649 w 1598672"/>
              <a:gd name="connsiteY15" fmla="*/ 1065501 h 1649582"/>
              <a:gd name="connsiteX16" fmla="*/ 1513662 w 1598672"/>
              <a:gd name="connsiteY16" fmla="*/ 1313389 h 1649582"/>
              <a:gd name="connsiteX17" fmla="*/ 1421370 w 1598672"/>
              <a:gd name="connsiteY17" fmla="*/ 1463147 h 1649582"/>
              <a:gd name="connsiteX18" fmla="*/ 1297473 w 1598672"/>
              <a:gd name="connsiteY18" fmla="*/ 1421494 h 1649582"/>
              <a:gd name="connsiteX19" fmla="*/ 1180828 w 1598672"/>
              <a:gd name="connsiteY19" fmla="*/ 1374712 h 1649582"/>
              <a:gd name="connsiteX20" fmla="*/ 1059395 w 1598672"/>
              <a:gd name="connsiteY20" fmla="*/ 1365548 h 1649582"/>
              <a:gd name="connsiteX21" fmla="*/ 945277 w 1598672"/>
              <a:gd name="connsiteY21" fmla="*/ 1379851 h 1649582"/>
              <a:gd name="connsiteX22" fmla="*/ 895306 w 1598672"/>
              <a:gd name="connsiteY22" fmla="*/ 1458661 h 1649582"/>
              <a:gd name="connsiteX23" fmla="*/ 947900 w 1598672"/>
              <a:gd name="connsiteY23" fmla="*/ 1561303 h 1649582"/>
              <a:gd name="connsiteX24" fmla="*/ 811489 w 1598672"/>
              <a:gd name="connsiteY24" fmla="*/ 1639541 h 1649582"/>
              <a:gd name="connsiteX25" fmla="*/ 611478 w 1598672"/>
              <a:gd name="connsiteY25" fmla="*/ 1640565 h 1649582"/>
              <a:gd name="connsiteX26" fmla="*/ 520984 w 1598672"/>
              <a:gd name="connsiteY26" fmla="*/ 1566392 h 1649582"/>
              <a:gd name="connsiteX27" fmla="*/ 581296 w 1598672"/>
              <a:gd name="connsiteY27" fmla="*/ 1470351 h 1649582"/>
              <a:gd name="connsiteX28" fmla="*/ 554396 w 1598672"/>
              <a:gd name="connsiteY28" fmla="*/ 1411975 h 1649582"/>
              <a:gd name="connsiteX29" fmla="*/ 471711 w 1598672"/>
              <a:gd name="connsiteY29" fmla="*/ 1394471 h 1649582"/>
              <a:gd name="connsiteX30" fmla="*/ 373236 w 1598672"/>
              <a:gd name="connsiteY30" fmla="*/ 1408640 h 1649582"/>
              <a:gd name="connsiteX31" fmla="*/ 264901 w 1598672"/>
              <a:gd name="connsiteY31" fmla="*/ 1436330 h 1649582"/>
              <a:gd name="connsiteX32" fmla="*/ 162081 w 1598672"/>
              <a:gd name="connsiteY32" fmla="*/ 1478227 h 1649582"/>
              <a:gd name="connsiteX33" fmla="*/ 27325 w 1598672"/>
              <a:gd name="connsiteY33" fmla="*/ 1489749 h 1649582"/>
              <a:gd name="connsiteX34" fmla="*/ 13929 w 1598672"/>
              <a:gd name="connsiteY34" fmla="*/ 770861 h 1649582"/>
              <a:gd name="connsiteX35" fmla="*/ 24279 w 1598672"/>
              <a:gd name="connsiteY35" fmla="*/ 104431 h 1649582"/>
              <a:gd name="connsiteX0" fmla="*/ 24279 w 1598672"/>
              <a:gd name="connsiteY0" fmla="*/ 104431 h 1653356"/>
              <a:gd name="connsiteX1" fmla="*/ 298409 w 1598672"/>
              <a:gd name="connsiteY1" fmla="*/ 13941 h 1653356"/>
              <a:gd name="connsiteX2" fmla="*/ 953729 w 1598672"/>
              <a:gd name="connsiteY2" fmla="*/ 3781 h 1653356"/>
              <a:gd name="connsiteX3" fmla="*/ 1339809 w 1598672"/>
              <a:gd name="connsiteY3" fmla="*/ 3781 h 1653356"/>
              <a:gd name="connsiteX4" fmla="*/ 1431249 w 1598672"/>
              <a:gd name="connsiteY4" fmla="*/ 8861 h 1653356"/>
              <a:gd name="connsiteX5" fmla="*/ 1476969 w 1598672"/>
              <a:gd name="connsiteY5" fmla="*/ 105381 h 1653356"/>
              <a:gd name="connsiteX6" fmla="*/ 1568409 w 1598672"/>
              <a:gd name="connsiteY6" fmla="*/ 298421 h 1653356"/>
              <a:gd name="connsiteX7" fmla="*/ 1566714 w 1598672"/>
              <a:gd name="connsiteY7" fmla="*/ 597506 h 1653356"/>
              <a:gd name="connsiteX8" fmla="*/ 1461729 w 1598672"/>
              <a:gd name="connsiteY8" fmla="*/ 567661 h 1653356"/>
              <a:gd name="connsiteX9" fmla="*/ 1378669 w 1598672"/>
              <a:gd name="connsiteY9" fmla="*/ 568294 h 1653356"/>
              <a:gd name="connsiteX10" fmla="*/ 1297429 w 1598672"/>
              <a:gd name="connsiteY10" fmla="*/ 650846 h 1653356"/>
              <a:gd name="connsiteX11" fmla="*/ 1307591 w 1598672"/>
              <a:gd name="connsiteY11" fmla="*/ 774040 h 1653356"/>
              <a:gd name="connsiteX12" fmla="*/ 1404027 w 1598672"/>
              <a:gd name="connsiteY12" fmla="*/ 819127 h 1653356"/>
              <a:gd name="connsiteX13" fmla="*/ 1476970 w 1598672"/>
              <a:gd name="connsiteY13" fmla="*/ 822934 h 1653356"/>
              <a:gd name="connsiteX14" fmla="*/ 1589331 w 1598672"/>
              <a:gd name="connsiteY14" fmla="*/ 770867 h 1653356"/>
              <a:gd name="connsiteX15" fmla="*/ 1583649 w 1598672"/>
              <a:gd name="connsiteY15" fmla="*/ 1065501 h 1653356"/>
              <a:gd name="connsiteX16" fmla="*/ 1513662 w 1598672"/>
              <a:gd name="connsiteY16" fmla="*/ 1313389 h 1653356"/>
              <a:gd name="connsiteX17" fmla="*/ 1421370 w 1598672"/>
              <a:gd name="connsiteY17" fmla="*/ 1463147 h 1653356"/>
              <a:gd name="connsiteX18" fmla="*/ 1297473 w 1598672"/>
              <a:gd name="connsiteY18" fmla="*/ 1421494 h 1653356"/>
              <a:gd name="connsiteX19" fmla="*/ 1180828 w 1598672"/>
              <a:gd name="connsiteY19" fmla="*/ 1374712 h 1653356"/>
              <a:gd name="connsiteX20" fmla="*/ 1059395 w 1598672"/>
              <a:gd name="connsiteY20" fmla="*/ 1365548 h 1653356"/>
              <a:gd name="connsiteX21" fmla="*/ 945277 w 1598672"/>
              <a:gd name="connsiteY21" fmla="*/ 1379851 h 1653356"/>
              <a:gd name="connsiteX22" fmla="*/ 895306 w 1598672"/>
              <a:gd name="connsiteY22" fmla="*/ 1458661 h 1653356"/>
              <a:gd name="connsiteX23" fmla="*/ 947900 w 1598672"/>
              <a:gd name="connsiteY23" fmla="*/ 1561303 h 1653356"/>
              <a:gd name="connsiteX24" fmla="*/ 837835 w 1598672"/>
              <a:gd name="connsiteY24" fmla="*/ 1645626 h 1653356"/>
              <a:gd name="connsiteX25" fmla="*/ 611478 w 1598672"/>
              <a:gd name="connsiteY25" fmla="*/ 1640565 h 1653356"/>
              <a:gd name="connsiteX26" fmla="*/ 520984 w 1598672"/>
              <a:gd name="connsiteY26" fmla="*/ 1566392 h 1653356"/>
              <a:gd name="connsiteX27" fmla="*/ 581296 w 1598672"/>
              <a:gd name="connsiteY27" fmla="*/ 1470351 h 1653356"/>
              <a:gd name="connsiteX28" fmla="*/ 554396 w 1598672"/>
              <a:gd name="connsiteY28" fmla="*/ 1411975 h 1653356"/>
              <a:gd name="connsiteX29" fmla="*/ 471711 w 1598672"/>
              <a:gd name="connsiteY29" fmla="*/ 1394471 h 1653356"/>
              <a:gd name="connsiteX30" fmla="*/ 373236 w 1598672"/>
              <a:gd name="connsiteY30" fmla="*/ 1408640 h 1653356"/>
              <a:gd name="connsiteX31" fmla="*/ 264901 w 1598672"/>
              <a:gd name="connsiteY31" fmla="*/ 1436330 h 1653356"/>
              <a:gd name="connsiteX32" fmla="*/ 162081 w 1598672"/>
              <a:gd name="connsiteY32" fmla="*/ 1478227 h 1653356"/>
              <a:gd name="connsiteX33" fmla="*/ 27325 w 1598672"/>
              <a:gd name="connsiteY33" fmla="*/ 1489749 h 1653356"/>
              <a:gd name="connsiteX34" fmla="*/ 13929 w 1598672"/>
              <a:gd name="connsiteY34" fmla="*/ 770861 h 1653356"/>
              <a:gd name="connsiteX35" fmla="*/ 24279 w 1598672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5050 h 1653975"/>
              <a:gd name="connsiteX1" fmla="*/ 264512 w 1596389"/>
              <a:gd name="connsiteY1" fmla="*/ 18616 h 1653975"/>
              <a:gd name="connsiteX2" fmla="*/ 603687 w 1596389"/>
              <a:gd name="connsiteY2" fmla="*/ 16569 h 1653975"/>
              <a:gd name="connsiteX3" fmla="*/ 1337526 w 1596389"/>
              <a:gd name="connsiteY3" fmla="*/ 4400 h 1653975"/>
              <a:gd name="connsiteX4" fmla="*/ 1428966 w 1596389"/>
              <a:gd name="connsiteY4" fmla="*/ 9480 h 1653975"/>
              <a:gd name="connsiteX5" fmla="*/ 1474686 w 1596389"/>
              <a:gd name="connsiteY5" fmla="*/ 106000 h 1653975"/>
              <a:gd name="connsiteX6" fmla="*/ 1566126 w 1596389"/>
              <a:gd name="connsiteY6" fmla="*/ 299040 h 1653975"/>
              <a:gd name="connsiteX7" fmla="*/ 1564431 w 1596389"/>
              <a:gd name="connsiteY7" fmla="*/ 598125 h 1653975"/>
              <a:gd name="connsiteX8" fmla="*/ 1459446 w 1596389"/>
              <a:gd name="connsiteY8" fmla="*/ 568280 h 1653975"/>
              <a:gd name="connsiteX9" fmla="*/ 1376386 w 1596389"/>
              <a:gd name="connsiteY9" fmla="*/ 568913 h 1653975"/>
              <a:gd name="connsiteX10" fmla="*/ 1295146 w 1596389"/>
              <a:gd name="connsiteY10" fmla="*/ 651465 h 1653975"/>
              <a:gd name="connsiteX11" fmla="*/ 1305308 w 1596389"/>
              <a:gd name="connsiteY11" fmla="*/ 774659 h 1653975"/>
              <a:gd name="connsiteX12" fmla="*/ 1401744 w 1596389"/>
              <a:gd name="connsiteY12" fmla="*/ 819746 h 1653975"/>
              <a:gd name="connsiteX13" fmla="*/ 1474687 w 1596389"/>
              <a:gd name="connsiteY13" fmla="*/ 823553 h 1653975"/>
              <a:gd name="connsiteX14" fmla="*/ 1587048 w 1596389"/>
              <a:gd name="connsiteY14" fmla="*/ 771486 h 1653975"/>
              <a:gd name="connsiteX15" fmla="*/ 1581366 w 1596389"/>
              <a:gd name="connsiteY15" fmla="*/ 1066120 h 1653975"/>
              <a:gd name="connsiteX16" fmla="*/ 1511379 w 1596389"/>
              <a:gd name="connsiteY16" fmla="*/ 1314008 h 1653975"/>
              <a:gd name="connsiteX17" fmla="*/ 1419087 w 1596389"/>
              <a:gd name="connsiteY17" fmla="*/ 1463766 h 1653975"/>
              <a:gd name="connsiteX18" fmla="*/ 1295190 w 1596389"/>
              <a:gd name="connsiteY18" fmla="*/ 1422113 h 1653975"/>
              <a:gd name="connsiteX19" fmla="*/ 1178545 w 1596389"/>
              <a:gd name="connsiteY19" fmla="*/ 1375331 h 1653975"/>
              <a:gd name="connsiteX20" fmla="*/ 1057112 w 1596389"/>
              <a:gd name="connsiteY20" fmla="*/ 1366167 h 1653975"/>
              <a:gd name="connsiteX21" fmla="*/ 942994 w 1596389"/>
              <a:gd name="connsiteY21" fmla="*/ 1380470 h 1653975"/>
              <a:gd name="connsiteX22" fmla="*/ 893023 w 1596389"/>
              <a:gd name="connsiteY22" fmla="*/ 1459280 h 1653975"/>
              <a:gd name="connsiteX23" fmla="*/ 945617 w 1596389"/>
              <a:gd name="connsiteY23" fmla="*/ 1561922 h 1653975"/>
              <a:gd name="connsiteX24" fmla="*/ 835552 w 1596389"/>
              <a:gd name="connsiteY24" fmla="*/ 1646245 h 1653975"/>
              <a:gd name="connsiteX25" fmla="*/ 609195 w 1596389"/>
              <a:gd name="connsiteY25" fmla="*/ 1641184 h 1653975"/>
              <a:gd name="connsiteX26" fmla="*/ 518701 w 1596389"/>
              <a:gd name="connsiteY26" fmla="*/ 1567011 h 1653975"/>
              <a:gd name="connsiteX27" fmla="*/ 579013 w 1596389"/>
              <a:gd name="connsiteY27" fmla="*/ 1470970 h 1653975"/>
              <a:gd name="connsiteX28" fmla="*/ 552113 w 1596389"/>
              <a:gd name="connsiteY28" fmla="*/ 1412594 h 1653975"/>
              <a:gd name="connsiteX29" fmla="*/ 469428 w 1596389"/>
              <a:gd name="connsiteY29" fmla="*/ 1395090 h 1653975"/>
              <a:gd name="connsiteX30" fmla="*/ 370953 w 1596389"/>
              <a:gd name="connsiteY30" fmla="*/ 1409259 h 1653975"/>
              <a:gd name="connsiteX31" fmla="*/ 262618 w 1596389"/>
              <a:gd name="connsiteY31" fmla="*/ 1436949 h 1653975"/>
              <a:gd name="connsiteX32" fmla="*/ 159798 w 1596389"/>
              <a:gd name="connsiteY32" fmla="*/ 1478846 h 1653975"/>
              <a:gd name="connsiteX33" fmla="*/ 25042 w 1596389"/>
              <a:gd name="connsiteY33" fmla="*/ 1490368 h 1653975"/>
              <a:gd name="connsiteX34" fmla="*/ 11646 w 1596389"/>
              <a:gd name="connsiteY34" fmla="*/ 771480 h 1653975"/>
              <a:gd name="connsiteX35" fmla="*/ 21996 w 1596389"/>
              <a:gd name="connsiteY35" fmla="*/ 105050 h 1653975"/>
              <a:gd name="connsiteX0" fmla="*/ 21996 w 1596389"/>
              <a:gd name="connsiteY0" fmla="*/ 105050 h 1653975"/>
              <a:gd name="connsiteX1" fmla="*/ 264512 w 1596389"/>
              <a:gd name="connsiteY1" fmla="*/ 18616 h 1653975"/>
              <a:gd name="connsiteX2" fmla="*/ 603687 w 1596389"/>
              <a:gd name="connsiteY2" fmla="*/ 16569 h 1653975"/>
              <a:gd name="connsiteX3" fmla="*/ 1337526 w 1596389"/>
              <a:gd name="connsiteY3" fmla="*/ 4400 h 1653975"/>
              <a:gd name="connsiteX4" fmla="*/ 1428966 w 1596389"/>
              <a:gd name="connsiteY4" fmla="*/ 9480 h 1653975"/>
              <a:gd name="connsiteX5" fmla="*/ 1474686 w 1596389"/>
              <a:gd name="connsiteY5" fmla="*/ 106000 h 1653975"/>
              <a:gd name="connsiteX6" fmla="*/ 1566126 w 1596389"/>
              <a:gd name="connsiteY6" fmla="*/ 299040 h 1653975"/>
              <a:gd name="connsiteX7" fmla="*/ 1564431 w 1596389"/>
              <a:gd name="connsiteY7" fmla="*/ 598125 h 1653975"/>
              <a:gd name="connsiteX8" fmla="*/ 1459446 w 1596389"/>
              <a:gd name="connsiteY8" fmla="*/ 568280 h 1653975"/>
              <a:gd name="connsiteX9" fmla="*/ 1376386 w 1596389"/>
              <a:gd name="connsiteY9" fmla="*/ 568913 h 1653975"/>
              <a:gd name="connsiteX10" fmla="*/ 1295146 w 1596389"/>
              <a:gd name="connsiteY10" fmla="*/ 651465 h 1653975"/>
              <a:gd name="connsiteX11" fmla="*/ 1305308 w 1596389"/>
              <a:gd name="connsiteY11" fmla="*/ 774659 h 1653975"/>
              <a:gd name="connsiteX12" fmla="*/ 1401744 w 1596389"/>
              <a:gd name="connsiteY12" fmla="*/ 819746 h 1653975"/>
              <a:gd name="connsiteX13" fmla="*/ 1474687 w 1596389"/>
              <a:gd name="connsiteY13" fmla="*/ 823553 h 1653975"/>
              <a:gd name="connsiteX14" fmla="*/ 1587048 w 1596389"/>
              <a:gd name="connsiteY14" fmla="*/ 771486 h 1653975"/>
              <a:gd name="connsiteX15" fmla="*/ 1581366 w 1596389"/>
              <a:gd name="connsiteY15" fmla="*/ 1066120 h 1653975"/>
              <a:gd name="connsiteX16" fmla="*/ 1511379 w 1596389"/>
              <a:gd name="connsiteY16" fmla="*/ 1314008 h 1653975"/>
              <a:gd name="connsiteX17" fmla="*/ 1419087 w 1596389"/>
              <a:gd name="connsiteY17" fmla="*/ 1463766 h 1653975"/>
              <a:gd name="connsiteX18" fmla="*/ 1295190 w 1596389"/>
              <a:gd name="connsiteY18" fmla="*/ 1422113 h 1653975"/>
              <a:gd name="connsiteX19" fmla="*/ 1178545 w 1596389"/>
              <a:gd name="connsiteY19" fmla="*/ 1375331 h 1653975"/>
              <a:gd name="connsiteX20" fmla="*/ 1057112 w 1596389"/>
              <a:gd name="connsiteY20" fmla="*/ 1366167 h 1653975"/>
              <a:gd name="connsiteX21" fmla="*/ 942994 w 1596389"/>
              <a:gd name="connsiteY21" fmla="*/ 1380470 h 1653975"/>
              <a:gd name="connsiteX22" fmla="*/ 893023 w 1596389"/>
              <a:gd name="connsiteY22" fmla="*/ 1459280 h 1653975"/>
              <a:gd name="connsiteX23" fmla="*/ 945617 w 1596389"/>
              <a:gd name="connsiteY23" fmla="*/ 1561922 h 1653975"/>
              <a:gd name="connsiteX24" fmla="*/ 835552 w 1596389"/>
              <a:gd name="connsiteY24" fmla="*/ 1646245 h 1653975"/>
              <a:gd name="connsiteX25" fmla="*/ 609195 w 1596389"/>
              <a:gd name="connsiteY25" fmla="*/ 1641184 h 1653975"/>
              <a:gd name="connsiteX26" fmla="*/ 518701 w 1596389"/>
              <a:gd name="connsiteY26" fmla="*/ 1567011 h 1653975"/>
              <a:gd name="connsiteX27" fmla="*/ 579013 w 1596389"/>
              <a:gd name="connsiteY27" fmla="*/ 1470970 h 1653975"/>
              <a:gd name="connsiteX28" fmla="*/ 552113 w 1596389"/>
              <a:gd name="connsiteY28" fmla="*/ 1412594 h 1653975"/>
              <a:gd name="connsiteX29" fmla="*/ 469428 w 1596389"/>
              <a:gd name="connsiteY29" fmla="*/ 1395090 h 1653975"/>
              <a:gd name="connsiteX30" fmla="*/ 370953 w 1596389"/>
              <a:gd name="connsiteY30" fmla="*/ 1409259 h 1653975"/>
              <a:gd name="connsiteX31" fmla="*/ 262618 w 1596389"/>
              <a:gd name="connsiteY31" fmla="*/ 1436949 h 1653975"/>
              <a:gd name="connsiteX32" fmla="*/ 159798 w 1596389"/>
              <a:gd name="connsiteY32" fmla="*/ 1478846 h 1653975"/>
              <a:gd name="connsiteX33" fmla="*/ 25042 w 1596389"/>
              <a:gd name="connsiteY33" fmla="*/ 1490368 h 1653975"/>
              <a:gd name="connsiteX34" fmla="*/ 11646 w 1596389"/>
              <a:gd name="connsiteY34" fmla="*/ 771480 h 1653975"/>
              <a:gd name="connsiteX35" fmla="*/ 21996 w 1596389"/>
              <a:gd name="connsiteY35" fmla="*/ 105050 h 165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96389" h="1653975">
                <a:moveTo>
                  <a:pt x="21996" y="105050"/>
                </a:moveTo>
                <a:cubicBezTo>
                  <a:pt x="64140" y="-20427"/>
                  <a:pt x="167564" y="23222"/>
                  <a:pt x="264512" y="18616"/>
                </a:cubicBezTo>
                <a:cubicBezTo>
                  <a:pt x="361460" y="14010"/>
                  <a:pt x="424851" y="18938"/>
                  <a:pt x="603687" y="16569"/>
                </a:cubicBezTo>
                <a:lnTo>
                  <a:pt x="1337526" y="4400"/>
                </a:lnTo>
                <a:cubicBezTo>
                  <a:pt x="1475072" y="3219"/>
                  <a:pt x="1406106" y="-7453"/>
                  <a:pt x="1428966" y="9480"/>
                </a:cubicBezTo>
                <a:cubicBezTo>
                  <a:pt x="1451826" y="26413"/>
                  <a:pt x="1474686" y="106000"/>
                  <a:pt x="1474686" y="106000"/>
                </a:cubicBezTo>
                <a:cubicBezTo>
                  <a:pt x="1497546" y="154260"/>
                  <a:pt x="1551169" y="217019"/>
                  <a:pt x="1566126" y="299040"/>
                </a:cubicBezTo>
                <a:cubicBezTo>
                  <a:pt x="1581083" y="381061"/>
                  <a:pt x="1582211" y="553252"/>
                  <a:pt x="1564431" y="598125"/>
                </a:cubicBezTo>
                <a:cubicBezTo>
                  <a:pt x="1546651" y="642998"/>
                  <a:pt x="1490787" y="573149"/>
                  <a:pt x="1459446" y="568280"/>
                </a:cubicBezTo>
                <a:cubicBezTo>
                  <a:pt x="1428105" y="563411"/>
                  <a:pt x="1403769" y="555049"/>
                  <a:pt x="1376386" y="568913"/>
                </a:cubicBezTo>
                <a:cubicBezTo>
                  <a:pt x="1349003" y="582777"/>
                  <a:pt x="1306992" y="617174"/>
                  <a:pt x="1295146" y="651465"/>
                </a:cubicBezTo>
                <a:cubicBezTo>
                  <a:pt x="1283300" y="685756"/>
                  <a:pt x="1287542" y="746612"/>
                  <a:pt x="1305308" y="774659"/>
                </a:cubicBezTo>
                <a:cubicBezTo>
                  <a:pt x="1323074" y="802706"/>
                  <a:pt x="1373514" y="811597"/>
                  <a:pt x="1401744" y="819746"/>
                </a:cubicBezTo>
                <a:cubicBezTo>
                  <a:pt x="1429974" y="827895"/>
                  <a:pt x="1443803" y="831596"/>
                  <a:pt x="1474687" y="823553"/>
                </a:cubicBezTo>
                <a:cubicBezTo>
                  <a:pt x="1505571" y="815510"/>
                  <a:pt x="1569268" y="731058"/>
                  <a:pt x="1587048" y="771486"/>
                </a:cubicBezTo>
                <a:cubicBezTo>
                  <a:pt x="1604828" y="811914"/>
                  <a:pt x="1593977" y="975700"/>
                  <a:pt x="1581366" y="1066120"/>
                </a:cubicBezTo>
                <a:cubicBezTo>
                  <a:pt x="1568755" y="1156540"/>
                  <a:pt x="1538425" y="1247734"/>
                  <a:pt x="1511379" y="1314008"/>
                </a:cubicBezTo>
                <a:cubicBezTo>
                  <a:pt x="1484333" y="1380282"/>
                  <a:pt x="1455118" y="1445749"/>
                  <a:pt x="1419087" y="1463766"/>
                </a:cubicBezTo>
                <a:cubicBezTo>
                  <a:pt x="1383056" y="1481783"/>
                  <a:pt x="1335280" y="1436852"/>
                  <a:pt x="1295190" y="1422113"/>
                </a:cubicBezTo>
                <a:cubicBezTo>
                  <a:pt x="1255100" y="1407374"/>
                  <a:pt x="1218225" y="1384655"/>
                  <a:pt x="1178545" y="1375331"/>
                </a:cubicBezTo>
                <a:cubicBezTo>
                  <a:pt x="1138865" y="1366007"/>
                  <a:pt x="1096370" y="1365311"/>
                  <a:pt x="1057112" y="1366167"/>
                </a:cubicBezTo>
                <a:cubicBezTo>
                  <a:pt x="1017854" y="1367023"/>
                  <a:pt x="970342" y="1364951"/>
                  <a:pt x="942994" y="1380470"/>
                </a:cubicBezTo>
                <a:cubicBezTo>
                  <a:pt x="915646" y="1395989"/>
                  <a:pt x="892586" y="1429038"/>
                  <a:pt x="893023" y="1459280"/>
                </a:cubicBezTo>
                <a:cubicBezTo>
                  <a:pt x="893460" y="1489522"/>
                  <a:pt x="955195" y="1530761"/>
                  <a:pt x="945617" y="1561922"/>
                </a:cubicBezTo>
                <a:cubicBezTo>
                  <a:pt x="936039" y="1593083"/>
                  <a:pt x="891622" y="1633035"/>
                  <a:pt x="835552" y="1646245"/>
                </a:cubicBezTo>
                <a:cubicBezTo>
                  <a:pt x="779482" y="1659455"/>
                  <a:pt x="662003" y="1654390"/>
                  <a:pt x="609195" y="1641184"/>
                </a:cubicBezTo>
                <a:cubicBezTo>
                  <a:pt x="556387" y="1627978"/>
                  <a:pt x="523731" y="1595380"/>
                  <a:pt x="518701" y="1567011"/>
                </a:cubicBezTo>
                <a:cubicBezTo>
                  <a:pt x="513671" y="1538642"/>
                  <a:pt x="573444" y="1496706"/>
                  <a:pt x="579013" y="1470970"/>
                </a:cubicBezTo>
                <a:cubicBezTo>
                  <a:pt x="584582" y="1445234"/>
                  <a:pt x="570377" y="1425241"/>
                  <a:pt x="552113" y="1412594"/>
                </a:cubicBezTo>
                <a:cubicBezTo>
                  <a:pt x="533849" y="1399947"/>
                  <a:pt x="499621" y="1395646"/>
                  <a:pt x="469428" y="1395090"/>
                </a:cubicBezTo>
                <a:cubicBezTo>
                  <a:pt x="439235" y="1394534"/>
                  <a:pt x="405421" y="1402283"/>
                  <a:pt x="370953" y="1409259"/>
                </a:cubicBezTo>
                <a:cubicBezTo>
                  <a:pt x="336485" y="1416235"/>
                  <a:pt x="297811" y="1425351"/>
                  <a:pt x="262618" y="1436949"/>
                </a:cubicBezTo>
                <a:cubicBezTo>
                  <a:pt x="227425" y="1448547"/>
                  <a:pt x="199394" y="1469943"/>
                  <a:pt x="159798" y="1478846"/>
                </a:cubicBezTo>
                <a:cubicBezTo>
                  <a:pt x="120202" y="1487749"/>
                  <a:pt x="33509" y="1533548"/>
                  <a:pt x="25042" y="1490368"/>
                </a:cubicBezTo>
                <a:cubicBezTo>
                  <a:pt x="16575" y="1447188"/>
                  <a:pt x="12154" y="1002366"/>
                  <a:pt x="11646" y="771480"/>
                </a:cubicBezTo>
                <a:cubicBezTo>
                  <a:pt x="11138" y="540594"/>
                  <a:pt x="-20148" y="230527"/>
                  <a:pt x="21996" y="105050"/>
                </a:cubicBezTo>
                <a:close/>
              </a:path>
            </a:pathLst>
          </a:custGeom>
          <a:solidFill>
            <a:srgbClr val="00B0F0">
              <a:alpha val="10196"/>
            </a:srgbClr>
          </a:solidFill>
          <a:ln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29" name="Freeform: Shape 1028">
            <a:extLst>
              <a:ext uri="{FF2B5EF4-FFF2-40B4-BE49-F238E27FC236}">
                <a16:creationId xmlns:a16="http://schemas.microsoft.com/office/drawing/2014/main" id="{D1B180D6-1666-1087-A218-D4A378C438C7}"/>
              </a:ext>
            </a:extLst>
          </p:cNvPr>
          <p:cNvSpPr/>
          <p:nvPr/>
        </p:nvSpPr>
        <p:spPr>
          <a:xfrm>
            <a:off x="1109209" y="3462867"/>
            <a:ext cx="2405504" cy="1633099"/>
          </a:xfrm>
          <a:custGeom>
            <a:avLst/>
            <a:gdLst>
              <a:gd name="connsiteX0" fmla="*/ 118713 w 2412108"/>
              <a:gd name="connsiteY0" fmla="*/ 0 h 1617303"/>
              <a:gd name="connsiteX1" fmla="*/ 1261713 w 2412108"/>
              <a:gd name="connsiteY1" fmla="*/ 16933 h 1617303"/>
              <a:gd name="connsiteX2" fmla="*/ 1900946 w 2412108"/>
              <a:gd name="connsiteY2" fmla="*/ 16933 h 1617303"/>
              <a:gd name="connsiteX3" fmla="*/ 2222679 w 2412108"/>
              <a:gd name="connsiteY3" fmla="*/ 16933 h 1617303"/>
              <a:gd name="connsiteX4" fmla="*/ 2320046 w 2412108"/>
              <a:gd name="connsiteY4" fmla="*/ 59266 h 1617303"/>
              <a:gd name="connsiteX5" fmla="*/ 2370846 w 2412108"/>
              <a:gd name="connsiteY5" fmla="*/ 220133 h 1617303"/>
              <a:gd name="connsiteX6" fmla="*/ 2408946 w 2412108"/>
              <a:gd name="connsiteY6" fmla="*/ 474133 h 1617303"/>
              <a:gd name="connsiteX7" fmla="*/ 2408946 w 2412108"/>
              <a:gd name="connsiteY7" fmla="*/ 626533 h 1617303"/>
              <a:gd name="connsiteX8" fmla="*/ 2400479 w 2412108"/>
              <a:gd name="connsiteY8" fmla="*/ 719666 h 1617303"/>
              <a:gd name="connsiteX9" fmla="*/ 2307346 w 2412108"/>
              <a:gd name="connsiteY9" fmla="*/ 685800 h 1617303"/>
              <a:gd name="connsiteX10" fmla="*/ 2239613 w 2412108"/>
              <a:gd name="connsiteY10" fmla="*/ 660400 h 1617303"/>
              <a:gd name="connsiteX11" fmla="*/ 2184579 w 2412108"/>
              <a:gd name="connsiteY11" fmla="*/ 694266 h 1617303"/>
              <a:gd name="connsiteX12" fmla="*/ 2167646 w 2412108"/>
              <a:gd name="connsiteY12" fmla="*/ 817033 h 1617303"/>
              <a:gd name="connsiteX13" fmla="*/ 2167646 w 2412108"/>
              <a:gd name="connsiteY13" fmla="*/ 893233 h 1617303"/>
              <a:gd name="connsiteX14" fmla="*/ 2214213 w 2412108"/>
              <a:gd name="connsiteY14" fmla="*/ 982133 h 1617303"/>
              <a:gd name="connsiteX15" fmla="*/ 2307346 w 2412108"/>
              <a:gd name="connsiteY15" fmla="*/ 965200 h 1617303"/>
              <a:gd name="connsiteX16" fmla="*/ 2392013 w 2412108"/>
              <a:gd name="connsiteY16" fmla="*/ 918633 h 1617303"/>
              <a:gd name="connsiteX17" fmla="*/ 2387779 w 2412108"/>
              <a:gd name="connsiteY17" fmla="*/ 1083733 h 1617303"/>
              <a:gd name="connsiteX18" fmla="*/ 2328513 w 2412108"/>
              <a:gd name="connsiteY18" fmla="*/ 1299633 h 1617303"/>
              <a:gd name="connsiteX19" fmla="*/ 2243846 w 2412108"/>
              <a:gd name="connsiteY19" fmla="*/ 1566333 h 1617303"/>
              <a:gd name="connsiteX20" fmla="*/ 2188813 w 2412108"/>
              <a:gd name="connsiteY20" fmla="*/ 1617133 h 1617303"/>
              <a:gd name="connsiteX21" fmla="*/ 2019479 w 2412108"/>
              <a:gd name="connsiteY21" fmla="*/ 1583266 h 1617303"/>
              <a:gd name="connsiteX22" fmla="*/ 1536879 w 2412108"/>
              <a:gd name="connsiteY22" fmla="*/ 1595966 h 1617303"/>
              <a:gd name="connsiteX23" fmla="*/ 1354846 w 2412108"/>
              <a:gd name="connsiteY23" fmla="*/ 1600200 h 1617303"/>
              <a:gd name="connsiteX24" fmla="*/ 1426813 w 2412108"/>
              <a:gd name="connsiteY24" fmla="*/ 1511300 h 1617303"/>
              <a:gd name="connsiteX25" fmla="*/ 1418346 w 2412108"/>
              <a:gd name="connsiteY25" fmla="*/ 1397000 h 1617303"/>
              <a:gd name="connsiteX26" fmla="*/ 1215146 w 2412108"/>
              <a:gd name="connsiteY26" fmla="*/ 1354666 h 1617303"/>
              <a:gd name="connsiteX27" fmla="*/ 978079 w 2412108"/>
              <a:gd name="connsiteY27" fmla="*/ 1367366 h 1617303"/>
              <a:gd name="connsiteX28" fmla="*/ 897646 w 2412108"/>
              <a:gd name="connsiteY28" fmla="*/ 1439333 h 1617303"/>
              <a:gd name="connsiteX29" fmla="*/ 961146 w 2412108"/>
              <a:gd name="connsiteY29" fmla="*/ 1562100 h 1617303"/>
              <a:gd name="connsiteX30" fmla="*/ 588613 w 2412108"/>
              <a:gd name="connsiteY30" fmla="*/ 1591733 h 1617303"/>
              <a:gd name="connsiteX31" fmla="*/ 326146 w 2412108"/>
              <a:gd name="connsiteY31" fmla="*/ 1591733 h 1617303"/>
              <a:gd name="connsiteX32" fmla="*/ 122946 w 2412108"/>
              <a:gd name="connsiteY32" fmla="*/ 1540933 h 1617303"/>
              <a:gd name="connsiteX33" fmla="*/ 161046 w 2412108"/>
              <a:gd name="connsiteY33" fmla="*/ 1439333 h 1617303"/>
              <a:gd name="connsiteX34" fmla="*/ 233013 w 2412108"/>
              <a:gd name="connsiteY34" fmla="*/ 1176866 h 1617303"/>
              <a:gd name="connsiteX35" fmla="*/ 249946 w 2412108"/>
              <a:gd name="connsiteY35" fmla="*/ 897466 h 1617303"/>
              <a:gd name="connsiteX36" fmla="*/ 237246 w 2412108"/>
              <a:gd name="connsiteY36" fmla="*/ 774700 h 1617303"/>
              <a:gd name="connsiteX37" fmla="*/ 161046 w 2412108"/>
              <a:gd name="connsiteY37" fmla="*/ 846666 h 1617303"/>
              <a:gd name="connsiteX38" fmla="*/ 25579 w 2412108"/>
              <a:gd name="connsiteY38" fmla="*/ 833966 h 1617303"/>
              <a:gd name="connsiteX39" fmla="*/ 4413 w 2412108"/>
              <a:gd name="connsiteY39" fmla="*/ 664633 h 1617303"/>
              <a:gd name="connsiteX40" fmla="*/ 80613 w 2412108"/>
              <a:gd name="connsiteY40" fmla="*/ 579966 h 1617303"/>
              <a:gd name="connsiteX41" fmla="*/ 203379 w 2412108"/>
              <a:gd name="connsiteY41" fmla="*/ 635000 h 1617303"/>
              <a:gd name="connsiteX42" fmla="*/ 228779 w 2412108"/>
              <a:gd name="connsiteY42" fmla="*/ 626533 h 1617303"/>
              <a:gd name="connsiteX43" fmla="*/ 241479 w 2412108"/>
              <a:gd name="connsiteY43" fmla="*/ 436033 h 1617303"/>
              <a:gd name="connsiteX44" fmla="*/ 220313 w 2412108"/>
              <a:gd name="connsiteY44" fmla="*/ 254000 h 1617303"/>
              <a:gd name="connsiteX45" fmla="*/ 156813 w 2412108"/>
              <a:gd name="connsiteY45" fmla="*/ 118533 h 1617303"/>
              <a:gd name="connsiteX46" fmla="*/ 118713 w 2412108"/>
              <a:gd name="connsiteY46" fmla="*/ 0 h 1617303"/>
              <a:gd name="connsiteX0" fmla="*/ 118713 w 2412108"/>
              <a:gd name="connsiteY0" fmla="*/ 0 h 1626241"/>
              <a:gd name="connsiteX1" fmla="*/ 1261713 w 2412108"/>
              <a:gd name="connsiteY1" fmla="*/ 16933 h 1626241"/>
              <a:gd name="connsiteX2" fmla="*/ 1900946 w 2412108"/>
              <a:gd name="connsiteY2" fmla="*/ 16933 h 1626241"/>
              <a:gd name="connsiteX3" fmla="*/ 2222679 w 2412108"/>
              <a:gd name="connsiteY3" fmla="*/ 16933 h 1626241"/>
              <a:gd name="connsiteX4" fmla="*/ 2320046 w 2412108"/>
              <a:gd name="connsiteY4" fmla="*/ 59266 h 1626241"/>
              <a:gd name="connsiteX5" fmla="*/ 2370846 w 2412108"/>
              <a:gd name="connsiteY5" fmla="*/ 220133 h 1626241"/>
              <a:gd name="connsiteX6" fmla="*/ 2408946 w 2412108"/>
              <a:gd name="connsiteY6" fmla="*/ 474133 h 1626241"/>
              <a:gd name="connsiteX7" fmla="*/ 2408946 w 2412108"/>
              <a:gd name="connsiteY7" fmla="*/ 626533 h 1626241"/>
              <a:gd name="connsiteX8" fmla="*/ 2400479 w 2412108"/>
              <a:gd name="connsiteY8" fmla="*/ 719666 h 1626241"/>
              <a:gd name="connsiteX9" fmla="*/ 2307346 w 2412108"/>
              <a:gd name="connsiteY9" fmla="*/ 685800 h 1626241"/>
              <a:gd name="connsiteX10" fmla="*/ 2239613 w 2412108"/>
              <a:gd name="connsiteY10" fmla="*/ 660400 h 1626241"/>
              <a:gd name="connsiteX11" fmla="*/ 2184579 w 2412108"/>
              <a:gd name="connsiteY11" fmla="*/ 694266 h 1626241"/>
              <a:gd name="connsiteX12" fmla="*/ 2167646 w 2412108"/>
              <a:gd name="connsiteY12" fmla="*/ 817033 h 1626241"/>
              <a:gd name="connsiteX13" fmla="*/ 2167646 w 2412108"/>
              <a:gd name="connsiteY13" fmla="*/ 893233 h 1626241"/>
              <a:gd name="connsiteX14" fmla="*/ 2214213 w 2412108"/>
              <a:gd name="connsiteY14" fmla="*/ 982133 h 1626241"/>
              <a:gd name="connsiteX15" fmla="*/ 2307346 w 2412108"/>
              <a:gd name="connsiteY15" fmla="*/ 965200 h 1626241"/>
              <a:gd name="connsiteX16" fmla="*/ 2392013 w 2412108"/>
              <a:gd name="connsiteY16" fmla="*/ 918633 h 1626241"/>
              <a:gd name="connsiteX17" fmla="*/ 2387779 w 2412108"/>
              <a:gd name="connsiteY17" fmla="*/ 1083733 h 1626241"/>
              <a:gd name="connsiteX18" fmla="*/ 2328513 w 2412108"/>
              <a:gd name="connsiteY18" fmla="*/ 1299633 h 1626241"/>
              <a:gd name="connsiteX19" fmla="*/ 2243846 w 2412108"/>
              <a:gd name="connsiteY19" fmla="*/ 1566333 h 1626241"/>
              <a:gd name="connsiteX20" fmla="*/ 2188813 w 2412108"/>
              <a:gd name="connsiteY20" fmla="*/ 1617133 h 1626241"/>
              <a:gd name="connsiteX21" fmla="*/ 2019479 w 2412108"/>
              <a:gd name="connsiteY21" fmla="*/ 1583266 h 1626241"/>
              <a:gd name="connsiteX22" fmla="*/ 1536879 w 2412108"/>
              <a:gd name="connsiteY22" fmla="*/ 1595966 h 1626241"/>
              <a:gd name="connsiteX23" fmla="*/ 1354846 w 2412108"/>
              <a:gd name="connsiteY23" fmla="*/ 1600200 h 1626241"/>
              <a:gd name="connsiteX24" fmla="*/ 1426813 w 2412108"/>
              <a:gd name="connsiteY24" fmla="*/ 1511300 h 1626241"/>
              <a:gd name="connsiteX25" fmla="*/ 1418346 w 2412108"/>
              <a:gd name="connsiteY25" fmla="*/ 1397000 h 1626241"/>
              <a:gd name="connsiteX26" fmla="*/ 1215146 w 2412108"/>
              <a:gd name="connsiteY26" fmla="*/ 1354666 h 1626241"/>
              <a:gd name="connsiteX27" fmla="*/ 978079 w 2412108"/>
              <a:gd name="connsiteY27" fmla="*/ 1367366 h 1626241"/>
              <a:gd name="connsiteX28" fmla="*/ 897646 w 2412108"/>
              <a:gd name="connsiteY28" fmla="*/ 1439333 h 1626241"/>
              <a:gd name="connsiteX29" fmla="*/ 961146 w 2412108"/>
              <a:gd name="connsiteY29" fmla="*/ 1562100 h 1626241"/>
              <a:gd name="connsiteX30" fmla="*/ 605546 w 2412108"/>
              <a:gd name="connsiteY30" fmla="*/ 1625599 h 1626241"/>
              <a:gd name="connsiteX31" fmla="*/ 326146 w 2412108"/>
              <a:gd name="connsiteY31" fmla="*/ 1591733 h 1626241"/>
              <a:gd name="connsiteX32" fmla="*/ 122946 w 2412108"/>
              <a:gd name="connsiteY32" fmla="*/ 1540933 h 1626241"/>
              <a:gd name="connsiteX33" fmla="*/ 161046 w 2412108"/>
              <a:gd name="connsiteY33" fmla="*/ 1439333 h 1626241"/>
              <a:gd name="connsiteX34" fmla="*/ 233013 w 2412108"/>
              <a:gd name="connsiteY34" fmla="*/ 1176866 h 1626241"/>
              <a:gd name="connsiteX35" fmla="*/ 249946 w 2412108"/>
              <a:gd name="connsiteY35" fmla="*/ 897466 h 1626241"/>
              <a:gd name="connsiteX36" fmla="*/ 237246 w 2412108"/>
              <a:gd name="connsiteY36" fmla="*/ 774700 h 1626241"/>
              <a:gd name="connsiteX37" fmla="*/ 161046 w 2412108"/>
              <a:gd name="connsiteY37" fmla="*/ 846666 h 1626241"/>
              <a:gd name="connsiteX38" fmla="*/ 25579 w 2412108"/>
              <a:gd name="connsiteY38" fmla="*/ 833966 h 1626241"/>
              <a:gd name="connsiteX39" fmla="*/ 4413 w 2412108"/>
              <a:gd name="connsiteY39" fmla="*/ 664633 h 1626241"/>
              <a:gd name="connsiteX40" fmla="*/ 80613 w 2412108"/>
              <a:gd name="connsiteY40" fmla="*/ 579966 h 1626241"/>
              <a:gd name="connsiteX41" fmla="*/ 203379 w 2412108"/>
              <a:gd name="connsiteY41" fmla="*/ 635000 h 1626241"/>
              <a:gd name="connsiteX42" fmla="*/ 228779 w 2412108"/>
              <a:gd name="connsiteY42" fmla="*/ 626533 h 1626241"/>
              <a:gd name="connsiteX43" fmla="*/ 241479 w 2412108"/>
              <a:gd name="connsiteY43" fmla="*/ 436033 h 1626241"/>
              <a:gd name="connsiteX44" fmla="*/ 220313 w 2412108"/>
              <a:gd name="connsiteY44" fmla="*/ 254000 h 1626241"/>
              <a:gd name="connsiteX45" fmla="*/ 156813 w 2412108"/>
              <a:gd name="connsiteY45" fmla="*/ 118533 h 1626241"/>
              <a:gd name="connsiteX46" fmla="*/ 118713 w 2412108"/>
              <a:gd name="connsiteY46" fmla="*/ 0 h 1626241"/>
              <a:gd name="connsiteX0" fmla="*/ 118713 w 2412108"/>
              <a:gd name="connsiteY0" fmla="*/ 0 h 1632225"/>
              <a:gd name="connsiteX1" fmla="*/ 1261713 w 2412108"/>
              <a:gd name="connsiteY1" fmla="*/ 16933 h 1632225"/>
              <a:gd name="connsiteX2" fmla="*/ 1900946 w 2412108"/>
              <a:gd name="connsiteY2" fmla="*/ 16933 h 1632225"/>
              <a:gd name="connsiteX3" fmla="*/ 2222679 w 2412108"/>
              <a:gd name="connsiteY3" fmla="*/ 16933 h 1632225"/>
              <a:gd name="connsiteX4" fmla="*/ 2320046 w 2412108"/>
              <a:gd name="connsiteY4" fmla="*/ 59266 h 1632225"/>
              <a:gd name="connsiteX5" fmla="*/ 2370846 w 2412108"/>
              <a:gd name="connsiteY5" fmla="*/ 220133 h 1632225"/>
              <a:gd name="connsiteX6" fmla="*/ 2408946 w 2412108"/>
              <a:gd name="connsiteY6" fmla="*/ 474133 h 1632225"/>
              <a:gd name="connsiteX7" fmla="*/ 2408946 w 2412108"/>
              <a:gd name="connsiteY7" fmla="*/ 626533 h 1632225"/>
              <a:gd name="connsiteX8" fmla="*/ 2400479 w 2412108"/>
              <a:gd name="connsiteY8" fmla="*/ 719666 h 1632225"/>
              <a:gd name="connsiteX9" fmla="*/ 2307346 w 2412108"/>
              <a:gd name="connsiteY9" fmla="*/ 685800 h 1632225"/>
              <a:gd name="connsiteX10" fmla="*/ 2239613 w 2412108"/>
              <a:gd name="connsiteY10" fmla="*/ 660400 h 1632225"/>
              <a:gd name="connsiteX11" fmla="*/ 2184579 w 2412108"/>
              <a:gd name="connsiteY11" fmla="*/ 694266 h 1632225"/>
              <a:gd name="connsiteX12" fmla="*/ 2167646 w 2412108"/>
              <a:gd name="connsiteY12" fmla="*/ 817033 h 1632225"/>
              <a:gd name="connsiteX13" fmla="*/ 2167646 w 2412108"/>
              <a:gd name="connsiteY13" fmla="*/ 893233 h 1632225"/>
              <a:gd name="connsiteX14" fmla="*/ 2214213 w 2412108"/>
              <a:gd name="connsiteY14" fmla="*/ 982133 h 1632225"/>
              <a:gd name="connsiteX15" fmla="*/ 2307346 w 2412108"/>
              <a:gd name="connsiteY15" fmla="*/ 965200 h 1632225"/>
              <a:gd name="connsiteX16" fmla="*/ 2392013 w 2412108"/>
              <a:gd name="connsiteY16" fmla="*/ 918633 h 1632225"/>
              <a:gd name="connsiteX17" fmla="*/ 2387779 w 2412108"/>
              <a:gd name="connsiteY17" fmla="*/ 1083733 h 1632225"/>
              <a:gd name="connsiteX18" fmla="*/ 2328513 w 2412108"/>
              <a:gd name="connsiteY18" fmla="*/ 1299633 h 1632225"/>
              <a:gd name="connsiteX19" fmla="*/ 2243846 w 2412108"/>
              <a:gd name="connsiteY19" fmla="*/ 1566333 h 1632225"/>
              <a:gd name="connsiteX20" fmla="*/ 2188813 w 2412108"/>
              <a:gd name="connsiteY20" fmla="*/ 1617133 h 1632225"/>
              <a:gd name="connsiteX21" fmla="*/ 2019479 w 2412108"/>
              <a:gd name="connsiteY21" fmla="*/ 1583266 h 1632225"/>
              <a:gd name="connsiteX22" fmla="*/ 1536879 w 2412108"/>
              <a:gd name="connsiteY22" fmla="*/ 1595966 h 1632225"/>
              <a:gd name="connsiteX23" fmla="*/ 1354846 w 2412108"/>
              <a:gd name="connsiteY23" fmla="*/ 1600200 h 1632225"/>
              <a:gd name="connsiteX24" fmla="*/ 1426813 w 2412108"/>
              <a:gd name="connsiteY24" fmla="*/ 1511300 h 1632225"/>
              <a:gd name="connsiteX25" fmla="*/ 1418346 w 2412108"/>
              <a:gd name="connsiteY25" fmla="*/ 1397000 h 1632225"/>
              <a:gd name="connsiteX26" fmla="*/ 1215146 w 2412108"/>
              <a:gd name="connsiteY26" fmla="*/ 1354666 h 1632225"/>
              <a:gd name="connsiteX27" fmla="*/ 978079 w 2412108"/>
              <a:gd name="connsiteY27" fmla="*/ 1367366 h 1632225"/>
              <a:gd name="connsiteX28" fmla="*/ 897646 w 2412108"/>
              <a:gd name="connsiteY28" fmla="*/ 1439333 h 1632225"/>
              <a:gd name="connsiteX29" fmla="*/ 931513 w 2412108"/>
              <a:gd name="connsiteY29" fmla="*/ 1612900 h 1632225"/>
              <a:gd name="connsiteX30" fmla="*/ 605546 w 2412108"/>
              <a:gd name="connsiteY30" fmla="*/ 1625599 h 1632225"/>
              <a:gd name="connsiteX31" fmla="*/ 326146 w 2412108"/>
              <a:gd name="connsiteY31" fmla="*/ 1591733 h 1632225"/>
              <a:gd name="connsiteX32" fmla="*/ 122946 w 2412108"/>
              <a:gd name="connsiteY32" fmla="*/ 1540933 h 1632225"/>
              <a:gd name="connsiteX33" fmla="*/ 161046 w 2412108"/>
              <a:gd name="connsiteY33" fmla="*/ 1439333 h 1632225"/>
              <a:gd name="connsiteX34" fmla="*/ 233013 w 2412108"/>
              <a:gd name="connsiteY34" fmla="*/ 1176866 h 1632225"/>
              <a:gd name="connsiteX35" fmla="*/ 249946 w 2412108"/>
              <a:gd name="connsiteY35" fmla="*/ 897466 h 1632225"/>
              <a:gd name="connsiteX36" fmla="*/ 237246 w 2412108"/>
              <a:gd name="connsiteY36" fmla="*/ 774700 h 1632225"/>
              <a:gd name="connsiteX37" fmla="*/ 161046 w 2412108"/>
              <a:gd name="connsiteY37" fmla="*/ 846666 h 1632225"/>
              <a:gd name="connsiteX38" fmla="*/ 25579 w 2412108"/>
              <a:gd name="connsiteY38" fmla="*/ 833966 h 1632225"/>
              <a:gd name="connsiteX39" fmla="*/ 4413 w 2412108"/>
              <a:gd name="connsiteY39" fmla="*/ 664633 h 1632225"/>
              <a:gd name="connsiteX40" fmla="*/ 80613 w 2412108"/>
              <a:gd name="connsiteY40" fmla="*/ 579966 h 1632225"/>
              <a:gd name="connsiteX41" fmla="*/ 203379 w 2412108"/>
              <a:gd name="connsiteY41" fmla="*/ 635000 h 1632225"/>
              <a:gd name="connsiteX42" fmla="*/ 228779 w 2412108"/>
              <a:gd name="connsiteY42" fmla="*/ 626533 h 1632225"/>
              <a:gd name="connsiteX43" fmla="*/ 241479 w 2412108"/>
              <a:gd name="connsiteY43" fmla="*/ 436033 h 1632225"/>
              <a:gd name="connsiteX44" fmla="*/ 220313 w 2412108"/>
              <a:gd name="connsiteY44" fmla="*/ 254000 h 1632225"/>
              <a:gd name="connsiteX45" fmla="*/ 156813 w 2412108"/>
              <a:gd name="connsiteY45" fmla="*/ 118533 h 1632225"/>
              <a:gd name="connsiteX46" fmla="*/ 118713 w 2412108"/>
              <a:gd name="connsiteY46" fmla="*/ 0 h 1632225"/>
              <a:gd name="connsiteX0" fmla="*/ 118713 w 2412108"/>
              <a:gd name="connsiteY0" fmla="*/ 0 h 1634835"/>
              <a:gd name="connsiteX1" fmla="*/ 1261713 w 2412108"/>
              <a:gd name="connsiteY1" fmla="*/ 16933 h 1634835"/>
              <a:gd name="connsiteX2" fmla="*/ 1900946 w 2412108"/>
              <a:gd name="connsiteY2" fmla="*/ 16933 h 1634835"/>
              <a:gd name="connsiteX3" fmla="*/ 2222679 w 2412108"/>
              <a:gd name="connsiteY3" fmla="*/ 16933 h 1634835"/>
              <a:gd name="connsiteX4" fmla="*/ 2320046 w 2412108"/>
              <a:gd name="connsiteY4" fmla="*/ 59266 h 1634835"/>
              <a:gd name="connsiteX5" fmla="*/ 2370846 w 2412108"/>
              <a:gd name="connsiteY5" fmla="*/ 220133 h 1634835"/>
              <a:gd name="connsiteX6" fmla="*/ 2408946 w 2412108"/>
              <a:gd name="connsiteY6" fmla="*/ 474133 h 1634835"/>
              <a:gd name="connsiteX7" fmla="*/ 2408946 w 2412108"/>
              <a:gd name="connsiteY7" fmla="*/ 626533 h 1634835"/>
              <a:gd name="connsiteX8" fmla="*/ 2400479 w 2412108"/>
              <a:gd name="connsiteY8" fmla="*/ 719666 h 1634835"/>
              <a:gd name="connsiteX9" fmla="*/ 2307346 w 2412108"/>
              <a:gd name="connsiteY9" fmla="*/ 685800 h 1634835"/>
              <a:gd name="connsiteX10" fmla="*/ 2239613 w 2412108"/>
              <a:gd name="connsiteY10" fmla="*/ 660400 h 1634835"/>
              <a:gd name="connsiteX11" fmla="*/ 2184579 w 2412108"/>
              <a:gd name="connsiteY11" fmla="*/ 694266 h 1634835"/>
              <a:gd name="connsiteX12" fmla="*/ 2167646 w 2412108"/>
              <a:gd name="connsiteY12" fmla="*/ 817033 h 1634835"/>
              <a:gd name="connsiteX13" fmla="*/ 2167646 w 2412108"/>
              <a:gd name="connsiteY13" fmla="*/ 893233 h 1634835"/>
              <a:gd name="connsiteX14" fmla="*/ 2214213 w 2412108"/>
              <a:gd name="connsiteY14" fmla="*/ 982133 h 1634835"/>
              <a:gd name="connsiteX15" fmla="*/ 2307346 w 2412108"/>
              <a:gd name="connsiteY15" fmla="*/ 965200 h 1634835"/>
              <a:gd name="connsiteX16" fmla="*/ 2392013 w 2412108"/>
              <a:gd name="connsiteY16" fmla="*/ 918633 h 1634835"/>
              <a:gd name="connsiteX17" fmla="*/ 2387779 w 2412108"/>
              <a:gd name="connsiteY17" fmla="*/ 1083733 h 1634835"/>
              <a:gd name="connsiteX18" fmla="*/ 2328513 w 2412108"/>
              <a:gd name="connsiteY18" fmla="*/ 1299633 h 1634835"/>
              <a:gd name="connsiteX19" fmla="*/ 2243846 w 2412108"/>
              <a:gd name="connsiteY19" fmla="*/ 1566333 h 1634835"/>
              <a:gd name="connsiteX20" fmla="*/ 2188813 w 2412108"/>
              <a:gd name="connsiteY20" fmla="*/ 1617133 h 1634835"/>
              <a:gd name="connsiteX21" fmla="*/ 2019479 w 2412108"/>
              <a:gd name="connsiteY21" fmla="*/ 1583266 h 1634835"/>
              <a:gd name="connsiteX22" fmla="*/ 1536879 w 2412108"/>
              <a:gd name="connsiteY22" fmla="*/ 1595966 h 1634835"/>
              <a:gd name="connsiteX23" fmla="*/ 1354846 w 2412108"/>
              <a:gd name="connsiteY23" fmla="*/ 1600200 h 1634835"/>
              <a:gd name="connsiteX24" fmla="*/ 1426813 w 2412108"/>
              <a:gd name="connsiteY24" fmla="*/ 1511300 h 1634835"/>
              <a:gd name="connsiteX25" fmla="*/ 1418346 w 2412108"/>
              <a:gd name="connsiteY25" fmla="*/ 1397000 h 1634835"/>
              <a:gd name="connsiteX26" fmla="*/ 1215146 w 2412108"/>
              <a:gd name="connsiteY26" fmla="*/ 1354666 h 1634835"/>
              <a:gd name="connsiteX27" fmla="*/ 978079 w 2412108"/>
              <a:gd name="connsiteY27" fmla="*/ 1367366 h 1634835"/>
              <a:gd name="connsiteX28" fmla="*/ 897646 w 2412108"/>
              <a:gd name="connsiteY28" fmla="*/ 1439333 h 1634835"/>
              <a:gd name="connsiteX29" fmla="*/ 956913 w 2412108"/>
              <a:gd name="connsiteY29" fmla="*/ 1617133 h 1634835"/>
              <a:gd name="connsiteX30" fmla="*/ 605546 w 2412108"/>
              <a:gd name="connsiteY30" fmla="*/ 1625599 h 1634835"/>
              <a:gd name="connsiteX31" fmla="*/ 326146 w 2412108"/>
              <a:gd name="connsiteY31" fmla="*/ 1591733 h 1634835"/>
              <a:gd name="connsiteX32" fmla="*/ 122946 w 2412108"/>
              <a:gd name="connsiteY32" fmla="*/ 1540933 h 1634835"/>
              <a:gd name="connsiteX33" fmla="*/ 161046 w 2412108"/>
              <a:gd name="connsiteY33" fmla="*/ 1439333 h 1634835"/>
              <a:gd name="connsiteX34" fmla="*/ 233013 w 2412108"/>
              <a:gd name="connsiteY34" fmla="*/ 1176866 h 1634835"/>
              <a:gd name="connsiteX35" fmla="*/ 249946 w 2412108"/>
              <a:gd name="connsiteY35" fmla="*/ 897466 h 1634835"/>
              <a:gd name="connsiteX36" fmla="*/ 237246 w 2412108"/>
              <a:gd name="connsiteY36" fmla="*/ 774700 h 1634835"/>
              <a:gd name="connsiteX37" fmla="*/ 161046 w 2412108"/>
              <a:gd name="connsiteY37" fmla="*/ 846666 h 1634835"/>
              <a:gd name="connsiteX38" fmla="*/ 25579 w 2412108"/>
              <a:gd name="connsiteY38" fmla="*/ 833966 h 1634835"/>
              <a:gd name="connsiteX39" fmla="*/ 4413 w 2412108"/>
              <a:gd name="connsiteY39" fmla="*/ 664633 h 1634835"/>
              <a:gd name="connsiteX40" fmla="*/ 80613 w 2412108"/>
              <a:gd name="connsiteY40" fmla="*/ 579966 h 1634835"/>
              <a:gd name="connsiteX41" fmla="*/ 203379 w 2412108"/>
              <a:gd name="connsiteY41" fmla="*/ 635000 h 1634835"/>
              <a:gd name="connsiteX42" fmla="*/ 228779 w 2412108"/>
              <a:gd name="connsiteY42" fmla="*/ 626533 h 1634835"/>
              <a:gd name="connsiteX43" fmla="*/ 241479 w 2412108"/>
              <a:gd name="connsiteY43" fmla="*/ 436033 h 1634835"/>
              <a:gd name="connsiteX44" fmla="*/ 220313 w 2412108"/>
              <a:gd name="connsiteY44" fmla="*/ 254000 h 1634835"/>
              <a:gd name="connsiteX45" fmla="*/ 156813 w 2412108"/>
              <a:gd name="connsiteY45" fmla="*/ 118533 h 1634835"/>
              <a:gd name="connsiteX46" fmla="*/ 118713 w 2412108"/>
              <a:gd name="connsiteY46" fmla="*/ 0 h 1634835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418346 w 2412108"/>
              <a:gd name="connsiteY25" fmla="*/ 1397000 h 1633099"/>
              <a:gd name="connsiteX26" fmla="*/ 1215146 w 2412108"/>
              <a:gd name="connsiteY26" fmla="*/ 1354666 h 1633099"/>
              <a:gd name="connsiteX27" fmla="*/ 978079 w 2412108"/>
              <a:gd name="connsiteY27" fmla="*/ 1367366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5146 w 2412108"/>
              <a:gd name="connsiteY26" fmla="*/ 1354666 h 1633099"/>
              <a:gd name="connsiteX27" fmla="*/ 978079 w 2412108"/>
              <a:gd name="connsiteY27" fmla="*/ 1367366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5146 w 2412108"/>
              <a:gd name="connsiteY26" fmla="*/ 1354666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295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77713 w 2412108"/>
              <a:gd name="connsiteY19" fmla="*/ 1481666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77713 w 2412108"/>
              <a:gd name="connsiteY19" fmla="*/ 1481666 h 1633099"/>
              <a:gd name="connsiteX20" fmla="*/ 2205746 w 2412108"/>
              <a:gd name="connsiteY20" fmla="*/ 1562100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205746 w 2412108"/>
              <a:gd name="connsiteY20" fmla="*/ 1562100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205746 w 2412108"/>
              <a:gd name="connsiteY20" fmla="*/ 1562100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09816 w 2403211"/>
              <a:gd name="connsiteY0" fmla="*/ 0 h 1633099"/>
              <a:gd name="connsiteX1" fmla="*/ 1252816 w 2403211"/>
              <a:gd name="connsiteY1" fmla="*/ 16933 h 1633099"/>
              <a:gd name="connsiteX2" fmla="*/ 1892049 w 2403211"/>
              <a:gd name="connsiteY2" fmla="*/ 16933 h 1633099"/>
              <a:gd name="connsiteX3" fmla="*/ 2213782 w 2403211"/>
              <a:gd name="connsiteY3" fmla="*/ 16933 h 1633099"/>
              <a:gd name="connsiteX4" fmla="*/ 2311149 w 2403211"/>
              <a:gd name="connsiteY4" fmla="*/ 59266 h 1633099"/>
              <a:gd name="connsiteX5" fmla="*/ 2361949 w 2403211"/>
              <a:gd name="connsiteY5" fmla="*/ 220133 h 1633099"/>
              <a:gd name="connsiteX6" fmla="*/ 2400049 w 2403211"/>
              <a:gd name="connsiteY6" fmla="*/ 474133 h 1633099"/>
              <a:gd name="connsiteX7" fmla="*/ 2400049 w 2403211"/>
              <a:gd name="connsiteY7" fmla="*/ 626533 h 1633099"/>
              <a:gd name="connsiteX8" fmla="*/ 2391582 w 2403211"/>
              <a:gd name="connsiteY8" fmla="*/ 719666 h 1633099"/>
              <a:gd name="connsiteX9" fmla="*/ 2298449 w 2403211"/>
              <a:gd name="connsiteY9" fmla="*/ 685800 h 1633099"/>
              <a:gd name="connsiteX10" fmla="*/ 2230716 w 2403211"/>
              <a:gd name="connsiteY10" fmla="*/ 660400 h 1633099"/>
              <a:gd name="connsiteX11" fmla="*/ 2162982 w 2403211"/>
              <a:gd name="connsiteY11" fmla="*/ 690032 h 1633099"/>
              <a:gd name="connsiteX12" fmla="*/ 2120649 w 2403211"/>
              <a:gd name="connsiteY12" fmla="*/ 817033 h 1633099"/>
              <a:gd name="connsiteX13" fmla="*/ 2146049 w 2403211"/>
              <a:gd name="connsiteY13" fmla="*/ 915458 h 1633099"/>
              <a:gd name="connsiteX14" fmla="*/ 2205316 w 2403211"/>
              <a:gd name="connsiteY14" fmla="*/ 982133 h 1633099"/>
              <a:gd name="connsiteX15" fmla="*/ 2298449 w 2403211"/>
              <a:gd name="connsiteY15" fmla="*/ 965200 h 1633099"/>
              <a:gd name="connsiteX16" fmla="*/ 2383116 w 2403211"/>
              <a:gd name="connsiteY16" fmla="*/ 918633 h 1633099"/>
              <a:gd name="connsiteX17" fmla="*/ 2378882 w 2403211"/>
              <a:gd name="connsiteY17" fmla="*/ 1083733 h 1633099"/>
              <a:gd name="connsiteX18" fmla="*/ 2319616 w 2403211"/>
              <a:gd name="connsiteY18" fmla="*/ 1299633 h 1633099"/>
              <a:gd name="connsiteX19" fmla="*/ 2285750 w 2403211"/>
              <a:gd name="connsiteY19" fmla="*/ 1447800 h 1633099"/>
              <a:gd name="connsiteX20" fmla="*/ 2184149 w 2403211"/>
              <a:gd name="connsiteY20" fmla="*/ 1502833 h 1633099"/>
              <a:gd name="connsiteX21" fmla="*/ 1930148 w 2403211"/>
              <a:gd name="connsiteY21" fmla="*/ 1566332 h 1633099"/>
              <a:gd name="connsiteX22" fmla="*/ 1553382 w 2403211"/>
              <a:gd name="connsiteY22" fmla="*/ 1608666 h 1633099"/>
              <a:gd name="connsiteX23" fmla="*/ 1345949 w 2403211"/>
              <a:gd name="connsiteY23" fmla="*/ 1600200 h 1633099"/>
              <a:gd name="connsiteX24" fmla="*/ 1371349 w 2403211"/>
              <a:gd name="connsiteY24" fmla="*/ 1511300 h 1633099"/>
              <a:gd name="connsiteX25" fmla="*/ 1367116 w 2403211"/>
              <a:gd name="connsiteY25" fmla="*/ 1439333 h 1633099"/>
              <a:gd name="connsiteX26" fmla="*/ 1227415 w 2403211"/>
              <a:gd name="connsiteY26" fmla="*/ 1396999 h 1633099"/>
              <a:gd name="connsiteX27" fmla="*/ 1019983 w 2403211"/>
              <a:gd name="connsiteY27" fmla="*/ 1405465 h 1633099"/>
              <a:gd name="connsiteX28" fmla="*/ 926849 w 2403211"/>
              <a:gd name="connsiteY28" fmla="*/ 1464733 h 1633099"/>
              <a:gd name="connsiteX29" fmla="*/ 948016 w 2403211"/>
              <a:gd name="connsiteY29" fmla="*/ 1617133 h 1633099"/>
              <a:gd name="connsiteX30" fmla="*/ 596649 w 2403211"/>
              <a:gd name="connsiteY30" fmla="*/ 1625599 h 1633099"/>
              <a:gd name="connsiteX31" fmla="*/ 317249 w 2403211"/>
              <a:gd name="connsiteY31" fmla="*/ 1591733 h 1633099"/>
              <a:gd name="connsiteX32" fmla="*/ 114049 w 2403211"/>
              <a:gd name="connsiteY32" fmla="*/ 1540933 h 1633099"/>
              <a:gd name="connsiteX33" fmla="*/ 152149 w 2403211"/>
              <a:gd name="connsiteY33" fmla="*/ 1439333 h 1633099"/>
              <a:gd name="connsiteX34" fmla="*/ 224116 w 2403211"/>
              <a:gd name="connsiteY34" fmla="*/ 1176866 h 1633099"/>
              <a:gd name="connsiteX35" fmla="*/ 241049 w 2403211"/>
              <a:gd name="connsiteY35" fmla="*/ 897466 h 1633099"/>
              <a:gd name="connsiteX36" fmla="*/ 225174 w 2403211"/>
              <a:gd name="connsiteY36" fmla="*/ 784225 h 1633099"/>
              <a:gd name="connsiteX37" fmla="*/ 152149 w 2403211"/>
              <a:gd name="connsiteY37" fmla="*/ 846666 h 1633099"/>
              <a:gd name="connsiteX38" fmla="*/ 16682 w 2403211"/>
              <a:gd name="connsiteY38" fmla="*/ 833966 h 1633099"/>
              <a:gd name="connsiteX39" fmla="*/ 8216 w 2403211"/>
              <a:gd name="connsiteY39" fmla="*/ 666750 h 1633099"/>
              <a:gd name="connsiteX40" fmla="*/ 71716 w 2403211"/>
              <a:gd name="connsiteY40" fmla="*/ 579966 h 1633099"/>
              <a:gd name="connsiteX41" fmla="*/ 194482 w 2403211"/>
              <a:gd name="connsiteY41" fmla="*/ 635000 h 1633099"/>
              <a:gd name="connsiteX42" fmla="*/ 219882 w 2403211"/>
              <a:gd name="connsiteY42" fmla="*/ 626533 h 1633099"/>
              <a:gd name="connsiteX43" fmla="*/ 232582 w 2403211"/>
              <a:gd name="connsiteY43" fmla="*/ 436033 h 1633099"/>
              <a:gd name="connsiteX44" fmla="*/ 211416 w 2403211"/>
              <a:gd name="connsiteY44" fmla="*/ 254000 h 1633099"/>
              <a:gd name="connsiteX45" fmla="*/ 147916 w 2403211"/>
              <a:gd name="connsiteY45" fmla="*/ 118533 h 1633099"/>
              <a:gd name="connsiteX46" fmla="*/ 109816 w 2403211"/>
              <a:gd name="connsiteY46" fmla="*/ 0 h 1633099"/>
              <a:gd name="connsiteX0" fmla="*/ 110227 w 2403622"/>
              <a:gd name="connsiteY0" fmla="*/ 0 h 1633099"/>
              <a:gd name="connsiteX1" fmla="*/ 1253227 w 2403622"/>
              <a:gd name="connsiteY1" fmla="*/ 16933 h 1633099"/>
              <a:gd name="connsiteX2" fmla="*/ 1892460 w 2403622"/>
              <a:gd name="connsiteY2" fmla="*/ 16933 h 1633099"/>
              <a:gd name="connsiteX3" fmla="*/ 2214193 w 2403622"/>
              <a:gd name="connsiteY3" fmla="*/ 16933 h 1633099"/>
              <a:gd name="connsiteX4" fmla="*/ 2311560 w 2403622"/>
              <a:gd name="connsiteY4" fmla="*/ 59266 h 1633099"/>
              <a:gd name="connsiteX5" fmla="*/ 2362360 w 2403622"/>
              <a:gd name="connsiteY5" fmla="*/ 220133 h 1633099"/>
              <a:gd name="connsiteX6" fmla="*/ 2400460 w 2403622"/>
              <a:gd name="connsiteY6" fmla="*/ 474133 h 1633099"/>
              <a:gd name="connsiteX7" fmla="*/ 2400460 w 2403622"/>
              <a:gd name="connsiteY7" fmla="*/ 626533 h 1633099"/>
              <a:gd name="connsiteX8" fmla="*/ 2391993 w 2403622"/>
              <a:gd name="connsiteY8" fmla="*/ 719666 h 1633099"/>
              <a:gd name="connsiteX9" fmla="*/ 2298860 w 2403622"/>
              <a:gd name="connsiteY9" fmla="*/ 685800 h 1633099"/>
              <a:gd name="connsiteX10" fmla="*/ 2231127 w 2403622"/>
              <a:gd name="connsiteY10" fmla="*/ 660400 h 1633099"/>
              <a:gd name="connsiteX11" fmla="*/ 2163393 w 2403622"/>
              <a:gd name="connsiteY11" fmla="*/ 690032 h 1633099"/>
              <a:gd name="connsiteX12" fmla="*/ 2121060 w 2403622"/>
              <a:gd name="connsiteY12" fmla="*/ 817033 h 1633099"/>
              <a:gd name="connsiteX13" fmla="*/ 2146460 w 2403622"/>
              <a:gd name="connsiteY13" fmla="*/ 915458 h 1633099"/>
              <a:gd name="connsiteX14" fmla="*/ 2205727 w 2403622"/>
              <a:gd name="connsiteY14" fmla="*/ 982133 h 1633099"/>
              <a:gd name="connsiteX15" fmla="*/ 2298860 w 2403622"/>
              <a:gd name="connsiteY15" fmla="*/ 965200 h 1633099"/>
              <a:gd name="connsiteX16" fmla="*/ 2383527 w 2403622"/>
              <a:gd name="connsiteY16" fmla="*/ 918633 h 1633099"/>
              <a:gd name="connsiteX17" fmla="*/ 2379293 w 2403622"/>
              <a:gd name="connsiteY17" fmla="*/ 1083733 h 1633099"/>
              <a:gd name="connsiteX18" fmla="*/ 2320027 w 2403622"/>
              <a:gd name="connsiteY18" fmla="*/ 1299633 h 1633099"/>
              <a:gd name="connsiteX19" fmla="*/ 2286161 w 2403622"/>
              <a:gd name="connsiteY19" fmla="*/ 1447800 h 1633099"/>
              <a:gd name="connsiteX20" fmla="*/ 2184560 w 2403622"/>
              <a:gd name="connsiteY20" fmla="*/ 1502833 h 1633099"/>
              <a:gd name="connsiteX21" fmla="*/ 1930559 w 2403622"/>
              <a:gd name="connsiteY21" fmla="*/ 1566332 h 1633099"/>
              <a:gd name="connsiteX22" fmla="*/ 1553793 w 2403622"/>
              <a:gd name="connsiteY22" fmla="*/ 1608666 h 1633099"/>
              <a:gd name="connsiteX23" fmla="*/ 1346360 w 2403622"/>
              <a:gd name="connsiteY23" fmla="*/ 1600200 h 1633099"/>
              <a:gd name="connsiteX24" fmla="*/ 1371760 w 2403622"/>
              <a:gd name="connsiteY24" fmla="*/ 1511300 h 1633099"/>
              <a:gd name="connsiteX25" fmla="*/ 1367527 w 2403622"/>
              <a:gd name="connsiteY25" fmla="*/ 1439333 h 1633099"/>
              <a:gd name="connsiteX26" fmla="*/ 1227826 w 2403622"/>
              <a:gd name="connsiteY26" fmla="*/ 1396999 h 1633099"/>
              <a:gd name="connsiteX27" fmla="*/ 1020394 w 2403622"/>
              <a:gd name="connsiteY27" fmla="*/ 1405465 h 1633099"/>
              <a:gd name="connsiteX28" fmla="*/ 927260 w 2403622"/>
              <a:gd name="connsiteY28" fmla="*/ 1464733 h 1633099"/>
              <a:gd name="connsiteX29" fmla="*/ 948427 w 2403622"/>
              <a:gd name="connsiteY29" fmla="*/ 1617133 h 1633099"/>
              <a:gd name="connsiteX30" fmla="*/ 597060 w 2403622"/>
              <a:gd name="connsiteY30" fmla="*/ 1625599 h 1633099"/>
              <a:gd name="connsiteX31" fmla="*/ 317660 w 2403622"/>
              <a:gd name="connsiteY31" fmla="*/ 1591733 h 1633099"/>
              <a:gd name="connsiteX32" fmla="*/ 114460 w 2403622"/>
              <a:gd name="connsiteY32" fmla="*/ 1540933 h 1633099"/>
              <a:gd name="connsiteX33" fmla="*/ 152560 w 2403622"/>
              <a:gd name="connsiteY33" fmla="*/ 1439333 h 1633099"/>
              <a:gd name="connsiteX34" fmla="*/ 224527 w 2403622"/>
              <a:gd name="connsiteY34" fmla="*/ 1176866 h 1633099"/>
              <a:gd name="connsiteX35" fmla="*/ 241460 w 2403622"/>
              <a:gd name="connsiteY35" fmla="*/ 897466 h 1633099"/>
              <a:gd name="connsiteX36" fmla="*/ 225585 w 2403622"/>
              <a:gd name="connsiteY36" fmla="*/ 784225 h 1633099"/>
              <a:gd name="connsiteX37" fmla="*/ 152560 w 2403622"/>
              <a:gd name="connsiteY37" fmla="*/ 846666 h 1633099"/>
              <a:gd name="connsiteX38" fmla="*/ 17093 w 2403622"/>
              <a:gd name="connsiteY38" fmla="*/ 833966 h 1633099"/>
              <a:gd name="connsiteX39" fmla="*/ 8627 w 2403622"/>
              <a:gd name="connsiteY39" fmla="*/ 666750 h 1633099"/>
              <a:gd name="connsiteX40" fmla="*/ 78477 w 2403622"/>
              <a:gd name="connsiteY40" fmla="*/ 579966 h 1633099"/>
              <a:gd name="connsiteX41" fmla="*/ 194893 w 2403622"/>
              <a:gd name="connsiteY41" fmla="*/ 635000 h 1633099"/>
              <a:gd name="connsiteX42" fmla="*/ 220293 w 2403622"/>
              <a:gd name="connsiteY42" fmla="*/ 626533 h 1633099"/>
              <a:gd name="connsiteX43" fmla="*/ 232993 w 2403622"/>
              <a:gd name="connsiteY43" fmla="*/ 436033 h 1633099"/>
              <a:gd name="connsiteX44" fmla="*/ 211827 w 2403622"/>
              <a:gd name="connsiteY44" fmla="*/ 254000 h 1633099"/>
              <a:gd name="connsiteX45" fmla="*/ 148327 w 2403622"/>
              <a:gd name="connsiteY45" fmla="*/ 118533 h 1633099"/>
              <a:gd name="connsiteX46" fmla="*/ 110227 w 2403622"/>
              <a:gd name="connsiteY46" fmla="*/ 0 h 1633099"/>
              <a:gd name="connsiteX0" fmla="*/ 110925 w 2404320"/>
              <a:gd name="connsiteY0" fmla="*/ 0 h 1633099"/>
              <a:gd name="connsiteX1" fmla="*/ 1253925 w 2404320"/>
              <a:gd name="connsiteY1" fmla="*/ 16933 h 1633099"/>
              <a:gd name="connsiteX2" fmla="*/ 1893158 w 2404320"/>
              <a:gd name="connsiteY2" fmla="*/ 16933 h 1633099"/>
              <a:gd name="connsiteX3" fmla="*/ 2214891 w 2404320"/>
              <a:gd name="connsiteY3" fmla="*/ 16933 h 1633099"/>
              <a:gd name="connsiteX4" fmla="*/ 2312258 w 2404320"/>
              <a:gd name="connsiteY4" fmla="*/ 59266 h 1633099"/>
              <a:gd name="connsiteX5" fmla="*/ 2363058 w 2404320"/>
              <a:gd name="connsiteY5" fmla="*/ 220133 h 1633099"/>
              <a:gd name="connsiteX6" fmla="*/ 2401158 w 2404320"/>
              <a:gd name="connsiteY6" fmla="*/ 474133 h 1633099"/>
              <a:gd name="connsiteX7" fmla="*/ 2401158 w 2404320"/>
              <a:gd name="connsiteY7" fmla="*/ 626533 h 1633099"/>
              <a:gd name="connsiteX8" fmla="*/ 2392691 w 2404320"/>
              <a:gd name="connsiteY8" fmla="*/ 719666 h 1633099"/>
              <a:gd name="connsiteX9" fmla="*/ 2299558 w 2404320"/>
              <a:gd name="connsiteY9" fmla="*/ 685800 h 1633099"/>
              <a:gd name="connsiteX10" fmla="*/ 2231825 w 2404320"/>
              <a:gd name="connsiteY10" fmla="*/ 660400 h 1633099"/>
              <a:gd name="connsiteX11" fmla="*/ 2164091 w 2404320"/>
              <a:gd name="connsiteY11" fmla="*/ 690032 h 1633099"/>
              <a:gd name="connsiteX12" fmla="*/ 2121758 w 2404320"/>
              <a:gd name="connsiteY12" fmla="*/ 817033 h 1633099"/>
              <a:gd name="connsiteX13" fmla="*/ 2147158 w 2404320"/>
              <a:gd name="connsiteY13" fmla="*/ 915458 h 1633099"/>
              <a:gd name="connsiteX14" fmla="*/ 2206425 w 2404320"/>
              <a:gd name="connsiteY14" fmla="*/ 982133 h 1633099"/>
              <a:gd name="connsiteX15" fmla="*/ 2299558 w 2404320"/>
              <a:gd name="connsiteY15" fmla="*/ 965200 h 1633099"/>
              <a:gd name="connsiteX16" fmla="*/ 2384225 w 2404320"/>
              <a:gd name="connsiteY16" fmla="*/ 918633 h 1633099"/>
              <a:gd name="connsiteX17" fmla="*/ 2379991 w 2404320"/>
              <a:gd name="connsiteY17" fmla="*/ 1083733 h 1633099"/>
              <a:gd name="connsiteX18" fmla="*/ 2320725 w 2404320"/>
              <a:gd name="connsiteY18" fmla="*/ 1299633 h 1633099"/>
              <a:gd name="connsiteX19" fmla="*/ 2286859 w 2404320"/>
              <a:gd name="connsiteY19" fmla="*/ 1447800 h 1633099"/>
              <a:gd name="connsiteX20" fmla="*/ 2185258 w 2404320"/>
              <a:gd name="connsiteY20" fmla="*/ 1502833 h 1633099"/>
              <a:gd name="connsiteX21" fmla="*/ 1931257 w 2404320"/>
              <a:gd name="connsiteY21" fmla="*/ 1566332 h 1633099"/>
              <a:gd name="connsiteX22" fmla="*/ 1554491 w 2404320"/>
              <a:gd name="connsiteY22" fmla="*/ 1608666 h 1633099"/>
              <a:gd name="connsiteX23" fmla="*/ 1347058 w 2404320"/>
              <a:gd name="connsiteY23" fmla="*/ 1600200 h 1633099"/>
              <a:gd name="connsiteX24" fmla="*/ 1372458 w 2404320"/>
              <a:gd name="connsiteY24" fmla="*/ 1511300 h 1633099"/>
              <a:gd name="connsiteX25" fmla="*/ 1368225 w 2404320"/>
              <a:gd name="connsiteY25" fmla="*/ 1439333 h 1633099"/>
              <a:gd name="connsiteX26" fmla="*/ 1228524 w 2404320"/>
              <a:gd name="connsiteY26" fmla="*/ 1396999 h 1633099"/>
              <a:gd name="connsiteX27" fmla="*/ 1021092 w 2404320"/>
              <a:gd name="connsiteY27" fmla="*/ 1405465 h 1633099"/>
              <a:gd name="connsiteX28" fmla="*/ 927958 w 2404320"/>
              <a:gd name="connsiteY28" fmla="*/ 1464733 h 1633099"/>
              <a:gd name="connsiteX29" fmla="*/ 949125 w 2404320"/>
              <a:gd name="connsiteY29" fmla="*/ 1617133 h 1633099"/>
              <a:gd name="connsiteX30" fmla="*/ 597758 w 2404320"/>
              <a:gd name="connsiteY30" fmla="*/ 1625599 h 1633099"/>
              <a:gd name="connsiteX31" fmla="*/ 318358 w 2404320"/>
              <a:gd name="connsiteY31" fmla="*/ 1591733 h 1633099"/>
              <a:gd name="connsiteX32" fmla="*/ 115158 w 2404320"/>
              <a:gd name="connsiteY32" fmla="*/ 1540933 h 1633099"/>
              <a:gd name="connsiteX33" fmla="*/ 153258 w 2404320"/>
              <a:gd name="connsiteY33" fmla="*/ 1439333 h 1633099"/>
              <a:gd name="connsiteX34" fmla="*/ 225225 w 2404320"/>
              <a:gd name="connsiteY34" fmla="*/ 1176866 h 1633099"/>
              <a:gd name="connsiteX35" fmla="*/ 242158 w 2404320"/>
              <a:gd name="connsiteY35" fmla="*/ 897466 h 1633099"/>
              <a:gd name="connsiteX36" fmla="*/ 226283 w 2404320"/>
              <a:gd name="connsiteY36" fmla="*/ 784225 h 1633099"/>
              <a:gd name="connsiteX37" fmla="*/ 153258 w 2404320"/>
              <a:gd name="connsiteY37" fmla="*/ 846666 h 1633099"/>
              <a:gd name="connsiteX38" fmla="*/ 17791 w 2404320"/>
              <a:gd name="connsiteY38" fmla="*/ 833966 h 1633099"/>
              <a:gd name="connsiteX39" fmla="*/ 9325 w 2404320"/>
              <a:gd name="connsiteY39" fmla="*/ 666750 h 1633099"/>
              <a:gd name="connsiteX40" fmla="*/ 89758 w 2404320"/>
              <a:gd name="connsiteY40" fmla="*/ 582082 h 1633099"/>
              <a:gd name="connsiteX41" fmla="*/ 195591 w 2404320"/>
              <a:gd name="connsiteY41" fmla="*/ 635000 h 1633099"/>
              <a:gd name="connsiteX42" fmla="*/ 220991 w 2404320"/>
              <a:gd name="connsiteY42" fmla="*/ 626533 h 1633099"/>
              <a:gd name="connsiteX43" fmla="*/ 233691 w 2404320"/>
              <a:gd name="connsiteY43" fmla="*/ 436033 h 1633099"/>
              <a:gd name="connsiteX44" fmla="*/ 212525 w 2404320"/>
              <a:gd name="connsiteY44" fmla="*/ 254000 h 1633099"/>
              <a:gd name="connsiteX45" fmla="*/ 149025 w 2404320"/>
              <a:gd name="connsiteY45" fmla="*/ 118533 h 1633099"/>
              <a:gd name="connsiteX46" fmla="*/ 110925 w 2404320"/>
              <a:gd name="connsiteY46" fmla="*/ 0 h 1633099"/>
              <a:gd name="connsiteX0" fmla="*/ 105922 w 2399317"/>
              <a:gd name="connsiteY0" fmla="*/ 0 h 1633099"/>
              <a:gd name="connsiteX1" fmla="*/ 1248922 w 2399317"/>
              <a:gd name="connsiteY1" fmla="*/ 16933 h 1633099"/>
              <a:gd name="connsiteX2" fmla="*/ 1888155 w 2399317"/>
              <a:gd name="connsiteY2" fmla="*/ 16933 h 1633099"/>
              <a:gd name="connsiteX3" fmla="*/ 2209888 w 2399317"/>
              <a:gd name="connsiteY3" fmla="*/ 16933 h 1633099"/>
              <a:gd name="connsiteX4" fmla="*/ 2307255 w 2399317"/>
              <a:gd name="connsiteY4" fmla="*/ 59266 h 1633099"/>
              <a:gd name="connsiteX5" fmla="*/ 2358055 w 2399317"/>
              <a:gd name="connsiteY5" fmla="*/ 220133 h 1633099"/>
              <a:gd name="connsiteX6" fmla="*/ 2396155 w 2399317"/>
              <a:gd name="connsiteY6" fmla="*/ 474133 h 1633099"/>
              <a:gd name="connsiteX7" fmla="*/ 2396155 w 2399317"/>
              <a:gd name="connsiteY7" fmla="*/ 626533 h 1633099"/>
              <a:gd name="connsiteX8" fmla="*/ 2387688 w 2399317"/>
              <a:gd name="connsiteY8" fmla="*/ 719666 h 1633099"/>
              <a:gd name="connsiteX9" fmla="*/ 2294555 w 2399317"/>
              <a:gd name="connsiteY9" fmla="*/ 685800 h 1633099"/>
              <a:gd name="connsiteX10" fmla="*/ 2226822 w 2399317"/>
              <a:gd name="connsiteY10" fmla="*/ 660400 h 1633099"/>
              <a:gd name="connsiteX11" fmla="*/ 2159088 w 2399317"/>
              <a:gd name="connsiteY11" fmla="*/ 690032 h 1633099"/>
              <a:gd name="connsiteX12" fmla="*/ 2116755 w 2399317"/>
              <a:gd name="connsiteY12" fmla="*/ 817033 h 1633099"/>
              <a:gd name="connsiteX13" fmla="*/ 2142155 w 2399317"/>
              <a:gd name="connsiteY13" fmla="*/ 915458 h 1633099"/>
              <a:gd name="connsiteX14" fmla="*/ 2201422 w 2399317"/>
              <a:gd name="connsiteY14" fmla="*/ 982133 h 1633099"/>
              <a:gd name="connsiteX15" fmla="*/ 2294555 w 2399317"/>
              <a:gd name="connsiteY15" fmla="*/ 965200 h 1633099"/>
              <a:gd name="connsiteX16" fmla="*/ 2379222 w 2399317"/>
              <a:gd name="connsiteY16" fmla="*/ 918633 h 1633099"/>
              <a:gd name="connsiteX17" fmla="*/ 2374988 w 2399317"/>
              <a:gd name="connsiteY17" fmla="*/ 1083733 h 1633099"/>
              <a:gd name="connsiteX18" fmla="*/ 2315722 w 2399317"/>
              <a:gd name="connsiteY18" fmla="*/ 1299633 h 1633099"/>
              <a:gd name="connsiteX19" fmla="*/ 2281856 w 2399317"/>
              <a:gd name="connsiteY19" fmla="*/ 1447800 h 1633099"/>
              <a:gd name="connsiteX20" fmla="*/ 2180255 w 2399317"/>
              <a:gd name="connsiteY20" fmla="*/ 1502833 h 1633099"/>
              <a:gd name="connsiteX21" fmla="*/ 1926254 w 2399317"/>
              <a:gd name="connsiteY21" fmla="*/ 1566332 h 1633099"/>
              <a:gd name="connsiteX22" fmla="*/ 1549488 w 2399317"/>
              <a:gd name="connsiteY22" fmla="*/ 1608666 h 1633099"/>
              <a:gd name="connsiteX23" fmla="*/ 1342055 w 2399317"/>
              <a:gd name="connsiteY23" fmla="*/ 1600200 h 1633099"/>
              <a:gd name="connsiteX24" fmla="*/ 1367455 w 2399317"/>
              <a:gd name="connsiteY24" fmla="*/ 1511300 h 1633099"/>
              <a:gd name="connsiteX25" fmla="*/ 1363222 w 2399317"/>
              <a:gd name="connsiteY25" fmla="*/ 1439333 h 1633099"/>
              <a:gd name="connsiteX26" fmla="*/ 1223521 w 2399317"/>
              <a:gd name="connsiteY26" fmla="*/ 1396999 h 1633099"/>
              <a:gd name="connsiteX27" fmla="*/ 1016089 w 2399317"/>
              <a:gd name="connsiteY27" fmla="*/ 1405465 h 1633099"/>
              <a:gd name="connsiteX28" fmla="*/ 922955 w 2399317"/>
              <a:gd name="connsiteY28" fmla="*/ 1464733 h 1633099"/>
              <a:gd name="connsiteX29" fmla="*/ 944122 w 2399317"/>
              <a:gd name="connsiteY29" fmla="*/ 1617133 h 1633099"/>
              <a:gd name="connsiteX30" fmla="*/ 592755 w 2399317"/>
              <a:gd name="connsiteY30" fmla="*/ 1625599 h 1633099"/>
              <a:gd name="connsiteX31" fmla="*/ 313355 w 2399317"/>
              <a:gd name="connsiteY31" fmla="*/ 1591733 h 1633099"/>
              <a:gd name="connsiteX32" fmla="*/ 110155 w 2399317"/>
              <a:gd name="connsiteY32" fmla="*/ 1540933 h 1633099"/>
              <a:gd name="connsiteX33" fmla="*/ 148255 w 2399317"/>
              <a:gd name="connsiteY33" fmla="*/ 1439333 h 1633099"/>
              <a:gd name="connsiteX34" fmla="*/ 220222 w 2399317"/>
              <a:gd name="connsiteY34" fmla="*/ 1176866 h 1633099"/>
              <a:gd name="connsiteX35" fmla="*/ 237155 w 2399317"/>
              <a:gd name="connsiteY35" fmla="*/ 897466 h 1633099"/>
              <a:gd name="connsiteX36" fmla="*/ 221280 w 2399317"/>
              <a:gd name="connsiteY36" fmla="*/ 784225 h 1633099"/>
              <a:gd name="connsiteX37" fmla="*/ 148255 w 2399317"/>
              <a:gd name="connsiteY37" fmla="*/ 846666 h 1633099"/>
              <a:gd name="connsiteX38" fmla="*/ 25488 w 2399317"/>
              <a:gd name="connsiteY38" fmla="*/ 833966 h 1633099"/>
              <a:gd name="connsiteX39" fmla="*/ 4322 w 2399317"/>
              <a:gd name="connsiteY39" fmla="*/ 666750 h 1633099"/>
              <a:gd name="connsiteX40" fmla="*/ 84755 w 2399317"/>
              <a:gd name="connsiteY40" fmla="*/ 582082 h 1633099"/>
              <a:gd name="connsiteX41" fmla="*/ 190588 w 2399317"/>
              <a:gd name="connsiteY41" fmla="*/ 635000 h 1633099"/>
              <a:gd name="connsiteX42" fmla="*/ 215988 w 2399317"/>
              <a:gd name="connsiteY42" fmla="*/ 626533 h 1633099"/>
              <a:gd name="connsiteX43" fmla="*/ 228688 w 2399317"/>
              <a:gd name="connsiteY43" fmla="*/ 436033 h 1633099"/>
              <a:gd name="connsiteX44" fmla="*/ 207522 w 2399317"/>
              <a:gd name="connsiteY44" fmla="*/ 254000 h 1633099"/>
              <a:gd name="connsiteX45" fmla="*/ 144022 w 2399317"/>
              <a:gd name="connsiteY45" fmla="*/ 118533 h 1633099"/>
              <a:gd name="connsiteX46" fmla="*/ 105922 w 2399317"/>
              <a:gd name="connsiteY46" fmla="*/ 0 h 1633099"/>
              <a:gd name="connsiteX0" fmla="*/ 105618 w 2399013"/>
              <a:gd name="connsiteY0" fmla="*/ 0 h 1633099"/>
              <a:gd name="connsiteX1" fmla="*/ 1248618 w 2399013"/>
              <a:gd name="connsiteY1" fmla="*/ 16933 h 1633099"/>
              <a:gd name="connsiteX2" fmla="*/ 1887851 w 2399013"/>
              <a:gd name="connsiteY2" fmla="*/ 16933 h 1633099"/>
              <a:gd name="connsiteX3" fmla="*/ 2209584 w 2399013"/>
              <a:gd name="connsiteY3" fmla="*/ 16933 h 1633099"/>
              <a:gd name="connsiteX4" fmla="*/ 2306951 w 2399013"/>
              <a:gd name="connsiteY4" fmla="*/ 59266 h 1633099"/>
              <a:gd name="connsiteX5" fmla="*/ 2357751 w 2399013"/>
              <a:gd name="connsiteY5" fmla="*/ 220133 h 1633099"/>
              <a:gd name="connsiteX6" fmla="*/ 2395851 w 2399013"/>
              <a:gd name="connsiteY6" fmla="*/ 474133 h 1633099"/>
              <a:gd name="connsiteX7" fmla="*/ 2395851 w 2399013"/>
              <a:gd name="connsiteY7" fmla="*/ 626533 h 1633099"/>
              <a:gd name="connsiteX8" fmla="*/ 2387384 w 2399013"/>
              <a:gd name="connsiteY8" fmla="*/ 719666 h 1633099"/>
              <a:gd name="connsiteX9" fmla="*/ 2294251 w 2399013"/>
              <a:gd name="connsiteY9" fmla="*/ 685800 h 1633099"/>
              <a:gd name="connsiteX10" fmla="*/ 2226518 w 2399013"/>
              <a:gd name="connsiteY10" fmla="*/ 660400 h 1633099"/>
              <a:gd name="connsiteX11" fmla="*/ 2158784 w 2399013"/>
              <a:gd name="connsiteY11" fmla="*/ 690032 h 1633099"/>
              <a:gd name="connsiteX12" fmla="*/ 2116451 w 2399013"/>
              <a:gd name="connsiteY12" fmla="*/ 817033 h 1633099"/>
              <a:gd name="connsiteX13" fmla="*/ 2141851 w 2399013"/>
              <a:gd name="connsiteY13" fmla="*/ 915458 h 1633099"/>
              <a:gd name="connsiteX14" fmla="*/ 2201118 w 2399013"/>
              <a:gd name="connsiteY14" fmla="*/ 982133 h 1633099"/>
              <a:gd name="connsiteX15" fmla="*/ 2294251 w 2399013"/>
              <a:gd name="connsiteY15" fmla="*/ 965200 h 1633099"/>
              <a:gd name="connsiteX16" fmla="*/ 2378918 w 2399013"/>
              <a:gd name="connsiteY16" fmla="*/ 918633 h 1633099"/>
              <a:gd name="connsiteX17" fmla="*/ 2374684 w 2399013"/>
              <a:gd name="connsiteY17" fmla="*/ 1083733 h 1633099"/>
              <a:gd name="connsiteX18" fmla="*/ 2315418 w 2399013"/>
              <a:gd name="connsiteY18" fmla="*/ 1299633 h 1633099"/>
              <a:gd name="connsiteX19" fmla="*/ 2281552 w 2399013"/>
              <a:gd name="connsiteY19" fmla="*/ 1447800 h 1633099"/>
              <a:gd name="connsiteX20" fmla="*/ 2179951 w 2399013"/>
              <a:gd name="connsiteY20" fmla="*/ 1502833 h 1633099"/>
              <a:gd name="connsiteX21" fmla="*/ 1925950 w 2399013"/>
              <a:gd name="connsiteY21" fmla="*/ 1566332 h 1633099"/>
              <a:gd name="connsiteX22" fmla="*/ 1549184 w 2399013"/>
              <a:gd name="connsiteY22" fmla="*/ 1608666 h 1633099"/>
              <a:gd name="connsiteX23" fmla="*/ 1341751 w 2399013"/>
              <a:gd name="connsiteY23" fmla="*/ 1600200 h 1633099"/>
              <a:gd name="connsiteX24" fmla="*/ 1367151 w 2399013"/>
              <a:gd name="connsiteY24" fmla="*/ 1511300 h 1633099"/>
              <a:gd name="connsiteX25" fmla="*/ 1362918 w 2399013"/>
              <a:gd name="connsiteY25" fmla="*/ 1439333 h 1633099"/>
              <a:gd name="connsiteX26" fmla="*/ 1223217 w 2399013"/>
              <a:gd name="connsiteY26" fmla="*/ 1396999 h 1633099"/>
              <a:gd name="connsiteX27" fmla="*/ 1015785 w 2399013"/>
              <a:gd name="connsiteY27" fmla="*/ 1405465 h 1633099"/>
              <a:gd name="connsiteX28" fmla="*/ 922651 w 2399013"/>
              <a:gd name="connsiteY28" fmla="*/ 1464733 h 1633099"/>
              <a:gd name="connsiteX29" fmla="*/ 943818 w 2399013"/>
              <a:gd name="connsiteY29" fmla="*/ 1617133 h 1633099"/>
              <a:gd name="connsiteX30" fmla="*/ 592451 w 2399013"/>
              <a:gd name="connsiteY30" fmla="*/ 1625599 h 1633099"/>
              <a:gd name="connsiteX31" fmla="*/ 313051 w 2399013"/>
              <a:gd name="connsiteY31" fmla="*/ 1591733 h 1633099"/>
              <a:gd name="connsiteX32" fmla="*/ 109851 w 2399013"/>
              <a:gd name="connsiteY32" fmla="*/ 1540933 h 1633099"/>
              <a:gd name="connsiteX33" fmla="*/ 147951 w 2399013"/>
              <a:gd name="connsiteY33" fmla="*/ 1439333 h 1633099"/>
              <a:gd name="connsiteX34" fmla="*/ 219918 w 2399013"/>
              <a:gd name="connsiteY34" fmla="*/ 1176866 h 1633099"/>
              <a:gd name="connsiteX35" fmla="*/ 236851 w 2399013"/>
              <a:gd name="connsiteY35" fmla="*/ 897466 h 1633099"/>
              <a:gd name="connsiteX36" fmla="*/ 220976 w 2399013"/>
              <a:gd name="connsiteY36" fmla="*/ 784225 h 1633099"/>
              <a:gd name="connsiteX37" fmla="*/ 137368 w 2399013"/>
              <a:gd name="connsiteY37" fmla="*/ 853016 h 1633099"/>
              <a:gd name="connsiteX38" fmla="*/ 25184 w 2399013"/>
              <a:gd name="connsiteY38" fmla="*/ 833966 h 1633099"/>
              <a:gd name="connsiteX39" fmla="*/ 4018 w 2399013"/>
              <a:gd name="connsiteY39" fmla="*/ 666750 h 1633099"/>
              <a:gd name="connsiteX40" fmla="*/ 84451 w 2399013"/>
              <a:gd name="connsiteY40" fmla="*/ 582082 h 1633099"/>
              <a:gd name="connsiteX41" fmla="*/ 190284 w 2399013"/>
              <a:gd name="connsiteY41" fmla="*/ 635000 h 1633099"/>
              <a:gd name="connsiteX42" fmla="*/ 215684 w 2399013"/>
              <a:gd name="connsiteY42" fmla="*/ 626533 h 1633099"/>
              <a:gd name="connsiteX43" fmla="*/ 228384 w 2399013"/>
              <a:gd name="connsiteY43" fmla="*/ 436033 h 1633099"/>
              <a:gd name="connsiteX44" fmla="*/ 207218 w 2399013"/>
              <a:gd name="connsiteY44" fmla="*/ 254000 h 1633099"/>
              <a:gd name="connsiteX45" fmla="*/ 143718 w 2399013"/>
              <a:gd name="connsiteY45" fmla="*/ 118533 h 1633099"/>
              <a:gd name="connsiteX46" fmla="*/ 105618 w 2399013"/>
              <a:gd name="connsiteY46" fmla="*/ 0 h 1633099"/>
              <a:gd name="connsiteX0" fmla="*/ 104261 w 2397656"/>
              <a:gd name="connsiteY0" fmla="*/ 0 h 1633099"/>
              <a:gd name="connsiteX1" fmla="*/ 1247261 w 2397656"/>
              <a:gd name="connsiteY1" fmla="*/ 16933 h 1633099"/>
              <a:gd name="connsiteX2" fmla="*/ 1886494 w 2397656"/>
              <a:gd name="connsiteY2" fmla="*/ 16933 h 1633099"/>
              <a:gd name="connsiteX3" fmla="*/ 2208227 w 2397656"/>
              <a:gd name="connsiteY3" fmla="*/ 16933 h 1633099"/>
              <a:gd name="connsiteX4" fmla="*/ 2305594 w 2397656"/>
              <a:gd name="connsiteY4" fmla="*/ 59266 h 1633099"/>
              <a:gd name="connsiteX5" fmla="*/ 2356394 w 2397656"/>
              <a:gd name="connsiteY5" fmla="*/ 220133 h 1633099"/>
              <a:gd name="connsiteX6" fmla="*/ 2394494 w 2397656"/>
              <a:gd name="connsiteY6" fmla="*/ 474133 h 1633099"/>
              <a:gd name="connsiteX7" fmla="*/ 2394494 w 2397656"/>
              <a:gd name="connsiteY7" fmla="*/ 626533 h 1633099"/>
              <a:gd name="connsiteX8" fmla="*/ 2386027 w 2397656"/>
              <a:gd name="connsiteY8" fmla="*/ 719666 h 1633099"/>
              <a:gd name="connsiteX9" fmla="*/ 2292894 w 2397656"/>
              <a:gd name="connsiteY9" fmla="*/ 685800 h 1633099"/>
              <a:gd name="connsiteX10" fmla="*/ 2225161 w 2397656"/>
              <a:gd name="connsiteY10" fmla="*/ 660400 h 1633099"/>
              <a:gd name="connsiteX11" fmla="*/ 2157427 w 2397656"/>
              <a:gd name="connsiteY11" fmla="*/ 690032 h 1633099"/>
              <a:gd name="connsiteX12" fmla="*/ 2115094 w 2397656"/>
              <a:gd name="connsiteY12" fmla="*/ 817033 h 1633099"/>
              <a:gd name="connsiteX13" fmla="*/ 2140494 w 2397656"/>
              <a:gd name="connsiteY13" fmla="*/ 915458 h 1633099"/>
              <a:gd name="connsiteX14" fmla="*/ 2199761 w 2397656"/>
              <a:gd name="connsiteY14" fmla="*/ 982133 h 1633099"/>
              <a:gd name="connsiteX15" fmla="*/ 2292894 w 2397656"/>
              <a:gd name="connsiteY15" fmla="*/ 965200 h 1633099"/>
              <a:gd name="connsiteX16" fmla="*/ 2377561 w 2397656"/>
              <a:gd name="connsiteY16" fmla="*/ 918633 h 1633099"/>
              <a:gd name="connsiteX17" fmla="*/ 2373327 w 2397656"/>
              <a:gd name="connsiteY17" fmla="*/ 1083733 h 1633099"/>
              <a:gd name="connsiteX18" fmla="*/ 2314061 w 2397656"/>
              <a:gd name="connsiteY18" fmla="*/ 1299633 h 1633099"/>
              <a:gd name="connsiteX19" fmla="*/ 2280195 w 2397656"/>
              <a:gd name="connsiteY19" fmla="*/ 1447800 h 1633099"/>
              <a:gd name="connsiteX20" fmla="*/ 2178594 w 2397656"/>
              <a:gd name="connsiteY20" fmla="*/ 1502833 h 1633099"/>
              <a:gd name="connsiteX21" fmla="*/ 1924593 w 2397656"/>
              <a:gd name="connsiteY21" fmla="*/ 1566332 h 1633099"/>
              <a:gd name="connsiteX22" fmla="*/ 1547827 w 2397656"/>
              <a:gd name="connsiteY22" fmla="*/ 1608666 h 1633099"/>
              <a:gd name="connsiteX23" fmla="*/ 1340394 w 2397656"/>
              <a:gd name="connsiteY23" fmla="*/ 1600200 h 1633099"/>
              <a:gd name="connsiteX24" fmla="*/ 1365794 w 2397656"/>
              <a:gd name="connsiteY24" fmla="*/ 1511300 h 1633099"/>
              <a:gd name="connsiteX25" fmla="*/ 1361561 w 2397656"/>
              <a:gd name="connsiteY25" fmla="*/ 1439333 h 1633099"/>
              <a:gd name="connsiteX26" fmla="*/ 1221860 w 2397656"/>
              <a:gd name="connsiteY26" fmla="*/ 1396999 h 1633099"/>
              <a:gd name="connsiteX27" fmla="*/ 1014428 w 2397656"/>
              <a:gd name="connsiteY27" fmla="*/ 1405465 h 1633099"/>
              <a:gd name="connsiteX28" fmla="*/ 921294 w 2397656"/>
              <a:gd name="connsiteY28" fmla="*/ 1464733 h 1633099"/>
              <a:gd name="connsiteX29" fmla="*/ 942461 w 2397656"/>
              <a:gd name="connsiteY29" fmla="*/ 1617133 h 1633099"/>
              <a:gd name="connsiteX30" fmla="*/ 591094 w 2397656"/>
              <a:gd name="connsiteY30" fmla="*/ 1625599 h 1633099"/>
              <a:gd name="connsiteX31" fmla="*/ 311694 w 2397656"/>
              <a:gd name="connsiteY31" fmla="*/ 1591733 h 1633099"/>
              <a:gd name="connsiteX32" fmla="*/ 108494 w 2397656"/>
              <a:gd name="connsiteY32" fmla="*/ 1540933 h 1633099"/>
              <a:gd name="connsiteX33" fmla="*/ 146594 w 2397656"/>
              <a:gd name="connsiteY33" fmla="*/ 1439333 h 1633099"/>
              <a:gd name="connsiteX34" fmla="*/ 218561 w 2397656"/>
              <a:gd name="connsiteY34" fmla="*/ 1176866 h 1633099"/>
              <a:gd name="connsiteX35" fmla="*/ 235494 w 2397656"/>
              <a:gd name="connsiteY35" fmla="*/ 897466 h 1633099"/>
              <a:gd name="connsiteX36" fmla="*/ 219619 w 2397656"/>
              <a:gd name="connsiteY36" fmla="*/ 784225 h 1633099"/>
              <a:gd name="connsiteX37" fmla="*/ 136011 w 2397656"/>
              <a:gd name="connsiteY37" fmla="*/ 853016 h 1633099"/>
              <a:gd name="connsiteX38" fmla="*/ 30177 w 2397656"/>
              <a:gd name="connsiteY38" fmla="*/ 833966 h 1633099"/>
              <a:gd name="connsiteX39" fmla="*/ 2661 w 2397656"/>
              <a:gd name="connsiteY39" fmla="*/ 666750 h 1633099"/>
              <a:gd name="connsiteX40" fmla="*/ 83094 w 2397656"/>
              <a:gd name="connsiteY40" fmla="*/ 582082 h 1633099"/>
              <a:gd name="connsiteX41" fmla="*/ 188927 w 2397656"/>
              <a:gd name="connsiteY41" fmla="*/ 635000 h 1633099"/>
              <a:gd name="connsiteX42" fmla="*/ 214327 w 2397656"/>
              <a:gd name="connsiteY42" fmla="*/ 626533 h 1633099"/>
              <a:gd name="connsiteX43" fmla="*/ 227027 w 2397656"/>
              <a:gd name="connsiteY43" fmla="*/ 436033 h 1633099"/>
              <a:gd name="connsiteX44" fmla="*/ 205861 w 2397656"/>
              <a:gd name="connsiteY44" fmla="*/ 254000 h 1633099"/>
              <a:gd name="connsiteX45" fmla="*/ 142361 w 2397656"/>
              <a:gd name="connsiteY45" fmla="*/ 118533 h 1633099"/>
              <a:gd name="connsiteX46" fmla="*/ 104261 w 2397656"/>
              <a:gd name="connsiteY46" fmla="*/ 0 h 1633099"/>
              <a:gd name="connsiteX0" fmla="*/ 105747 w 2399142"/>
              <a:gd name="connsiteY0" fmla="*/ 0 h 1633099"/>
              <a:gd name="connsiteX1" fmla="*/ 1248747 w 2399142"/>
              <a:gd name="connsiteY1" fmla="*/ 16933 h 1633099"/>
              <a:gd name="connsiteX2" fmla="*/ 1887980 w 2399142"/>
              <a:gd name="connsiteY2" fmla="*/ 16933 h 1633099"/>
              <a:gd name="connsiteX3" fmla="*/ 2209713 w 2399142"/>
              <a:gd name="connsiteY3" fmla="*/ 16933 h 1633099"/>
              <a:gd name="connsiteX4" fmla="*/ 2307080 w 2399142"/>
              <a:gd name="connsiteY4" fmla="*/ 59266 h 1633099"/>
              <a:gd name="connsiteX5" fmla="*/ 2357880 w 2399142"/>
              <a:gd name="connsiteY5" fmla="*/ 220133 h 1633099"/>
              <a:gd name="connsiteX6" fmla="*/ 2395980 w 2399142"/>
              <a:gd name="connsiteY6" fmla="*/ 474133 h 1633099"/>
              <a:gd name="connsiteX7" fmla="*/ 2395980 w 2399142"/>
              <a:gd name="connsiteY7" fmla="*/ 626533 h 1633099"/>
              <a:gd name="connsiteX8" fmla="*/ 2387513 w 2399142"/>
              <a:gd name="connsiteY8" fmla="*/ 719666 h 1633099"/>
              <a:gd name="connsiteX9" fmla="*/ 2294380 w 2399142"/>
              <a:gd name="connsiteY9" fmla="*/ 685800 h 1633099"/>
              <a:gd name="connsiteX10" fmla="*/ 2226647 w 2399142"/>
              <a:gd name="connsiteY10" fmla="*/ 660400 h 1633099"/>
              <a:gd name="connsiteX11" fmla="*/ 2158913 w 2399142"/>
              <a:gd name="connsiteY11" fmla="*/ 690032 h 1633099"/>
              <a:gd name="connsiteX12" fmla="*/ 2116580 w 2399142"/>
              <a:gd name="connsiteY12" fmla="*/ 817033 h 1633099"/>
              <a:gd name="connsiteX13" fmla="*/ 2141980 w 2399142"/>
              <a:gd name="connsiteY13" fmla="*/ 915458 h 1633099"/>
              <a:gd name="connsiteX14" fmla="*/ 2201247 w 2399142"/>
              <a:gd name="connsiteY14" fmla="*/ 982133 h 1633099"/>
              <a:gd name="connsiteX15" fmla="*/ 2294380 w 2399142"/>
              <a:gd name="connsiteY15" fmla="*/ 965200 h 1633099"/>
              <a:gd name="connsiteX16" fmla="*/ 2379047 w 2399142"/>
              <a:gd name="connsiteY16" fmla="*/ 918633 h 1633099"/>
              <a:gd name="connsiteX17" fmla="*/ 2374813 w 2399142"/>
              <a:gd name="connsiteY17" fmla="*/ 1083733 h 1633099"/>
              <a:gd name="connsiteX18" fmla="*/ 2315547 w 2399142"/>
              <a:gd name="connsiteY18" fmla="*/ 1299633 h 1633099"/>
              <a:gd name="connsiteX19" fmla="*/ 2281681 w 2399142"/>
              <a:gd name="connsiteY19" fmla="*/ 1447800 h 1633099"/>
              <a:gd name="connsiteX20" fmla="*/ 2180080 w 2399142"/>
              <a:gd name="connsiteY20" fmla="*/ 1502833 h 1633099"/>
              <a:gd name="connsiteX21" fmla="*/ 1926079 w 2399142"/>
              <a:gd name="connsiteY21" fmla="*/ 1566332 h 1633099"/>
              <a:gd name="connsiteX22" fmla="*/ 1549313 w 2399142"/>
              <a:gd name="connsiteY22" fmla="*/ 1608666 h 1633099"/>
              <a:gd name="connsiteX23" fmla="*/ 1341880 w 2399142"/>
              <a:gd name="connsiteY23" fmla="*/ 1600200 h 1633099"/>
              <a:gd name="connsiteX24" fmla="*/ 1367280 w 2399142"/>
              <a:gd name="connsiteY24" fmla="*/ 1511300 h 1633099"/>
              <a:gd name="connsiteX25" fmla="*/ 1363047 w 2399142"/>
              <a:gd name="connsiteY25" fmla="*/ 1439333 h 1633099"/>
              <a:gd name="connsiteX26" fmla="*/ 1223346 w 2399142"/>
              <a:gd name="connsiteY26" fmla="*/ 1396999 h 1633099"/>
              <a:gd name="connsiteX27" fmla="*/ 1015914 w 2399142"/>
              <a:gd name="connsiteY27" fmla="*/ 1405465 h 1633099"/>
              <a:gd name="connsiteX28" fmla="*/ 922780 w 2399142"/>
              <a:gd name="connsiteY28" fmla="*/ 1464733 h 1633099"/>
              <a:gd name="connsiteX29" fmla="*/ 943947 w 2399142"/>
              <a:gd name="connsiteY29" fmla="*/ 1617133 h 1633099"/>
              <a:gd name="connsiteX30" fmla="*/ 592580 w 2399142"/>
              <a:gd name="connsiteY30" fmla="*/ 1625599 h 1633099"/>
              <a:gd name="connsiteX31" fmla="*/ 313180 w 2399142"/>
              <a:gd name="connsiteY31" fmla="*/ 1591733 h 1633099"/>
              <a:gd name="connsiteX32" fmla="*/ 109980 w 2399142"/>
              <a:gd name="connsiteY32" fmla="*/ 1540933 h 1633099"/>
              <a:gd name="connsiteX33" fmla="*/ 148080 w 2399142"/>
              <a:gd name="connsiteY33" fmla="*/ 1439333 h 1633099"/>
              <a:gd name="connsiteX34" fmla="*/ 220047 w 2399142"/>
              <a:gd name="connsiteY34" fmla="*/ 1176866 h 1633099"/>
              <a:gd name="connsiteX35" fmla="*/ 236980 w 2399142"/>
              <a:gd name="connsiteY35" fmla="*/ 897466 h 1633099"/>
              <a:gd name="connsiteX36" fmla="*/ 221105 w 2399142"/>
              <a:gd name="connsiteY36" fmla="*/ 784225 h 1633099"/>
              <a:gd name="connsiteX37" fmla="*/ 137497 w 2399142"/>
              <a:gd name="connsiteY37" fmla="*/ 853016 h 1633099"/>
              <a:gd name="connsiteX38" fmla="*/ 31663 w 2399142"/>
              <a:gd name="connsiteY38" fmla="*/ 833966 h 1633099"/>
              <a:gd name="connsiteX39" fmla="*/ 4147 w 2399142"/>
              <a:gd name="connsiteY39" fmla="*/ 666750 h 1633099"/>
              <a:gd name="connsiteX40" fmla="*/ 84580 w 2399142"/>
              <a:gd name="connsiteY40" fmla="*/ 582082 h 1633099"/>
              <a:gd name="connsiteX41" fmla="*/ 190413 w 2399142"/>
              <a:gd name="connsiteY41" fmla="*/ 635000 h 1633099"/>
              <a:gd name="connsiteX42" fmla="*/ 215813 w 2399142"/>
              <a:gd name="connsiteY42" fmla="*/ 626533 h 1633099"/>
              <a:gd name="connsiteX43" fmla="*/ 228513 w 2399142"/>
              <a:gd name="connsiteY43" fmla="*/ 436033 h 1633099"/>
              <a:gd name="connsiteX44" fmla="*/ 207347 w 2399142"/>
              <a:gd name="connsiteY44" fmla="*/ 254000 h 1633099"/>
              <a:gd name="connsiteX45" fmla="*/ 143847 w 2399142"/>
              <a:gd name="connsiteY45" fmla="*/ 118533 h 1633099"/>
              <a:gd name="connsiteX46" fmla="*/ 105747 w 2399142"/>
              <a:gd name="connsiteY46" fmla="*/ 0 h 1633099"/>
              <a:gd name="connsiteX0" fmla="*/ 110121 w 2403516"/>
              <a:gd name="connsiteY0" fmla="*/ 0 h 1633099"/>
              <a:gd name="connsiteX1" fmla="*/ 1253121 w 2403516"/>
              <a:gd name="connsiteY1" fmla="*/ 16933 h 1633099"/>
              <a:gd name="connsiteX2" fmla="*/ 1892354 w 2403516"/>
              <a:gd name="connsiteY2" fmla="*/ 16933 h 1633099"/>
              <a:gd name="connsiteX3" fmla="*/ 2214087 w 2403516"/>
              <a:gd name="connsiteY3" fmla="*/ 16933 h 1633099"/>
              <a:gd name="connsiteX4" fmla="*/ 2311454 w 2403516"/>
              <a:gd name="connsiteY4" fmla="*/ 59266 h 1633099"/>
              <a:gd name="connsiteX5" fmla="*/ 2362254 w 2403516"/>
              <a:gd name="connsiteY5" fmla="*/ 220133 h 1633099"/>
              <a:gd name="connsiteX6" fmla="*/ 2400354 w 2403516"/>
              <a:gd name="connsiteY6" fmla="*/ 474133 h 1633099"/>
              <a:gd name="connsiteX7" fmla="*/ 2400354 w 2403516"/>
              <a:gd name="connsiteY7" fmla="*/ 626533 h 1633099"/>
              <a:gd name="connsiteX8" fmla="*/ 2391887 w 2403516"/>
              <a:gd name="connsiteY8" fmla="*/ 719666 h 1633099"/>
              <a:gd name="connsiteX9" fmla="*/ 2298754 w 2403516"/>
              <a:gd name="connsiteY9" fmla="*/ 685800 h 1633099"/>
              <a:gd name="connsiteX10" fmla="*/ 2231021 w 2403516"/>
              <a:gd name="connsiteY10" fmla="*/ 660400 h 1633099"/>
              <a:gd name="connsiteX11" fmla="*/ 2163287 w 2403516"/>
              <a:gd name="connsiteY11" fmla="*/ 690032 h 1633099"/>
              <a:gd name="connsiteX12" fmla="*/ 2120954 w 2403516"/>
              <a:gd name="connsiteY12" fmla="*/ 817033 h 1633099"/>
              <a:gd name="connsiteX13" fmla="*/ 2146354 w 2403516"/>
              <a:gd name="connsiteY13" fmla="*/ 915458 h 1633099"/>
              <a:gd name="connsiteX14" fmla="*/ 2205621 w 2403516"/>
              <a:gd name="connsiteY14" fmla="*/ 982133 h 1633099"/>
              <a:gd name="connsiteX15" fmla="*/ 2298754 w 2403516"/>
              <a:gd name="connsiteY15" fmla="*/ 965200 h 1633099"/>
              <a:gd name="connsiteX16" fmla="*/ 2383421 w 2403516"/>
              <a:gd name="connsiteY16" fmla="*/ 918633 h 1633099"/>
              <a:gd name="connsiteX17" fmla="*/ 2379187 w 2403516"/>
              <a:gd name="connsiteY17" fmla="*/ 1083733 h 1633099"/>
              <a:gd name="connsiteX18" fmla="*/ 2319921 w 2403516"/>
              <a:gd name="connsiteY18" fmla="*/ 1299633 h 1633099"/>
              <a:gd name="connsiteX19" fmla="*/ 2286055 w 2403516"/>
              <a:gd name="connsiteY19" fmla="*/ 1447800 h 1633099"/>
              <a:gd name="connsiteX20" fmla="*/ 2184454 w 2403516"/>
              <a:gd name="connsiteY20" fmla="*/ 1502833 h 1633099"/>
              <a:gd name="connsiteX21" fmla="*/ 1930453 w 2403516"/>
              <a:gd name="connsiteY21" fmla="*/ 1566332 h 1633099"/>
              <a:gd name="connsiteX22" fmla="*/ 1553687 w 2403516"/>
              <a:gd name="connsiteY22" fmla="*/ 1608666 h 1633099"/>
              <a:gd name="connsiteX23" fmla="*/ 1346254 w 2403516"/>
              <a:gd name="connsiteY23" fmla="*/ 1600200 h 1633099"/>
              <a:gd name="connsiteX24" fmla="*/ 1371654 w 2403516"/>
              <a:gd name="connsiteY24" fmla="*/ 1511300 h 1633099"/>
              <a:gd name="connsiteX25" fmla="*/ 1367421 w 2403516"/>
              <a:gd name="connsiteY25" fmla="*/ 1439333 h 1633099"/>
              <a:gd name="connsiteX26" fmla="*/ 1227720 w 2403516"/>
              <a:gd name="connsiteY26" fmla="*/ 1396999 h 1633099"/>
              <a:gd name="connsiteX27" fmla="*/ 1020288 w 2403516"/>
              <a:gd name="connsiteY27" fmla="*/ 1405465 h 1633099"/>
              <a:gd name="connsiteX28" fmla="*/ 927154 w 2403516"/>
              <a:gd name="connsiteY28" fmla="*/ 1464733 h 1633099"/>
              <a:gd name="connsiteX29" fmla="*/ 948321 w 2403516"/>
              <a:gd name="connsiteY29" fmla="*/ 1617133 h 1633099"/>
              <a:gd name="connsiteX30" fmla="*/ 596954 w 2403516"/>
              <a:gd name="connsiteY30" fmla="*/ 1625599 h 1633099"/>
              <a:gd name="connsiteX31" fmla="*/ 317554 w 2403516"/>
              <a:gd name="connsiteY31" fmla="*/ 1591733 h 1633099"/>
              <a:gd name="connsiteX32" fmla="*/ 114354 w 2403516"/>
              <a:gd name="connsiteY32" fmla="*/ 1540933 h 1633099"/>
              <a:gd name="connsiteX33" fmla="*/ 152454 w 2403516"/>
              <a:gd name="connsiteY33" fmla="*/ 1439333 h 1633099"/>
              <a:gd name="connsiteX34" fmla="*/ 224421 w 2403516"/>
              <a:gd name="connsiteY34" fmla="*/ 1176866 h 1633099"/>
              <a:gd name="connsiteX35" fmla="*/ 241354 w 2403516"/>
              <a:gd name="connsiteY35" fmla="*/ 897466 h 1633099"/>
              <a:gd name="connsiteX36" fmla="*/ 225479 w 2403516"/>
              <a:gd name="connsiteY36" fmla="*/ 784225 h 1633099"/>
              <a:gd name="connsiteX37" fmla="*/ 141871 w 2403516"/>
              <a:gd name="connsiteY37" fmla="*/ 853016 h 1633099"/>
              <a:gd name="connsiteX38" fmla="*/ 36037 w 2403516"/>
              <a:gd name="connsiteY38" fmla="*/ 833966 h 1633099"/>
              <a:gd name="connsiteX39" fmla="*/ 2171 w 2403516"/>
              <a:gd name="connsiteY39" fmla="*/ 698500 h 1633099"/>
              <a:gd name="connsiteX40" fmla="*/ 88954 w 2403516"/>
              <a:gd name="connsiteY40" fmla="*/ 582082 h 1633099"/>
              <a:gd name="connsiteX41" fmla="*/ 194787 w 2403516"/>
              <a:gd name="connsiteY41" fmla="*/ 635000 h 1633099"/>
              <a:gd name="connsiteX42" fmla="*/ 220187 w 2403516"/>
              <a:gd name="connsiteY42" fmla="*/ 626533 h 1633099"/>
              <a:gd name="connsiteX43" fmla="*/ 232887 w 2403516"/>
              <a:gd name="connsiteY43" fmla="*/ 436033 h 1633099"/>
              <a:gd name="connsiteX44" fmla="*/ 211721 w 2403516"/>
              <a:gd name="connsiteY44" fmla="*/ 254000 h 1633099"/>
              <a:gd name="connsiteX45" fmla="*/ 148221 w 2403516"/>
              <a:gd name="connsiteY45" fmla="*/ 118533 h 1633099"/>
              <a:gd name="connsiteX46" fmla="*/ 110121 w 2403516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8259 w 2405504"/>
              <a:gd name="connsiteY18" fmla="*/ 1303867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405504" h="1633099">
                <a:moveTo>
                  <a:pt x="112109" y="0"/>
                </a:moveTo>
                <a:lnTo>
                  <a:pt x="1255109" y="16933"/>
                </a:lnTo>
                <a:lnTo>
                  <a:pt x="1894342" y="16933"/>
                </a:lnTo>
                <a:cubicBezTo>
                  <a:pt x="2054503" y="16933"/>
                  <a:pt x="2146225" y="9878"/>
                  <a:pt x="2216075" y="16933"/>
                </a:cubicBezTo>
                <a:cubicBezTo>
                  <a:pt x="2285925" y="23988"/>
                  <a:pt x="2288748" y="25399"/>
                  <a:pt x="2313442" y="59266"/>
                </a:cubicBezTo>
                <a:cubicBezTo>
                  <a:pt x="2338136" y="93133"/>
                  <a:pt x="2349425" y="150989"/>
                  <a:pt x="2364242" y="220133"/>
                </a:cubicBezTo>
                <a:cubicBezTo>
                  <a:pt x="2379059" y="289277"/>
                  <a:pt x="2395992" y="406400"/>
                  <a:pt x="2402342" y="474133"/>
                </a:cubicBezTo>
                <a:cubicBezTo>
                  <a:pt x="2408692" y="541866"/>
                  <a:pt x="2403753" y="585611"/>
                  <a:pt x="2402342" y="626533"/>
                </a:cubicBezTo>
                <a:cubicBezTo>
                  <a:pt x="2400931" y="667455"/>
                  <a:pt x="2410808" y="709788"/>
                  <a:pt x="2393875" y="719666"/>
                </a:cubicBezTo>
                <a:cubicBezTo>
                  <a:pt x="2376942" y="729544"/>
                  <a:pt x="2300742" y="685800"/>
                  <a:pt x="2300742" y="685800"/>
                </a:cubicBezTo>
                <a:cubicBezTo>
                  <a:pt x="2273931" y="675922"/>
                  <a:pt x="2255587" y="659695"/>
                  <a:pt x="2233009" y="660400"/>
                </a:cubicBezTo>
                <a:cubicBezTo>
                  <a:pt x="2210431" y="661105"/>
                  <a:pt x="2183620" y="663927"/>
                  <a:pt x="2165275" y="690032"/>
                </a:cubicBezTo>
                <a:cubicBezTo>
                  <a:pt x="2146931" y="716138"/>
                  <a:pt x="2125764" y="779462"/>
                  <a:pt x="2122942" y="817033"/>
                </a:cubicBezTo>
                <a:cubicBezTo>
                  <a:pt x="2120120" y="854604"/>
                  <a:pt x="2134231" y="887941"/>
                  <a:pt x="2148342" y="915458"/>
                </a:cubicBezTo>
                <a:cubicBezTo>
                  <a:pt x="2162453" y="942975"/>
                  <a:pt x="2182209" y="973843"/>
                  <a:pt x="2207609" y="982133"/>
                </a:cubicBezTo>
                <a:cubicBezTo>
                  <a:pt x="2233009" y="990423"/>
                  <a:pt x="2271109" y="975783"/>
                  <a:pt x="2300742" y="965200"/>
                </a:cubicBezTo>
                <a:cubicBezTo>
                  <a:pt x="2330375" y="954617"/>
                  <a:pt x="2372003" y="898877"/>
                  <a:pt x="2385409" y="918633"/>
                </a:cubicBezTo>
                <a:cubicBezTo>
                  <a:pt x="2398815" y="938389"/>
                  <a:pt x="2390700" y="1019527"/>
                  <a:pt x="2381175" y="1083733"/>
                </a:cubicBezTo>
                <a:cubicBezTo>
                  <a:pt x="2371650" y="1147939"/>
                  <a:pt x="2343781" y="1243189"/>
                  <a:pt x="2328259" y="1303867"/>
                </a:cubicBezTo>
                <a:cubicBezTo>
                  <a:pt x="2312737" y="1364545"/>
                  <a:pt x="2311679" y="1414639"/>
                  <a:pt x="2288043" y="1447800"/>
                </a:cubicBezTo>
                <a:cubicBezTo>
                  <a:pt x="2264407" y="1480961"/>
                  <a:pt x="2245709" y="1483078"/>
                  <a:pt x="2186442" y="1502833"/>
                </a:cubicBezTo>
                <a:cubicBezTo>
                  <a:pt x="2127175" y="1522588"/>
                  <a:pt x="2079197" y="1527526"/>
                  <a:pt x="1932441" y="1566332"/>
                </a:cubicBezTo>
                <a:cubicBezTo>
                  <a:pt x="1789919" y="1593143"/>
                  <a:pt x="1681264" y="1594555"/>
                  <a:pt x="1555675" y="1608666"/>
                </a:cubicBezTo>
                <a:cubicBezTo>
                  <a:pt x="1444903" y="1611488"/>
                  <a:pt x="1378581" y="1616428"/>
                  <a:pt x="1348242" y="1600200"/>
                </a:cubicBezTo>
                <a:cubicBezTo>
                  <a:pt x="1317903" y="1583972"/>
                  <a:pt x="1359001" y="1538111"/>
                  <a:pt x="1373642" y="1511300"/>
                </a:cubicBezTo>
                <a:cubicBezTo>
                  <a:pt x="1388283" y="1484489"/>
                  <a:pt x="1393398" y="1458383"/>
                  <a:pt x="1369409" y="1439333"/>
                </a:cubicBezTo>
                <a:cubicBezTo>
                  <a:pt x="1345420" y="1420283"/>
                  <a:pt x="1287564" y="1402644"/>
                  <a:pt x="1229708" y="1396999"/>
                </a:cubicBezTo>
                <a:cubicBezTo>
                  <a:pt x="1171853" y="1391354"/>
                  <a:pt x="1072370" y="1394176"/>
                  <a:pt x="1022276" y="1405465"/>
                </a:cubicBezTo>
                <a:cubicBezTo>
                  <a:pt x="972182" y="1416754"/>
                  <a:pt x="941137" y="1429455"/>
                  <a:pt x="929142" y="1464733"/>
                </a:cubicBezTo>
                <a:cubicBezTo>
                  <a:pt x="917148" y="1500011"/>
                  <a:pt x="1005342" y="1590322"/>
                  <a:pt x="950309" y="1617133"/>
                </a:cubicBezTo>
                <a:cubicBezTo>
                  <a:pt x="895276" y="1643944"/>
                  <a:pt x="704070" y="1629832"/>
                  <a:pt x="598942" y="1625599"/>
                </a:cubicBezTo>
                <a:cubicBezTo>
                  <a:pt x="493814" y="1621366"/>
                  <a:pt x="399975" y="1605844"/>
                  <a:pt x="319542" y="1591733"/>
                </a:cubicBezTo>
                <a:cubicBezTo>
                  <a:pt x="239109" y="1577622"/>
                  <a:pt x="143859" y="1566333"/>
                  <a:pt x="116342" y="1540933"/>
                </a:cubicBezTo>
                <a:cubicBezTo>
                  <a:pt x="88825" y="1515533"/>
                  <a:pt x="136098" y="1500011"/>
                  <a:pt x="154442" y="1439333"/>
                </a:cubicBezTo>
                <a:cubicBezTo>
                  <a:pt x="172786" y="1378655"/>
                  <a:pt x="211592" y="1267177"/>
                  <a:pt x="226409" y="1176866"/>
                </a:cubicBezTo>
                <a:cubicBezTo>
                  <a:pt x="241226" y="1086555"/>
                  <a:pt x="242637" y="964494"/>
                  <a:pt x="243342" y="897466"/>
                </a:cubicBezTo>
                <a:cubicBezTo>
                  <a:pt x="244048" y="830438"/>
                  <a:pt x="244047" y="791633"/>
                  <a:pt x="227467" y="784225"/>
                </a:cubicBezTo>
                <a:cubicBezTo>
                  <a:pt x="210887" y="776817"/>
                  <a:pt x="175433" y="844726"/>
                  <a:pt x="143859" y="853016"/>
                </a:cubicBezTo>
                <a:cubicBezTo>
                  <a:pt x="112285" y="861306"/>
                  <a:pt x="61661" y="859366"/>
                  <a:pt x="38025" y="833966"/>
                </a:cubicBezTo>
                <a:cubicBezTo>
                  <a:pt x="14389" y="808566"/>
                  <a:pt x="-6777" y="742598"/>
                  <a:pt x="2043" y="700617"/>
                </a:cubicBezTo>
                <a:cubicBezTo>
                  <a:pt x="10863" y="658636"/>
                  <a:pt x="58487" y="593018"/>
                  <a:pt x="90942" y="582082"/>
                </a:cubicBezTo>
                <a:cubicBezTo>
                  <a:pt x="123397" y="571146"/>
                  <a:pt x="174903" y="627591"/>
                  <a:pt x="196775" y="635000"/>
                </a:cubicBezTo>
                <a:cubicBezTo>
                  <a:pt x="218647" y="642409"/>
                  <a:pt x="215825" y="659694"/>
                  <a:pt x="222175" y="626533"/>
                </a:cubicBezTo>
                <a:cubicBezTo>
                  <a:pt x="228525" y="593372"/>
                  <a:pt x="236286" y="498122"/>
                  <a:pt x="234875" y="436033"/>
                </a:cubicBezTo>
                <a:cubicBezTo>
                  <a:pt x="233464" y="373944"/>
                  <a:pt x="227820" y="306917"/>
                  <a:pt x="213709" y="254000"/>
                </a:cubicBezTo>
                <a:cubicBezTo>
                  <a:pt x="199598" y="201083"/>
                  <a:pt x="166437" y="160161"/>
                  <a:pt x="150209" y="118533"/>
                </a:cubicBezTo>
                <a:cubicBezTo>
                  <a:pt x="133981" y="76905"/>
                  <a:pt x="125161" y="40569"/>
                  <a:pt x="112109" y="0"/>
                </a:cubicBezTo>
                <a:close/>
              </a:path>
            </a:pathLst>
          </a:custGeom>
          <a:solidFill>
            <a:srgbClr val="00B0F0">
              <a:alpha val="10196"/>
            </a:srgbClr>
          </a:solidFill>
          <a:ln w="12700"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0" name="Freeform: Shape 1029">
            <a:extLst>
              <a:ext uri="{FF2B5EF4-FFF2-40B4-BE49-F238E27FC236}">
                <a16:creationId xmlns:a16="http://schemas.microsoft.com/office/drawing/2014/main" id="{83C4FE66-15F6-9FE6-E2FA-3DE4EE3AA676}"/>
              </a:ext>
            </a:extLst>
          </p:cNvPr>
          <p:cNvSpPr/>
          <p:nvPr/>
        </p:nvSpPr>
        <p:spPr>
          <a:xfrm>
            <a:off x="81559" y="4886322"/>
            <a:ext cx="1319160" cy="1479799"/>
          </a:xfrm>
          <a:custGeom>
            <a:avLst/>
            <a:gdLst>
              <a:gd name="connsiteX0" fmla="*/ 5293 w 1369557"/>
              <a:gd name="connsiteY0" fmla="*/ 146066 h 1479811"/>
              <a:gd name="connsiteX1" fmla="*/ 5293 w 1369557"/>
              <a:gd name="connsiteY1" fmla="*/ 657241 h 1479811"/>
              <a:gd name="connsiteX2" fmla="*/ 8468 w 1369557"/>
              <a:gd name="connsiteY2" fmla="*/ 968391 h 1479811"/>
              <a:gd name="connsiteX3" fmla="*/ 14818 w 1369557"/>
              <a:gd name="connsiteY3" fmla="*/ 1276366 h 1479811"/>
              <a:gd name="connsiteX4" fmla="*/ 33868 w 1369557"/>
              <a:gd name="connsiteY4" fmla="*/ 1425591 h 1479811"/>
              <a:gd name="connsiteX5" fmla="*/ 132293 w 1369557"/>
              <a:gd name="connsiteY5" fmla="*/ 1476391 h 1479811"/>
              <a:gd name="connsiteX6" fmla="*/ 414868 w 1369557"/>
              <a:gd name="connsiteY6" fmla="*/ 1473216 h 1479811"/>
              <a:gd name="connsiteX7" fmla="*/ 811743 w 1369557"/>
              <a:gd name="connsiteY7" fmla="*/ 1457341 h 1479811"/>
              <a:gd name="connsiteX8" fmla="*/ 1119718 w 1369557"/>
              <a:gd name="connsiteY8" fmla="*/ 1447816 h 1479811"/>
              <a:gd name="connsiteX9" fmla="*/ 1195918 w 1369557"/>
              <a:gd name="connsiteY9" fmla="*/ 1454166 h 1479811"/>
              <a:gd name="connsiteX10" fmla="*/ 1113368 w 1369557"/>
              <a:gd name="connsiteY10" fmla="*/ 1320816 h 1479811"/>
              <a:gd name="connsiteX11" fmla="*/ 1065743 w 1369557"/>
              <a:gd name="connsiteY11" fmla="*/ 1101741 h 1479811"/>
              <a:gd name="connsiteX12" fmla="*/ 1132418 w 1369557"/>
              <a:gd name="connsiteY12" fmla="*/ 898541 h 1479811"/>
              <a:gd name="connsiteX13" fmla="*/ 1186393 w 1369557"/>
              <a:gd name="connsiteY13" fmla="*/ 889016 h 1479811"/>
              <a:gd name="connsiteX14" fmla="*/ 1195918 w 1369557"/>
              <a:gd name="connsiteY14" fmla="*/ 920766 h 1479811"/>
              <a:gd name="connsiteX15" fmla="*/ 1307043 w 1369557"/>
              <a:gd name="connsiteY15" fmla="*/ 876316 h 1479811"/>
              <a:gd name="connsiteX16" fmla="*/ 1361018 w 1369557"/>
              <a:gd name="connsiteY16" fmla="*/ 720741 h 1479811"/>
              <a:gd name="connsiteX17" fmla="*/ 1351493 w 1369557"/>
              <a:gd name="connsiteY17" fmla="*/ 619141 h 1479811"/>
              <a:gd name="connsiteX18" fmla="*/ 1192743 w 1369557"/>
              <a:gd name="connsiteY18" fmla="*/ 606441 h 1479811"/>
              <a:gd name="connsiteX19" fmla="*/ 1122893 w 1369557"/>
              <a:gd name="connsiteY19" fmla="*/ 657241 h 1479811"/>
              <a:gd name="connsiteX20" fmla="*/ 1138768 w 1369557"/>
              <a:gd name="connsiteY20" fmla="*/ 384191 h 1479811"/>
              <a:gd name="connsiteX21" fmla="*/ 1154643 w 1369557"/>
              <a:gd name="connsiteY21" fmla="*/ 180991 h 1479811"/>
              <a:gd name="connsiteX22" fmla="*/ 1126068 w 1369557"/>
              <a:gd name="connsiteY22" fmla="*/ 104791 h 1479811"/>
              <a:gd name="connsiteX23" fmla="*/ 1072093 w 1369557"/>
              <a:gd name="connsiteY23" fmla="*/ 101616 h 1479811"/>
              <a:gd name="connsiteX24" fmla="*/ 976843 w 1369557"/>
              <a:gd name="connsiteY24" fmla="*/ 28591 h 1479811"/>
              <a:gd name="connsiteX25" fmla="*/ 849843 w 1369557"/>
              <a:gd name="connsiteY25" fmla="*/ 16 h 1479811"/>
              <a:gd name="connsiteX26" fmla="*/ 729193 w 1369557"/>
              <a:gd name="connsiteY26" fmla="*/ 31766 h 1479811"/>
              <a:gd name="connsiteX27" fmla="*/ 716493 w 1369557"/>
              <a:gd name="connsiteY27" fmla="*/ 117491 h 1479811"/>
              <a:gd name="connsiteX28" fmla="*/ 757768 w 1369557"/>
              <a:gd name="connsiteY28" fmla="*/ 190516 h 1479811"/>
              <a:gd name="connsiteX29" fmla="*/ 716493 w 1369557"/>
              <a:gd name="connsiteY29" fmla="*/ 276241 h 1479811"/>
              <a:gd name="connsiteX30" fmla="*/ 602193 w 1369557"/>
              <a:gd name="connsiteY30" fmla="*/ 311166 h 1479811"/>
              <a:gd name="connsiteX31" fmla="*/ 440268 w 1369557"/>
              <a:gd name="connsiteY31" fmla="*/ 285766 h 1479811"/>
              <a:gd name="connsiteX32" fmla="*/ 398993 w 1369557"/>
              <a:gd name="connsiteY32" fmla="*/ 171466 h 1479811"/>
              <a:gd name="connsiteX33" fmla="*/ 449793 w 1369557"/>
              <a:gd name="connsiteY33" fmla="*/ 117491 h 1479811"/>
              <a:gd name="connsiteX34" fmla="*/ 433918 w 1369557"/>
              <a:gd name="connsiteY34" fmla="*/ 41291 h 1479811"/>
              <a:gd name="connsiteX35" fmla="*/ 310093 w 1369557"/>
              <a:gd name="connsiteY35" fmla="*/ 38116 h 1479811"/>
              <a:gd name="connsiteX36" fmla="*/ 144993 w 1369557"/>
              <a:gd name="connsiteY36" fmla="*/ 98441 h 1479811"/>
              <a:gd name="connsiteX37" fmla="*/ 75143 w 1369557"/>
              <a:gd name="connsiteY37" fmla="*/ 136541 h 1479811"/>
              <a:gd name="connsiteX38" fmla="*/ 5293 w 1369557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86393 w 1361783"/>
              <a:gd name="connsiteY13" fmla="*/ 889016 h 1479811"/>
              <a:gd name="connsiteX14" fmla="*/ 1195918 w 1361783"/>
              <a:gd name="connsiteY14" fmla="*/ 920766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56760 w 1361783"/>
              <a:gd name="connsiteY13" fmla="*/ 901716 h 1479811"/>
              <a:gd name="connsiteX14" fmla="*/ 1195918 w 1361783"/>
              <a:gd name="connsiteY14" fmla="*/ 920766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56760 w 1361783"/>
              <a:gd name="connsiteY13" fmla="*/ 901716 h 1479811"/>
              <a:gd name="connsiteX14" fmla="*/ 1244601 w 1361783"/>
              <a:gd name="connsiteY14" fmla="*/ 918650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47285"/>
              <a:gd name="connsiteY0" fmla="*/ 146066 h 1479811"/>
              <a:gd name="connsiteX1" fmla="*/ 5293 w 1347285"/>
              <a:gd name="connsiteY1" fmla="*/ 657241 h 1479811"/>
              <a:gd name="connsiteX2" fmla="*/ 8468 w 1347285"/>
              <a:gd name="connsiteY2" fmla="*/ 968391 h 1479811"/>
              <a:gd name="connsiteX3" fmla="*/ 14818 w 1347285"/>
              <a:gd name="connsiteY3" fmla="*/ 1276366 h 1479811"/>
              <a:gd name="connsiteX4" fmla="*/ 33868 w 1347285"/>
              <a:gd name="connsiteY4" fmla="*/ 1425591 h 1479811"/>
              <a:gd name="connsiteX5" fmla="*/ 132293 w 1347285"/>
              <a:gd name="connsiteY5" fmla="*/ 1476391 h 1479811"/>
              <a:gd name="connsiteX6" fmla="*/ 414868 w 1347285"/>
              <a:gd name="connsiteY6" fmla="*/ 1473216 h 1479811"/>
              <a:gd name="connsiteX7" fmla="*/ 811743 w 1347285"/>
              <a:gd name="connsiteY7" fmla="*/ 1457341 h 1479811"/>
              <a:gd name="connsiteX8" fmla="*/ 1119718 w 1347285"/>
              <a:gd name="connsiteY8" fmla="*/ 1447816 h 1479811"/>
              <a:gd name="connsiteX9" fmla="*/ 1195918 w 1347285"/>
              <a:gd name="connsiteY9" fmla="*/ 1454166 h 1479811"/>
              <a:gd name="connsiteX10" fmla="*/ 1113368 w 1347285"/>
              <a:gd name="connsiteY10" fmla="*/ 1320816 h 1479811"/>
              <a:gd name="connsiteX11" fmla="*/ 1065743 w 1347285"/>
              <a:gd name="connsiteY11" fmla="*/ 1101741 h 1479811"/>
              <a:gd name="connsiteX12" fmla="*/ 1132418 w 1347285"/>
              <a:gd name="connsiteY12" fmla="*/ 898541 h 1479811"/>
              <a:gd name="connsiteX13" fmla="*/ 1156760 w 1347285"/>
              <a:gd name="connsiteY13" fmla="*/ 901716 h 1479811"/>
              <a:gd name="connsiteX14" fmla="*/ 1244601 w 1347285"/>
              <a:gd name="connsiteY14" fmla="*/ 918650 h 1479811"/>
              <a:gd name="connsiteX15" fmla="*/ 1307043 w 1347285"/>
              <a:gd name="connsiteY15" fmla="*/ 876316 h 1479811"/>
              <a:gd name="connsiteX16" fmla="*/ 1344085 w 1347285"/>
              <a:gd name="connsiteY16" fmla="*/ 763075 h 1479811"/>
              <a:gd name="connsiteX17" fmla="*/ 1328210 w 1347285"/>
              <a:gd name="connsiteY17" fmla="*/ 627608 h 1479811"/>
              <a:gd name="connsiteX18" fmla="*/ 1192743 w 1347285"/>
              <a:gd name="connsiteY18" fmla="*/ 606441 h 1479811"/>
              <a:gd name="connsiteX19" fmla="*/ 1122893 w 1347285"/>
              <a:gd name="connsiteY19" fmla="*/ 657241 h 1479811"/>
              <a:gd name="connsiteX20" fmla="*/ 1138768 w 1347285"/>
              <a:gd name="connsiteY20" fmla="*/ 384191 h 1479811"/>
              <a:gd name="connsiteX21" fmla="*/ 1154643 w 1347285"/>
              <a:gd name="connsiteY21" fmla="*/ 180991 h 1479811"/>
              <a:gd name="connsiteX22" fmla="*/ 1126068 w 1347285"/>
              <a:gd name="connsiteY22" fmla="*/ 104791 h 1479811"/>
              <a:gd name="connsiteX23" fmla="*/ 1072093 w 1347285"/>
              <a:gd name="connsiteY23" fmla="*/ 101616 h 1479811"/>
              <a:gd name="connsiteX24" fmla="*/ 976843 w 1347285"/>
              <a:gd name="connsiteY24" fmla="*/ 28591 h 1479811"/>
              <a:gd name="connsiteX25" fmla="*/ 849843 w 1347285"/>
              <a:gd name="connsiteY25" fmla="*/ 16 h 1479811"/>
              <a:gd name="connsiteX26" fmla="*/ 729193 w 1347285"/>
              <a:gd name="connsiteY26" fmla="*/ 31766 h 1479811"/>
              <a:gd name="connsiteX27" fmla="*/ 716493 w 1347285"/>
              <a:gd name="connsiteY27" fmla="*/ 117491 h 1479811"/>
              <a:gd name="connsiteX28" fmla="*/ 757768 w 1347285"/>
              <a:gd name="connsiteY28" fmla="*/ 190516 h 1479811"/>
              <a:gd name="connsiteX29" fmla="*/ 716493 w 1347285"/>
              <a:gd name="connsiteY29" fmla="*/ 276241 h 1479811"/>
              <a:gd name="connsiteX30" fmla="*/ 602193 w 1347285"/>
              <a:gd name="connsiteY30" fmla="*/ 311166 h 1479811"/>
              <a:gd name="connsiteX31" fmla="*/ 440268 w 1347285"/>
              <a:gd name="connsiteY31" fmla="*/ 285766 h 1479811"/>
              <a:gd name="connsiteX32" fmla="*/ 398993 w 1347285"/>
              <a:gd name="connsiteY32" fmla="*/ 171466 h 1479811"/>
              <a:gd name="connsiteX33" fmla="*/ 449793 w 1347285"/>
              <a:gd name="connsiteY33" fmla="*/ 117491 h 1479811"/>
              <a:gd name="connsiteX34" fmla="*/ 433918 w 1347285"/>
              <a:gd name="connsiteY34" fmla="*/ 41291 h 1479811"/>
              <a:gd name="connsiteX35" fmla="*/ 310093 w 1347285"/>
              <a:gd name="connsiteY35" fmla="*/ 38116 h 1479811"/>
              <a:gd name="connsiteX36" fmla="*/ 144993 w 1347285"/>
              <a:gd name="connsiteY36" fmla="*/ 98441 h 1479811"/>
              <a:gd name="connsiteX37" fmla="*/ 75143 w 1347285"/>
              <a:gd name="connsiteY37" fmla="*/ 136541 h 1479811"/>
              <a:gd name="connsiteX38" fmla="*/ 5293 w 1347285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195918 w 1344089"/>
              <a:gd name="connsiteY9" fmla="*/ 1454166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192743 w 1344089"/>
              <a:gd name="connsiteY18" fmla="*/ 606441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195918 w 1344089"/>
              <a:gd name="connsiteY9" fmla="*/ 1454166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21835 w 1344089"/>
              <a:gd name="connsiteY12" fmla="*/ 9239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16493 w 1344089"/>
              <a:gd name="connsiteY29" fmla="*/ 276241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1609 w 1344089"/>
              <a:gd name="connsiteY30" fmla="*/ 300584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3725 w 1344089"/>
              <a:gd name="connsiteY30" fmla="*/ 306934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3725 w 1344089"/>
              <a:gd name="connsiteY30" fmla="*/ 306934 h 1479811"/>
              <a:gd name="connsiteX31" fmla="*/ 469901 w 1344089"/>
              <a:gd name="connsiteY31" fmla="*/ 283649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4846 w 1345759"/>
              <a:gd name="connsiteY0" fmla="*/ 186282 h 1479811"/>
              <a:gd name="connsiteX1" fmla="*/ 6963 w 1345759"/>
              <a:gd name="connsiteY1" fmla="*/ 657241 h 1479811"/>
              <a:gd name="connsiteX2" fmla="*/ 10138 w 1345759"/>
              <a:gd name="connsiteY2" fmla="*/ 968391 h 1479811"/>
              <a:gd name="connsiteX3" fmla="*/ 16488 w 1345759"/>
              <a:gd name="connsiteY3" fmla="*/ 1276366 h 1479811"/>
              <a:gd name="connsiteX4" fmla="*/ 35538 w 1345759"/>
              <a:gd name="connsiteY4" fmla="*/ 1425591 h 1479811"/>
              <a:gd name="connsiteX5" fmla="*/ 133963 w 1345759"/>
              <a:gd name="connsiteY5" fmla="*/ 1476391 h 1479811"/>
              <a:gd name="connsiteX6" fmla="*/ 416538 w 1345759"/>
              <a:gd name="connsiteY6" fmla="*/ 1473216 h 1479811"/>
              <a:gd name="connsiteX7" fmla="*/ 813413 w 1345759"/>
              <a:gd name="connsiteY7" fmla="*/ 1457341 h 1479811"/>
              <a:gd name="connsiteX8" fmla="*/ 1026138 w 1345759"/>
              <a:gd name="connsiteY8" fmla="*/ 1449932 h 1479811"/>
              <a:gd name="connsiteX9" fmla="*/ 1191238 w 1345759"/>
              <a:gd name="connsiteY9" fmla="*/ 1449932 h 1479811"/>
              <a:gd name="connsiteX10" fmla="*/ 1151021 w 1345759"/>
              <a:gd name="connsiteY10" fmla="*/ 1310233 h 1479811"/>
              <a:gd name="connsiteX11" fmla="*/ 1105513 w 1345759"/>
              <a:gd name="connsiteY11" fmla="*/ 1097507 h 1479811"/>
              <a:gd name="connsiteX12" fmla="*/ 1117155 w 1345759"/>
              <a:gd name="connsiteY12" fmla="*/ 962041 h 1479811"/>
              <a:gd name="connsiteX13" fmla="*/ 1158430 w 1345759"/>
              <a:gd name="connsiteY13" fmla="*/ 901716 h 1479811"/>
              <a:gd name="connsiteX14" fmla="*/ 1246271 w 1345759"/>
              <a:gd name="connsiteY14" fmla="*/ 918650 h 1479811"/>
              <a:gd name="connsiteX15" fmla="*/ 1308713 w 1345759"/>
              <a:gd name="connsiteY15" fmla="*/ 876316 h 1479811"/>
              <a:gd name="connsiteX16" fmla="*/ 1345755 w 1345759"/>
              <a:gd name="connsiteY16" fmla="*/ 763075 h 1479811"/>
              <a:gd name="connsiteX17" fmla="*/ 1306597 w 1345759"/>
              <a:gd name="connsiteY17" fmla="*/ 646658 h 1479811"/>
              <a:gd name="connsiteX18" fmla="*/ 1207113 w 1345759"/>
              <a:gd name="connsiteY18" fmla="*/ 614908 h 1479811"/>
              <a:gd name="connsiteX19" fmla="*/ 1124563 w 1345759"/>
              <a:gd name="connsiteY19" fmla="*/ 657241 h 1479811"/>
              <a:gd name="connsiteX20" fmla="*/ 1167955 w 1345759"/>
              <a:gd name="connsiteY20" fmla="*/ 388424 h 1479811"/>
              <a:gd name="connsiteX21" fmla="*/ 1156313 w 1345759"/>
              <a:gd name="connsiteY21" fmla="*/ 180991 h 1479811"/>
              <a:gd name="connsiteX22" fmla="*/ 1127738 w 1345759"/>
              <a:gd name="connsiteY22" fmla="*/ 104791 h 1479811"/>
              <a:gd name="connsiteX23" fmla="*/ 1073763 w 1345759"/>
              <a:gd name="connsiteY23" fmla="*/ 101616 h 1479811"/>
              <a:gd name="connsiteX24" fmla="*/ 978513 w 1345759"/>
              <a:gd name="connsiteY24" fmla="*/ 28591 h 1479811"/>
              <a:gd name="connsiteX25" fmla="*/ 851513 w 1345759"/>
              <a:gd name="connsiteY25" fmla="*/ 16 h 1479811"/>
              <a:gd name="connsiteX26" fmla="*/ 730863 w 1345759"/>
              <a:gd name="connsiteY26" fmla="*/ 31766 h 1479811"/>
              <a:gd name="connsiteX27" fmla="*/ 718163 w 1345759"/>
              <a:gd name="connsiteY27" fmla="*/ 117491 h 1479811"/>
              <a:gd name="connsiteX28" fmla="*/ 753088 w 1345759"/>
              <a:gd name="connsiteY28" fmla="*/ 201100 h 1479811"/>
              <a:gd name="connsiteX29" fmla="*/ 705463 w 1345759"/>
              <a:gd name="connsiteY29" fmla="*/ 272008 h 1479811"/>
              <a:gd name="connsiteX30" fmla="*/ 595395 w 1345759"/>
              <a:gd name="connsiteY30" fmla="*/ 306934 h 1479811"/>
              <a:gd name="connsiteX31" fmla="*/ 471571 w 1345759"/>
              <a:gd name="connsiteY31" fmla="*/ 283649 h 1479811"/>
              <a:gd name="connsiteX32" fmla="*/ 419713 w 1345759"/>
              <a:gd name="connsiteY32" fmla="*/ 188399 h 1479811"/>
              <a:gd name="connsiteX33" fmla="*/ 451463 w 1345759"/>
              <a:gd name="connsiteY33" fmla="*/ 117491 h 1479811"/>
              <a:gd name="connsiteX34" fmla="*/ 435588 w 1345759"/>
              <a:gd name="connsiteY34" fmla="*/ 41291 h 1479811"/>
              <a:gd name="connsiteX35" fmla="*/ 311763 w 1345759"/>
              <a:gd name="connsiteY35" fmla="*/ 38116 h 1479811"/>
              <a:gd name="connsiteX36" fmla="*/ 146663 w 1345759"/>
              <a:gd name="connsiteY36" fmla="*/ 98441 h 1479811"/>
              <a:gd name="connsiteX37" fmla="*/ 76813 w 1345759"/>
              <a:gd name="connsiteY37" fmla="*/ 136541 h 1479811"/>
              <a:gd name="connsiteX38" fmla="*/ 4846 w 1345759"/>
              <a:gd name="connsiteY38" fmla="*/ 186282 h 1479811"/>
              <a:gd name="connsiteX0" fmla="*/ 2203 w 1343116"/>
              <a:gd name="connsiteY0" fmla="*/ 186282 h 1479811"/>
              <a:gd name="connsiteX1" fmla="*/ 4320 w 1343116"/>
              <a:gd name="connsiteY1" fmla="*/ 657241 h 1479811"/>
              <a:gd name="connsiteX2" fmla="*/ 7495 w 1343116"/>
              <a:gd name="connsiteY2" fmla="*/ 968391 h 1479811"/>
              <a:gd name="connsiteX3" fmla="*/ 13845 w 1343116"/>
              <a:gd name="connsiteY3" fmla="*/ 1276366 h 1479811"/>
              <a:gd name="connsiteX4" fmla="*/ 32895 w 1343116"/>
              <a:gd name="connsiteY4" fmla="*/ 1425591 h 1479811"/>
              <a:gd name="connsiteX5" fmla="*/ 131320 w 1343116"/>
              <a:gd name="connsiteY5" fmla="*/ 1476391 h 1479811"/>
              <a:gd name="connsiteX6" fmla="*/ 413895 w 1343116"/>
              <a:gd name="connsiteY6" fmla="*/ 1473216 h 1479811"/>
              <a:gd name="connsiteX7" fmla="*/ 810770 w 1343116"/>
              <a:gd name="connsiteY7" fmla="*/ 1457341 h 1479811"/>
              <a:gd name="connsiteX8" fmla="*/ 1023495 w 1343116"/>
              <a:gd name="connsiteY8" fmla="*/ 1449932 h 1479811"/>
              <a:gd name="connsiteX9" fmla="*/ 1188595 w 1343116"/>
              <a:gd name="connsiteY9" fmla="*/ 1449932 h 1479811"/>
              <a:gd name="connsiteX10" fmla="*/ 1148378 w 1343116"/>
              <a:gd name="connsiteY10" fmla="*/ 1310233 h 1479811"/>
              <a:gd name="connsiteX11" fmla="*/ 1102870 w 1343116"/>
              <a:gd name="connsiteY11" fmla="*/ 1097507 h 1479811"/>
              <a:gd name="connsiteX12" fmla="*/ 1114512 w 1343116"/>
              <a:gd name="connsiteY12" fmla="*/ 962041 h 1479811"/>
              <a:gd name="connsiteX13" fmla="*/ 1155787 w 1343116"/>
              <a:gd name="connsiteY13" fmla="*/ 901716 h 1479811"/>
              <a:gd name="connsiteX14" fmla="*/ 1243628 w 1343116"/>
              <a:gd name="connsiteY14" fmla="*/ 918650 h 1479811"/>
              <a:gd name="connsiteX15" fmla="*/ 1306070 w 1343116"/>
              <a:gd name="connsiteY15" fmla="*/ 876316 h 1479811"/>
              <a:gd name="connsiteX16" fmla="*/ 1343112 w 1343116"/>
              <a:gd name="connsiteY16" fmla="*/ 763075 h 1479811"/>
              <a:gd name="connsiteX17" fmla="*/ 1303954 w 1343116"/>
              <a:gd name="connsiteY17" fmla="*/ 646658 h 1479811"/>
              <a:gd name="connsiteX18" fmla="*/ 1204470 w 1343116"/>
              <a:gd name="connsiteY18" fmla="*/ 614908 h 1479811"/>
              <a:gd name="connsiteX19" fmla="*/ 1121920 w 1343116"/>
              <a:gd name="connsiteY19" fmla="*/ 657241 h 1479811"/>
              <a:gd name="connsiteX20" fmla="*/ 1165312 w 1343116"/>
              <a:gd name="connsiteY20" fmla="*/ 388424 h 1479811"/>
              <a:gd name="connsiteX21" fmla="*/ 1153670 w 1343116"/>
              <a:gd name="connsiteY21" fmla="*/ 180991 h 1479811"/>
              <a:gd name="connsiteX22" fmla="*/ 1125095 w 1343116"/>
              <a:gd name="connsiteY22" fmla="*/ 104791 h 1479811"/>
              <a:gd name="connsiteX23" fmla="*/ 1071120 w 1343116"/>
              <a:gd name="connsiteY23" fmla="*/ 101616 h 1479811"/>
              <a:gd name="connsiteX24" fmla="*/ 975870 w 1343116"/>
              <a:gd name="connsiteY24" fmla="*/ 28591 h 1479811"/>
              <a:gd name="connsiteX25" fmla="*/ 848870 w 1343116"/>
              <a:gd name="connsiteY25" fmla="*/ 16 h 1479811"/>
              <a:gd name="connsiteX26" fmla="*/ 728220 w 1343116"/>
              <a:gd name="connsiteY26" fmla="*/ 31766 h 1479811"/>
              <a:gd name="connsiteX27" fmla="*/ 715520 w 1343116"/>
              <a:gd name="connsiteY27" fmla="*/ 117491 h 1479811"/>
              <a:gd name="connsiteX28" fmla="*/ 750445 w 1343116"/>
              <a:gd name="connsiteY28" fmla="*/ 201100 h 1479811"/>
              <a:gd name="connsiteX29" fmla="*/ 702820 w 1343116"/>
              <a:gd name="connsiteY29" fmla="*/ 272008 h 1479811"/>
              <a:gd name="connsiteX30" fmla="*/ 592752 w 1343116"/>
              <a:gd name="connsiteY30" fmla="*/ 306934 h 1479811"/>
              <a:gd name="connsiteX31" fmla="*/ 468928 w 1343116"/>
              <a:gd name="connsiteY31" fmla="*/ 283649 h 1479811"/>
              <a:gd name="connsiteX32" fmla="*/ 417070 w 1343116"/>
              <a:gd name="connsiteY32" fmla="*/ 188399 h 1479811"/>
              <a:gd name="connsiteX33" fmla="*/ 448820 w 1343116"/>
              <a:gd name="connsiteY33" fmla="*/ 117491 h 1479811"/>
              <a:gd name="connsiteX34" fmla="*/ 432945 w 1343116"/>
              <a:gd name="connsiteY34" fmla="*/ 41291 h 1479811"/>
              <a:gd name="connsiteX35" fmla="*/ 309120 w 1343116"/>
              <a:gd name="connsiteY35" fmla="*/ 38116 h 1479811"/>
              <a:gd name="connsiteX36" fmla="*/ 144020 w 1343116"/>
              <a:gd name="connsiteY36" fmla="*/ 98441 h 1479811"/>
              <a:gd name="connsiteX37" fmla="*/ 38186 w 1343116"/>
              <a:gd name="connsiteY37" fmla="*/ 142891 h 1479811"/>
              <a:gd name="connsiteX38" fmla="*/ 2203 w 1343116"/>
              <a:gd name="connsiteY38" fmla="*/ 186282 h 1479811"/>
              <a:gd name="connsiteX0" fmla="*/ 2203 w 1343116"/>
              <a:gd name="connsiteY0" fmla="*/ 203216 h 1479811"/>
              <a:gd name="connsiteX1" fmla="*/ 4320 w 1343116"/>
              <a:gd name="connsiteY1" fmla="*/ 657241 h 1479811"/>
              <a:gd name="connsiteX2" fmla="*/ 7495 w 1343116"/>
              <a:gd name="connsiteY2" fmla="*/ 968391 h 1479811"/>
              <a:gd name="connsiteX3" fmla="*/ 13845 w 1343116"/>
              <a:gd name="connsiteY3" fmla="*/ 1276366 h 1479811"/>
              <a:gd name="connsiteX4" fmla="*/ 32895 w 1343116"/>
              <a:gd name="connsiteY4" fmla="*/ 1425591 h 1479811"/>
              <a:gd name="connsiteX5" fmla="*/ 131320 w 1343116"/>
              <a:gd name="connsiteY5" fmla="*/ 1476391 h 1479811"/>
              <a:gd name="connsiteX6" fmla="*/ 413895 w 1343116"/>
              <a:gd name="connsiteY6" fmla="*/ 1473216 h 1479811"/>
              <a:gd name="connsiteX7" fmla="*/ 810770 w 1343116"/>
              <a:gd name="connsiteY7" fmla="*/ 1457341 h 1479811"/>
              <a:gd name="connsiteX8" fmla="*/ 1023495 w 1343116"/>
              <a:gd name="connsiteY8" fmla="*/ 1449932 h 1479811"/>
              <a:gd name="connsiteX9" fmla="*/ 1188595 w 1343116"/>
              <a:gd name="connsiteY9" fmla="*/ 1449932 h 1479811"/>
              <a:gd name="connsiteX10" fmla="*/ 1148378 w 1343116"/>
              <a:gd name="connsiteY10" fmla="*/ 1310233 h 1479811"/>
              <a:gd name="connsiteX11" fmla="*/ 1102870 w 1343116"/>
              <a:gd name="connsiteY11" fmla="*/ 1097507 h 1479811"/>
              <a:gd name="connsiteX12" fmla="*/ 1114512 w 1343116"/>
              <a:gd name="connsiteY12" fmla="*/ 962041 h 1479811"/>
              <a:gd name="connsiteX13" fmla="*/ 1155787 w 1343116"/>
              <a:gd name="connsiteY13" fmla="*/ 901716 h 1479811"/>
              <a:gd name="connsiteX14" fmla="*/ 1243628 w 1343116"/>
              <a:gd name="connsiteY14" fmla="*/ 918650 h 1479811"/>
              <a:gd name="connsiteX15" fmla="*/ 1306070 w 1343116"/>
              <a:gd name="connsiteY15" fmla="*/ 876316 h 1479811"/>
              <a:gd name="connsiteX16" fmla="*/ 1343112 w 1343116"/>
              <a:gd name="connsiteY16" fmla="*/ 763075 h 1479811"/>
              <a:gd name="connsiteX17" fmla="*/ 1303954 w 1343116"/>
              <a:gd name="connsiteY17" fmla="*/ 646658 h 1479811"/>
              <a:gd name="connsiteX18" fmla="*/ 1204470 w 1343116"/>
              <a:gd name="connsiteY18" fmla="*/ 614908 h 1479811"/>
              <a:gd name="connsiteX19" fmla="*/ 1121920 w 1343116"/>
              <a:gd name="connsiteY19" fmla="*/ 657241 h 1479811"/>
              <a:gd name="connsiteX20" fmla="*/ 1165312 w 1343116"/>
              <a:gd name="connsiteY20" fmla="*/ 388424 h 1479811"/>
              <a:gd name="connsiteX21" fmla="*/ 1153670 w 1343116"/>
              <a:gd name="connsiteY21" fmla="*/ 180991 h 1479811"/>
              <a:gd name="connsiteX22" fmla="*/ 1125095 w 1343116"/>
              <a:gd name="connsiteY22" fmla="*/ 104791 h 1479811"/>
              <a:gd name="connsiteX23" fmla="*/ 1071120 w 1343116"/>
              <a:gd name="connsiteY23" fmla="*/ 101616 h 1479811"/>
              <a:gd name="connsiteX24" fmla="*/ 975870 w 1343116"/>
              <a:gd name="connsiteY24" fmla="*/ 28591 h 1479811"/>
              <a:gd name="connsiteX25" fmla="*/ 848870 w 1343116"/>
              <a:gd name="connsiteY25" fmla="*/ 16 h 1479811"/>
              <a:gd name="connsiteX26" fmla="*/ 728220 w 1343116"/>
              <a:gd name="connsiteY26" fmla="*/ 31766 h 1479811"/>
              <a:gd name="connsiteX27" fmla="*/ 715520 w 1343116"/>
              <a:gd name="connsiteY27" fmla="*/ 117491 h 1479811"/>
              <a:gd name="connsiteX28" fmla="*/ 750445 w 1343116"/>
              <a:gd name="connsiteY28" fmla="*/ 201100 h 1479811"/>
              <a:gd name="connsiteX29" fmla="*/ 702820 w 1343116"/>
              <a:gd name="connsiteY29" fmla="*/ 272008 h 1479811"/>
              <a:gd name="connsiteX30" fmla="*/ 592752 w 1343116"/>
              <a:gd name="connsiteY30" fmla="*/ 306934 h 1479811"/>
              <a:gd name="connsiteX31" fmla="*/ 468928 w 1343116"/>
              <a:gd name="connsiteY31" fmla="*/ 283649 h 1479811"/>
              <a:gd name="connsiteX32" fmla="*/ 417070 w 1343116"/>
              <a:gd name="connsiteY32" fmla="*/ 188399 h 1479811"/>
              <a:gd name="connsiteX33" fmla="*/ 448820 w 1343116"/>
              <a:gd name="connsiteY33" fmla="*/ 117491 h 1479811"/>
              <a:gd name="connsiteX34" fmla="*/ 432945 w 1343116"/>
              <a:gd name="connsiteY34" fmla="*/ 41291 h 1479811"/>
              <a:gd name="connsiteX35" fmla="*/ 309120 w 1343116"/>
              <a:gd name="connsiteY35" fmla="*/ 38116 h 1479811"/>
              <a:gd name="connsiteX36" fmla="*/ 144020 w 1343116"/>
              <a:gd name="connsiteY36" fmla="*/ 98441 h 1479811"/>
              <a:gd name="connsiteX37" fmla="*/ 38186 w 1343116"/>
              <a:gd name="connsiteY37" fmla="*/ 142891 h 1479811"/>
              <a:gd name="connsiteX38" fmla="*/ 2203 w 1343116"/>
              <a:gd name="connsiteY38" fmla="*/ 203216 h 1479811"/>
              <a:gd name="connsiteX0" fmla="*/ 6877 w 1347790"/>
              <a:gd name="connsiteY0" fmla="*/ 203216 h 1479811"/>
              <a:gd name="connsiteX1" fmla="*/ 8994 w 1347790"/>
              <a:gd name="connsiteY1" fmla="*/ 657241 h 1479811"/>
              <a:gd name="connsiteX2" fmla="*/ 12169 w 1347790"/>
              <a:gd name="connsiteY2" fmla="*/ 968391 h 1479811"/>
              <a:gd name="connsiteX3" fmla="*/ 18519 w 1347790"/>
              <a:gd name="connsiteY3" fmla="*/ 1276366 h 1479811"/>
              <a:gd name="connsiteX4" fmla="*/ 37569 w 1347790"/>
              <a:gd name="connsiteY4" fmla="*/ 1425591 h 1479811"/>
              <a:gd name="connsiteX5" fmla="*/ 135994 w 1347790"/>
              <a:gd name="connsiteY5" fmla="*/ 1476391 h 1479811"/>
              <a:gd name="connsiteX6" fmla="*/ 418569 w 1347790"/>
              <a:gd name="connsiteY6" fmla="*/ 1473216 h 1479811"/>
              <a:gd name="connsiteX7" fmla="*/ 815444 w 1347790"/>
              <a:gd name="connsiteY7" fmla="*/ 1457341 h 1479811"/>
              <a:gd name="connsiteX8" fmla="*/ 1028169 w 1347790"/>
              <a:gd name="connsiteY8" fmla="*/ 1449932 h 1479811"/>
              <a:gd name="connsiteX9" fmla="*/ 1193269 w 1347790"/>
              <a:gd name="connsiteY9" fmla="*/ 1449932 h 1479811"/>
              <a:gd name="connsiteX10" fmla="*/ 1153052 w 1347790"/>
              <a:gd name="connsiteY10" fmla="*/ 1310233 h 1479811"/>
              <a:gd name="connsiteX11" fmla="*/ 1107544 w 1347790"/>
              <a:gd name="connsiteY11" fmla="*/ 1097507 h 1479811"/>
              <a:gd name="connsiteX12" fmla="*/ 1119186 w 1347790"/>
              <a:gd name="connsiteY12" fmla="*/ 962041 h 1479811"/>
              <a:gd name="connsiteX13" fmla="*/ 1160461 w 1347790"/>
              <a:gd name="connsiteY13" fmla="*/ 901716 h 1479811"/>
              <a:gd name="connsiteX14" fmla="*/ 1248302 w 1347790"/>
              <a:gd name="connsiteY14" fmla="*/ 918650 h 1479811"/>
              <a:gd name="connsiteX15" fmla="*/ 1310744 w 1347790"/>
              <a:gd name="connsiteY15" fmla="*/ 876316 h 1479811"/>
              <a:gd name="connsiteX16" fmla="*/ 1347786 w 1347790"/>
              <a:gd name="connsiteY16" fmla="*/ 763075 h 1479811"/>
              <a:gd name="connsiteX17" fmla="*/ 1308628 w 1347790"/>
              <a:gd name="connsiteY17" fmla="*/ 646658 h 1479811"/>
              <a:gd name="connsiteX18" fmla="*/ 1209144 w 1347790"/>
              <a:gd name="connsiteY18" fmla="*/ 614908 h 1479811"/>
              <a:gd name="connsiteX19" fmla="*/ 1126594 w 1347790"/>
              <a:gd name="connsiteY19" fmla="*/ 657241 h 1479811"/>
              <a:gd name="connsiteX20" fmla="*/ 1169986 w 1347790"/>
              <a:gd name="connsiteY20" fmla="*/ 388424 h 1479811"/>
              <a:gd name="connsiteX21" fmla="*/ 1158344 w 1347790"/>
              <a:gd name="connsiteY21" fmla="*/ 180991 h 1479811"/>
              <a:gd name="connsiteX22" fmla="*/ 1129769 w 1347790"/>
              <a:gd name="connsiteY22" fmla="*/ 104791 h 1479811"/>
              <a:gd name="connsiteX23" fmla="*/ 1075794 w 1347790"/>
              <a:gd name="connsiteY23" fmla="*/ 101616 h 1479811"/>
              <a:gd name="connsiteX24" fmla="*/ 980544 w 1347790"/>
              <a:gd name="connsiteY24" fmla="*/ 28591 h 1479811"/>
              <a:gd name="connsiteX25" fmla="*/ 853544 w 1347790"/>
              <a:gd name="connsiteY25" fmla="*/ 16 h 1479811"/>
              <a:gd name="connsiteX26" fmla="*/ 732894 w 1347790"/>
              <a:gd name="connsiteY26" fmla="*/ 31766 h 1479811"/>
              <a:gd name="connsiteX27" fmla="*/ 720194 w 1347790"/>
              <a:gd name="connsiteY27" fmla="*/ 117491 h 1479811"/>
              <a:gd name="connsiteX28" fmla="*/ 755119 w 1347790"/>
              <a:gd name="connsiteY28" fmla="*/ 201100 h 1479811"/>
              <a:gd name="connsiteX29" fmla="*/ 707494 w 1347790"/>
              <a:gd name="connsiteY29" fmla="*/ 272008 h 1479811"/>
              <a:gd name="connsiteX30" fmla="*/ 597426 w 1347790"/>
              <a:gd name="connsiteY30" fmla="*/ 306934 h 1479811"/>
              <a:gd name="connsiteX31" fmla="*/ 473602 w 1347790"/>
              <a:gd name="connsiteY31" fmla="*/ 283649 h 1479811"/>
              <a:gd name="connsiteX32" fmla="*/ 421744 w 1347790"/>
              <a:gd name="connsiteY32" fmla="*/ 188399 h 1479811"/>
              <a:gd name="connsiteX33" fmla="*/ 453494 w 1347790"/>
              <a:gd name="connsiteY33" fmla="*/ 117491 h 1479811"/>
              <a:gd name="connsiteX34" fmla="*/ 437619 w 1347790"/>
              <a:gd name="connsiteY34" fmla="*/ 41291 h 1479811"/>
              <a:gd name="connsiteX35" fmla="*/ 313794 w 1347790"/>
              <a:gd name="connsiteY35" fmla="*/ 38116 h 1479811"/>
              <a:gd name="connsiteX36" fmla="*/ 148694 w 1347790"/>
              <a:gd name="connsiteY36" fmla="*/ 98441 h 1479811"/>
              <a:gd name="connsiteX37" fmla="*/ 42860 w 1347790"/>
              <a:gd name="connsiteY37" fmla="*/ 142891 h 1479811"/>
              <a:gd name="connsiteX38" fmla="*/ 6877 w 1347790"/>
              <a:gd name="connsiteY38" fmla="*/ 203216 h 1479811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1744 w 1347790"/>
              <a:gd name="connsiteY32" fmla="*/ 188397 h 1479809"/>
              <a:gd name="connsiteX33" fmla="*/ 45349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349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191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19186 w 1347790"/>
              <a:gd name="connsiteY20" fmla="*/ 388422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3636 w 1347790"/>
              <a:gd name="connsiteY13" fmla="*/ 9144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3636 w 1347790"/>
              <a:gd name="connsiteY13" fmla="*/ 914414 h 1479809"/>
              <a:gd name="connsiteX14" fmla="*/ 1241952 w 1347790"/>
              <a:gd name="connsiteY14" fmla="*/ 93769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848"/>
              <a:gd name="connsiteY0" fmla="*/ 203214 h 1479809"/>
              <a:gd name="connsiteX1" fmla="*/ 8994 w 1347848"/>
              <a:gd name="connsiteY1" fmla="*/ 657239 h 1479809"/>
              <a:gd name="connsiteX2" fmla="*/ 12169 w 1347848"/>
              <a:gd name="connsiteY2" fmla="*/ 968389 h 1479809"/>
              <a:gd name="connsiteX3" fmla="*/ 18519 w 1347848"/>
              <a:gd name="connsiteY3" fmla="*/ 1276364 h 1479809"/>
              <a:gd name="connsiteX4" fmla="*/ 37569 w 1347848"/>
              <a:gd name="connsiteY4" fmla="*/ 1425589 h 1479809"/>
              <a:gd name="connsiteX5" fmla="*/ 135994 w 1347848"/>
              <a:gd name="connsiteY5" fmla="*/ 1476389 h 1479809"/>
              <a:gd name="connsiteX6" fmla="*/ 418569 w 1347848"/>
              <a:gd name="connsiteY6" fmla="*/ 1473214 h 1479809"/>
              <a:gd name="connsiteX7" fmla="*/ 815444 w 1347848"/>
              <a:gd name="connsiteY7" fmla="*/ 1457339 h 1479809"/>
              <a:gd name="connsiteX8" fmla="*/ 1028169 w 1347848"/>
              <a:gd name="connsiteY8" fmla="*/ 1449930 h 1479809"/>
              <a:gd name="connsiteX9" fmla="*/ 1193269 w 1347848"/>
              <a:gd name="connsiteY9" fmla="*/ 1449930 h 1479809"/>
              <a:gd name="connsiteX10" fmla="*/ 1153052 w 1347848"/>
              <a:gd name="connsiteY10" fmla="*/ 1310231 h 1479809"/>
              <a:gd name="connsiteX11" fmla="*/ 1107544 w 1347848"/>
              <a:gd name="connsiteY11" fmla="*/ 1097505 h 1479809"/>
              <a:gd name="connsiteX12" fmla="*/ 1096961 w 1347848"/>
              <a:gd name="connsiteY12" fmla="*/ 955689 h 1479809"/>
              <a:gd name="connsiteX13" fmla="*/ 1163636 w 1347848"/>
              <a:gd name="connsiteY13" fmla="*/ 914414 h 1479809"/>
              <a:gd name="connsiteX14" fmla="*/ 1241952 w 1347848"/>
              <a:gd name="connsiteY14" fmla="*/ 937698 h 1479809"/>
              <a:gd name="connsiteX15" fmla="*/ 1301219 w 1347848"/>
              <a:gd name="connsiteY15" fmla="*/ 876314 h 1479809"/>
              <a:gd name="connsiteX16" fmla="*/ 1347786 w 1347848"/>
              <a:gd name="connsiteY16" fmla="*/ 763073 h 1479809"/>
              <a:gd name="connsiteX17" fmla="*/ 1308628 w 1347848"/>
              <a:gd name="connsiteY17" fmla="*/ 646656 h 1479809"/>
              <a:gd name="connsiteX18" fmla="*/ 1209144 w 1347848"/>
              <a:gd name="connsiteY18" fmla="*/ 614906 h 1479809"/>
              <a:gd name="connsiteX19" fmla="*/ 1094844 w 1347848"/>
              <a:gd name="connsiteY19" fmla="*/ 654064 h 1479809"/>
              <a:gd name="connsiteX20" fmla="*/ 1077911 w 1347848"/>
              <a:gd name="connsiteY20" fmla="*/ 423347 h 1479809"/>
              <a:gd name="connsiteX21" fmla="*/ 1126594 w 1347848"/>
              <a:gd name="connsiteY21" fmla="*/ 180989 h 1479809"/>
              <a:gd name="connsiteX22" fmla="*/ 1129769 w 1347848"/>
              <a:gd name="connsiteY22" fmla="*/ 104789 h 1479809"/>
              <a:gd name="connsiteX23" fmla="*/ 1075794 w 1347848"/>
              <a:gd name="connsiteY23" fmla="*/ 86797 h 1479809"/>
              <a:gd name="connsiteX24" fmla="*/ 980544 w 1347848"/>
              <a:gd name="connsiteY24" fmla="*/ 28589 h 1479809"/>
              <a:gd name="connsiteX25" fmla="*/ 853544 w 1347848"/>
              <a:gd name="connsiteY25" fmla="*/ 14 h 1479809"/>
              <a:gd name="connsiteX26" fmla="*/ 732894 w 1347848"/>
              <a:gd name="connsiteY26" fmla="*/ 31764 h 1479809"/>
              <a:gd name="connsiteX27" fmla="*/ 720194 w 1347848"/>
              <a:gd name="connsiteY27" fmla="*/ 117489 h 1479809"/>
              <a:gd name="connsiteX28" fmla="*/ 755119 w 1347848"/>
              <a:gd name="connsiteY28" fmla="*/ 201098 h 1479809"/>
              <a:gd name="connsiteX29" fmla="*/ 707494 w 1347848"/>
              <a:gd name="connsiteY29" fmla="*/ 272006 h 1479809"/>
              <a:gd name="connsiteX30" fmla="*/ 597426 w 1347848"/>
              <a:gd name="connsiteY30" fmla="*/ 306932 h 1479809"/>
              <a:gd name="connsiteX31" fmla="*/ 473602 w 1347848"/>
              <a:gd name="connsiteY31" fmla="*/ 283647 h 1479809"/>
              <a:gd name="connsiteX32" fmla="*/ 428094 w 1347848"/>
              <a:gd name="connsiteY32" fmla="*/ 194747 h 1479809"/>
              <a:gd name="connsiteX33" fmla="*/ 459844 w 1347848"/>
              <a:gd name="connsiteY33" fmla="*/ 117489 h 1479809"/>
              <a:gd name="connsiteX34" fmla="*/ 437619 w 1347848"/>
              <a:gd name="connsiteY34" fmla="*/ 41289 h 1479809"/>
              <a:gd name="connsiteX35" fmla="*/ 313794 w 1347848"/>
              <a:gd name="connsiteY35" fmla="*/ 38114 h 1479809"/>
              <a:gd name="connsiteX36" fmla="*/ 148694 w 1347848"/>
              <a:gd name="connsiteY36" fmla="*/ 98439 h 1479809"/>
              <a:gd name="connsiteX37" fmla="*/ 42860 w 1347848"/>
              <a:gd name="connsiteY37" fmla="*/ 142889 h 1479809"/>
              <a:gd name="connsiteX38" fmla="*/ 6877 w 1347848"/>
              <a:gd name="connsiteY38" fmla="*/ 203214 h 1479809"/>
              <a:gd name="connsiteX0" fmla="*/ 6877 w 1316660"/>
              <a:gd name="connsiteY0" fmla="*/ 203214 h 1479809"/>
              <a:gd name="connsiteX1" fmla="*/ 8994 w 1316660"/>
              <a:gd name="connsiteY1" fmla="*/ 657239 h 1479809"/>
              <a:gd name="connsiteX2" fmla="*/ 12169 w 1316660"/>
              <a:gd name="connsiteY2" fmla="*/ 968389 h 1479809"/>
              <a:gd name="connsiteX3" fmla="*/ 18519 w 1316660"/>
              <a:gd name="connsiteY3" fmla="*/ 1276364 h 1479809"/>
              <a:gd name="connsiteX4" fmla="*/ 37569 w 1316660"/>
              <a:gd name="connsiteY4" fmla="*/ 1425589 h 1479809"/>
              <a:gd name="connsiteX5" fmla="*/ 135994 w 1316660"/>
              <a:gd name="connsiteY5" fmla="*/ 1476389 h 1479809"/>
              <a:gd name="connsiteX6" fmla="*/ 418569 w 1316660"/>
              <a:gd name="connsiteY6" fmla="*/ 1473214 h 1479809"/>
              <a:gd name="connsiteX7" fmla="*/ 815444 w 1316660"/>
              <a:gd name="connsiteY7" fmla="*/ 1457339 h 1479809"/>
              <a:gd name="connsiteX8" fmla="*/ 1028169 w 1316660"/>
              <a:gd name="connsiteY8" fmla="*/ 1449930 h 1479809"/>
              <a:gd name="connsiteX9" fmla="*/ 1193269 w 1316660"/>
              <a:gd name="connsiteY9" fmla="*/ 1449930 h 1479809"/>
              <a:gd name="connsiteX10" fmla="*/ 1153052 w 1316660"/>
              <a:gd name="connsiteY10" fmla="*/ 1310231 h 1479809"/>
              <a:gd name="connsiteX11" fmla="*/ 1107544 w 1316660"/>
              <a:gd name="connsiteY11" fmla="*/ 1097505 h 1479809"/>
              <a:gd name="connsiteX12" fmla="*/ 1096961 w 1316660"/>
              <a:gd name="connsiteY12" fmla="*/ 955689 h 1479809"/>
              <a:gd name="connsiteX13" fmla="*/ 1163636 w 1316660"/>
              <a:gd name="connsiteY13" fmla="*/ 914414 h 1479809"/>
              <a:gd name="connsiteX14" fmla="*/ 1241952 w 1316660"/>
              <a:gd name="connsiteY14" fmla="*/ 937698 h 1479809"/>
              <a:gd name="connsiteX15" fmla="*/ 1301219 w 1316660"/>
              <a:gd name="connsiteY15" fmla="*/ 876314 h 1479809"/>
              <a:gd name="connsiteX16" fmla="*/ 1309686 w 1316660"/>
              <a:gd name="connsiteY16" fmla="*/ 813873 h 1479809"/>
              <a:gd name="connsiteX17" fmla="*/ 1308628 w 1316660"/>
              <a:gd name="connsiteY17" fmla="*/ 646656 h 1479809"/>
              <a:gd name="connsiteX18" fmla="*/ 1209144 w 1316660"/>
              <a:gd name="connsiteY18" fmla="*/ 614906 h 1479809"/>
              <a:gd name="connsiteX19" fmla="*/ 1094844 w 1316660"/>
              <a:gd name="connsiteY19" fmla="*/ 654064 h 1479809"/>
              <a:gd name="connsiteX20" fmla="*/ 1077911 w 1316660"/>
              <a:gd name="connsiteY20" fmla="*/ 423347 h 1479809"/>
              <a:gd name="connsiteX21" fmla="*/ 1126594 w 1316660"/>
              <a:gd name="connsiteY21" fmla="*/ 180989 h 1479809"/>
              <a:gd name="connsiteX22" fmla="*/ 1129769 w 1316660"/>
              <a:gd name="connsiteY22" fmla="*/ 104789 h 1479809"/>
              <a:gd name="connsiteX23" fmla="*/ 1075794 w 1316660"/>
              <a:gd name="connsiteY23" fmla="*/ 86797 h 1479809"/>
              <a:gd name="connsiteX24" fmla="*/ 980544 w 1316660"/>
              <a:gd name="connsiteY24" fmla="*/ 28589 h 1479809"/>
              <a:gd name="connsiteX25" fmla="*/ 853544 w 1316660"/>
              <a:gd name="connsiteY25" fmla="*/ 14 h 1479809"/>
              <a:gd name="connsiteX26" fmla="*/ 732894 w 1316660"/>
              <a:gd name="connsiteY26" fmla="*/ 31764 h 1479809"/>
              <a:gd name="connsiteX27" fmla="*/ 720194 w 1316660"/>
              <a:gd name="connsiteY27" fmla="*/ 117489 h 1479809"/>
              <a:gd name="connsiteX28" fmla="*/ 755119 w 1316660"/>
              <a:gd name="connsiteY28" fmla="*/ 201098 h 1479809"/>
              <a:gd name="connsiteX29" fmla="*/ 707494 w 1316660"/>
              <a:gd name="connsiteY29" fmla="*/ 272006 h 1479809"/>
              <a:gd name="connsiteX30" fmla="*/ 597426 w 1316660"/>
              <a:gd name="connsiteY30" fmla="*/ 306932 h 1479809"/>
              <a:gd name="connsiteX31" fmla="*/ 473602 w 1316660"/>
              <a:gd name="connsiteY31" fmla="*/ 283647 h 1479809"/>
              <a:gd name="connsiteX32" fmla="*/ 428094 w 1316660"/>
              <a:gd name="connsiteY32" fmla="*/ 194747 h 1479809"/>
              <a:gd name="connsiteX33" fmla="*/ 459844 w 1316660"/>
              <a:gd name="connsiteY33" fmla="*/ 117489 h 1479809"/>
              <a:gd name="connsiteX34" fmla="*/ 437619 w 1316660"/>
              <a:gd name="connsiteY34" fmla="*/ 41289 h 1479809"/>
              <a:gd name="connsiteX35" fmla="*/ 313794 w 1316660"/>
              <a:gd name="connsiteY35" fmla="*/ 38114 h 1479809"/>
              <a:gd name="connsiteX36" fmla="*/ 148694 w 1316660"/>
              <a:gd name="connsiteY36" fmla="*/ 98439 h 1479809"/>
              <a:gd name="connsiteX37" fmla="*/ 42860 w 1316660"/>
              <a:gd name="connsiteY37" fmla="*/ 142889 h 1479809"/>
              <a:gd name="connsiteX38" fmla="*/ 6877 w 1316660"/>
              <a:gd name="connsiteY38" fmla="*/ 203214 h 1479809"/>
              <a:gd name="connsiteX0" fmla="*/ 6877 w 1333664"/>
              <a:gd name="connsiteY0" fmla="*/ 203214 h 1479809"/>
              <a:gd name="connsiteX1" fmla="*/ 8994 w 1333664"/>
              <a:gd name="connsiteY1" fmla="*/ 657239 h 1479809"/>
              <a:gd name="connsiteX2" fmla="*/ 12169 w 1333664"/>
              <a:gd name="connsiteY2" fmla="*/ 968389 h 1479809"/>
              <a:gd name="connsiteX3" fmla="*/ 18519 w 1333664"/>
              <a:gd name="connsiteY3" fmla="*/ 1276364 h 1479809"/>
              <a:gd name="connsiteX4" fmla="*/ 37569 w 1333664"/>
              <a:gd name="connsiteY4" fmla="*/ 1425589 h 1479809"/>
              <a:gd name="connsiteX5" fmla="*/ 135994 w 1333664"/>
              <a:gd name="connsiteY5" fmla="*/ 1476389 h 1479809"/>
              <a:gd name="connsiteX6" fmla="*/ 418569 w 1333664"/>
              <a:gd name="connsiteY6" fmla="*/ 1473214 h 1479809"/>
              <a:gd name="connsiteX7" fmla="*/ 815444 w 1333664"/>
              <a:gd name="connsiteY7" fmla="*/ 1457339 h 1479809"/>
              <a:gd name="connsiteX8" fmla="*/ 1028169 w 1333664"/>
              <a:gd name="connsiteY8" fmla="*/ 1449930 h 1479809"/>
              <a:gd name="connsiteX9" fmla="*/ 1193269 w 1333664"/>
              <a:gd name="connsiteY9" fmla="*/ 1449930 h 1479809"/>
              <a:gd name="connsiteX10" fmla="*/ 1153052 w 1333664"/>
              <a:gd name="connsiteY10" fmla="*/ 1310231 h 1479809"/>
              <a:gd name="connsiteX11" fmla="*/ 1107544 w 1333664"/>
              <a:gd name="connsiteY11" fmla="*/ 1097505 h 1479809"/>
              <a:gd name="connsiteX12" fmla="*/ 1096961 w 1333664"/>
              <a:gd name="connsiteY12" fmla="*/ 955689 h 1479809"/>
              <a:gd name="connsiteX13" fmla="*/ 1163636 w 1333664"/>
              <a:gd name="connsiteY13" fmla="*/ 914414 h 1479809"/>
              <a:gd name="connsiteX14" fmla="*/ 1241952 w 1333664"/>
              <a:gd name="connsiteY14" fmla="*/ 937698 h 1479809"/>
              <a:gd name="connsiteX15" fmla="*/ 1301219 w 1333664"/>
              <a:gd name="connsiteY15" fmla="*/ 876314 h 1479809"/>
              <a:gd name="connsiteX16" fmla="*/ 1333498 w 1333664"/>
              <a:gd name="connsiteY16" fmla="*/ 786885 h 1479809"/>
              <a:gd name="connsiteX17" fmla="*/ 1308628 w 1333664"/>
              <a:gd name="connsiteY17" fmla="*/ 646656 h 1479809"/>
              <a:gd name="connsiteX18" fmla="*/ 1209144 w 1333664"/>
              <a:gd name="connsiteY18" fmla="*/ 614906 h 1479809"/>
              <a:gd name="connsiteX19" fmla="*/ 1094844 w 1333664"/>
              <a:gd name="connsiteY19" fmla="*/ 654064 h 1479809"/>
              <a:gd name="connsiteX20" fmla="*/ 1077911 w 1333664"/>
              <a:gd name="connsiteY20" fmla="*/ 423347 h 1479809"/>
              <a:gd name="connsiteX21" fmla="*/ 1126594 w 1333664"/>
              <a:gd name="connsiteY21" fmla="*/ 180989 h 1479809"/>
              <a:gd name="connsiteX22" fmla="*/ 1129769 w 1333664"/>
              <a:gd name="connsiteY22" fmla="*/ 104789 h 1479809"/>
              <a:gd name="connsiteX23" fmla="*/ 1075794 w 1333664"/>
              <a:gd name="connsiteY23" fmla="*/ 86797 h 1479809"/>
              <a:gd name="connsiteX24" fmla="*/ 980544 w 1333664"/>
              <a:gd name="connsiteY24" fmla="*/ 28589 h 1479809"/>
              <a:gd name="connsiteX25" fmla="*/ 853544 w 1333664"/>
              <a:gd name="connsiteY25" fmla="*/ 14 h 1479809"/>
              <a:gd name="connsiteX26" fmla="*/ 732894 w 1333664"/>
              <a:gd name="connsiteY26" fmla="*/ 31764 h 1479809"/>
              <a:gd name="connsiteX27" fmla="*/ 720194 w 1333664"/>
              <a:gd name="connsiteY27" fmla="*/ 117489 h 1479809"/>
              <a:gd name="connsiteX28" fmla="*/ 755119 w 1333664"/>
              <a:gd name="connsiteY28" fmla="*/ 201098 h 1479809"/>
              <a:gd name="connsiteX29" fmla="*/ 707494 w 1333664"/>
              <a:gd name="connsiteY29" fmla="*/ 272006 h 1479809"/>
              <a:gd name="connsiteX30" fmla="*/ 597426 w 1333664"/>
              <a:gd name="connsiteY30" fmla="*/ 306932 h 1479809"/>
              <a:gd name="connsiteX31" fmla="*/ 473602 w 1333664"/>
              <a:gd name="connsiteY31" fmla="*/ 283647 h 1479809"/>
              <a:gd name="connsiteX32" fmla="*/ 428094 w 1333664"/>
              <a:gd name="connsiteY32" fmla="*/ 194747 h 1479809"/>
              <a:gd name="connsiteX33" fmla="*/ 459844 w 1333664"/>
              <a:gd name="connsiteY33" fmla="*/ 117489 h 1479809"/>
              <a:gd name="connsiteX34" fmla="*/ 437619 w 1333664"/>
              <a:gd name="connsiteY34" fmla="*/ 41289 h 1479809"/>
              <a:gd name="connsiteX35" fmla="*/ 313794 w 1333664"/>
              <a:gd name="connsiteY35" fmla="*/ 38114 h 1479809"/>
              <a:gd name="connsiteX36" fmla="*/ 148694 w 1333664"/>
              <a:gd name="connsiteY36" fmla="*/ 98439 h 1479809"/>
              <a:gd name="connsiteX37" fmla="*/ 42860 w 1333664"/>
              <a:gd name="connsiteY37" fmla="*/ 142889 h 1479809"/>
              <a:gd name="connsiteX38" fmla="*/ 6877 w 1333664"/>
              <a:gd name="connsiteY38" fmla="*/ 203214 h 1479809"/>
              <a:gd name="connsiteX0" fmla="*/ 6877 w 1324820"/>
              <a:gd name="connsiteY0" fmla="*/ 203214 h 1479809"/>
              <a:gd name="connsiteX1" fmla="*/ 8994 w 1324820"/>
              <a:gd name="connsiteY1" fmla="*/ 657239 h 1479809"/>
              <a:gd name="connsiteX2" fmla="*/ 12169 w 1324820"/>
              <a:gd name="connsiteY2" fmla="*/ 968389 h 1479809"/>
              <a:gd name="connsiteX3" fmla="*/ 18519 w 1324820"/>
              <a:gd name="connsiteY3" fmla="*/ 1276364 h 1479809"/>
              <a:gd name="connsiteX4" fmla="*/ 37569 w 1324820"/>
              <a:gd name="connsiteY4" fmla="*/ 1425589 h 1479809"/>
              <a:gd name="connsiteX5" fmla="*/ 135994 w 1324820"/>
              <a:gd name="connsiteY5" fmla="*/ 1476389 h 1479809"/>
              <a:gd name="connsiteX6" fmla="*/ 418569 w 1324820"/>
              <a:gd name="connsiteY6" fmla="*/ 1473214 h 1479809"/>
              <a:gd name="connsiteX7" fmla="*/ 815444 w 1324820"/>
              <a:gd name="connsiteY7" fmla="*/ 1457339 h 1479809"/>
              <a:gd name="connsiteX8" fmla="*/ 1028169 w 1324820"/>
              <a:gd name="connsiteY8" fmla="*/ 1449930 h 1479809"/>
              <a:gd name="connsiteX9" fmla="*/ 1193269 w 1324820"/>
              <a:gd name="connsiteY9" fmla="*/ 1449930 h 1479809"/>
              <a:gd name="connsiteX10" fmla="*/ 1153052 w 1324820"/>
              <a:gd name="connsiteY10" fmla="*/ 1310231 h 1479809"/>
              <a:gd name="connsiteX11" fmla="*/ 1107544 w 1324820"/>
              <a:gd name="connsiteY11" fmla="*/ 1097505 h 1479809"/>
              <a:gd name="connsiteX12" fmla="*/ 1096961 w 1324820"/>
              <a:gd name="connsiteY12" fmla="*/ 955689 h 1479809"/>
              <a:gd name="connsiteX13" fmla="*/ 1163636 w 1324820"/>
              <a:gd name="connsiteY13" fmla="*/ 914414 h 1479809"/>
              <a:gd name="connsiteX14" fmla="*/ 1241952 w 1324820"/>
              <a:gd name="connsiteY14" fmla="*/ 937698 h 1479809"/>
              <a:gd name="connsiteX15" fmla="*/ 1301219 w 1324820"/>
              <a:gd name="connsiteY15" fmla="*/ 876314 h 1479809"/>
              <a:gd name="connsiteX16" fmla="*/ 1323973 w 1324820"/>
              <a:gd name="connsiteY16" fmla="*/ 786885 h 1479809"/>
              <a:gd name="connsiteX17" fmla="*/ 1308628 w 1324820"/>
              <a:gd name="connsiteY17" fmla="*/ 646656 h 1479809"/>
              <a:gd name="connsiteX18" fmla="*/ 1209144 w 1324820"/>
              <a:gd name="connsiteY18" fmla="*/ 614906 h 1479809"/>
              <a:gd name="connsiteX19" fmla="*/ 1094844 w 1324820"/>
              <a:gd name="connsiteY19" fmla="*/ 654064 h 1479809"/>
              <a:gd name="connsiteX20" fmla="*/ 1077911 w 1324820"/>
              <a:gd name="connsiteY20" fmla="*/ 423347 h 1479809"/>
              <a:gd name="connsiteX21" fmla="*/ 1126594 w 1324820"/>
              <a:gd name="connsiteY21" fmla="*/ 180989 h 1479809"/>
              <a:gd name="connsiteX22" fmla="*/ 1129769 w 1324820"/>
              <a:gd name="connsiteY22" fmla="*/ 104789 h 1479809"/>
              <a:gd name="connsiteX23" fmla="*/ 1075794 w 1324820"/>
              <a:gd name="connsiteY23" fmla="*/ 86797 h 1479809"/>
              <a:gd name="connsiteX24" fmla="*/ 980544 w 1324820"/>
              <a:gd name="connsiteY24" fmla="*/ 28589 h 1479809"/>
              <a:gd name="connsiteX25" fmla="*/ 853544 w 1324820"/>
              <a:gd name="connsiteY25" fmla="*/ 14 h 1479809"/>
              <a:gd name="connsiteX26" fmla="*/ 732894 w 1324820"/>
              <a:gd name="connsiteY26" fmla="*/ 31764 h 1479809"/>
              <a:gd name="connsiteX27" fmla="*/ 720194 w 1324820"/>
              <a:gd name="connsiteY27" fmla="*/ 117489 h 1479809"/>
              <a:gd name="connsiteX28" fmla="*/ 755119 w 1324820"/>
              <a:gd name="connsiteY28" fmla="*/ 201098 h 1479809"/>
              <a:gd name="connsiteX29" fmla="*/ 707494 w 1324820"/>
              <a:gd name="connsiteY29" fmla="*/ 272006 h 1479809"/>
              <a:gd name="connsiteX30" fmla="*/ 597426 w 1324820"/>
              <a:gd name="connsiteY30" fmla="*/ 306932 h 1479809"/>
              <a:gd name="connsiteX31" fmla="*/ 473602 w 1324820"/>
              <a:gd name="connsiteY31" fmla="*/ 283647 h 1479809"/>
              <a:gd name="connsiteX32" fmla="*/ 428094 w 1324820"/>
              <a:gd name="connsiteY32" fmla="*/ 194747 h 1479809"/>
              <a:gd name="connsiteX33" fmla="*/ 459844 w 1324820"/>
              <a:gd name="connsiteY33" fmla="*/ 117489 h 1479809"/>
              <a:gd name="connsiteX34" fmla="*/ 437619 w 1324820"/>
              <a:gd name="connsiteY34" fmla="*/ 41289 h 1479809"/>
              <a:gd name="connsiteX35" fmla="*/ 313794 w 1324820"/>
              <a:gd name="connsiteY35" fmla="*/ 38114 h 1479809"/>
              <a:gd name="connsiteX36" fmla="*/ 148694 w 1324820"/>
              <a:gd name="connsiteY36" fmla="*/ 98439 h 1479809"/>
              <a:gd name="connsiteX37" fmla="*/ 42860 w 1324820"/>
              <a:gd name="connsiteY37" fmla="*/ 142889 h 1479809"/>
              <a:gd name="connsiteX38" fmla="*/ 6877 w 1324820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209144 w 1324195"/>
              <a:gd name="connsiteY18" fmla="*/ 614906 h 1479809"/>
              <a:gd name="connsiteX19" fmla="*/ 1094844 w 1324195"/>
              <a:gd name="connsiteY19" fmla="*/ 654064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209144 w 1324195"/>
              <a:gd name="connsiteY18" fmla="*/ 614906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630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630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63106 w 1324195"/>
              <a:gd name="connsiteY18" fmla="*/ 5926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155169 w 1324195"/>
              <a:gd name="connsiteY14" fmla="*/ 955689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39824 w 1324195"/>
              <a:gd name="connsiteY13" fmla="*/ 93822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39824 w 1324195"/>
              <a:gd name="connsiteY13" fmla="*/ 93822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9456 w 1324195"/>
              <a:gd name="connsiteY19" fmla="*/ 597444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9824 w 1323988"/>
              <a:gd name="connsiteY13" fmla="*/ 938226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69456 w 1323988"/>
              <a:gd name="connsiteY19" fmla="*/ 597444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69456 w 1323988"/>
              <a:gd name="connsiteY19" fmla="*/ 597444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75806 w 1323988"/>
              <a:gd name="connsiteY19" fmla="*/ 606969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75806 w 1323988"/>
              <a:gd name="connsiteY19" fmla="*/ 606969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13277 w 1323988"/>
              <a:gd name="connsiteY33" fmla="*/ 209563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92598 w 1319160"/>
              <a:gd name="connsiteY31" fmla="*/ 306932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98439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92598 w 1319160"/>
              <a:gd name="connsiteY31" fmla="*/ 306932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102672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84660 w 1319160"/>
              <a:gd name="connsiteY31" fmla="*/ 302169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102672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709 h 1480304"/>
              <a:gd name="connsiteX1" fmla="*/ 4166 w 1319160"/>
              <a:gd name="connsiteY1" fmla="*/ 657734 h 1480304"/>
              <a:gd name="connsiteX2" fmla="*/ 7341 w 1319160"/>
              <a:gd name="connsiteY2" fmla="*/ 968884 h 1480304"/>
              <a:gd name="connsiteX3" fmla="*/ 13691 w 1319160"/>
              <a:gd name="connsiteY3" fmla="*/ 1276859 h 1480304"/>
              <a:gd name="connsiteX4" fmla="*/ 32741 w 1319160"/>
              <a:gd name="connsiteY4" fmla="*/ 1426084 h 1480304"/>
              <a:gd name="connsiteX5" fmla="*/ 131166 w 1319160"/>
              <a:gd name="connsiteY5" fmla="*/ 1476884 h 1480304"/>
              <a:gd name="connsiteX6" fmla="*/ 413741 w 1319160"/>
              <a:gd name="connsiteY6" fmla="*/ 1473709 h 1480304"/>
              <a:gd name="connsiteX7" fmla="*/ 810616 w 1319160"/>
              <a:gd name="connsiteY7" fmla="*/ 1457834 h 1480304"/>
              <a:gd name="connsiteX8" fmla="*/ 1023341 w 1319160"/>
              <a:gd name="connsiteY8" fmla="*/ 1450425 h 1480304"/>
              <a:gd name="connsiteX9" fmla="*/ 1188441 w 1319160"/>
              <a:gd name="connsiteY9" fmla="*/ 1450425 h 1480304"/>
              <a:gd name="connsiteX10" fmla="*/ 1148224 w 1319160"/>
              <a:gd name="connsiteY10" fmla="*/ 1310726 h 1480304"/>
              <a:gd name="connsiteX11" fmla="*/ 1102716 w 1319160"/>
              <a:gd name="connsiteY11" fmla="*/ 1098000 h 1480304"/>
              <a:gd name="connsiteX12" fmla="*/ 1092133 w 1319160"/>
              <a:gd name="connsiteY12" fmla="*/ 956184 h 1480304"/>
              <a:gd name="connsiteX13" fmla="*/ 1127058 w 1319160"/>
              <a:gd name="connsiteY13" fmla="*/ 935546 h 1480304"/>
              <a:gd name="connsiteX14" fmla="*/ 1170979 w 1319160"/>
              <a:gd name="connsiteY14" fmla="*/ 960946 h 1480304"/>
              <a:gd name="connsiteX15" fmla="*/ 1237124 w 1319160"/>
              <a:gd name="connsiteY15" fmla="*/ 963593 h 1480304"/>
              <a:gd name="connsiteX16" fmla="*/ 1288454 w 1319160"/>
              <a:gd name="connsiteY16" fmla="*/ 902209 h 1480304"/>
              <a:gd name="connsiteX17" fmla="*/ 1319145 w 1319160"/>
              <a:gd name="connsiteY17" fmla="*/ 787380 h 1480304"/>
              <a:gd name="connsiteX18" fmla="*/ 1284750 w 1319160"/>
              <a:gd name="connsiteY18" fmla="*/ 656676 h 1480304"/>
              <a:gd name="connsiteX19" fmla="*/ 1170978 w 1319160"/>
              <a:gd name="connsiteY19" fmla="*/ 607464 h 1480304"/>
              <a:gd name="connsiteX20" fmla="*/ 1070966 w 1319160"/>
              <a:gd name="connsiteY20" fmla="*/ 652972 h 1480304"/>
              <a:gd name="connsiteX21" fmla="*/ 1073083 w 1319160"/>
              <a:gd name="connsiteY21" fmla="*/ 423842 h 1480304"/>
              <a:gd name="connsiteX22" fmla="*/ 1121766 w 1319160"/>
              <a:gd name="connsiteY22" fmla="*/ 181484 h 1480304"/>
              <a:gd name="connsiteX23" fmla="*/ 1124941 w 1319160"/>
              <a:gd name="connsiteY23" fmla="*/ 105284 h 1480304"/>
              <a:gd name="connsiteX24" fmla="*/ 1070966 w 1319160"/>
              <a:gd name="connsiteY24" fmla="*/ 87292 h 1480304"/>
              <a:gd name="connsiteX25" fmla="*/ 975716 w 1319160"/>
              <a:gd name="connsiteY25" fmla="*/ 29084 h 1480304"/>
              <a:gd name="connsiteX26" fmla="*/ 848716 w 1319160"/>
              <a:gd name="connsiteY26" fmla="*/ 509 h 1480304"/>
              <a:gd name="connsiteX27" fmla="*/ 740766 w 1319160"/>
              <a:gd name="connsiteY27" fmla="*/ 19559 h 1480304"/>
              <a:gd name="connsiteX28" fmla="*/ 715366 w 1319160"/>
              <a:gd name="connsiteY28" fmla="*/ 117984 h 1480304"/>
              <a:gd name="connsiteX29" fmla="*/ 750291 w 1319160"/>
              <a:gd name="connsiteY29" fmla="*/ 201593 h 1480304"/>
              <a:gd name="connsiteX30" fmla="*/ 702666 w 1319160"/>
              <a:gd name="connsiteY30" fmla="*/ 272501 h 1480304"/>
              <a:gd name="connsiteX31" fmla="*/ 584660 w 1319160"/>
              <a:gd name="connsiteY31" fmla="*/ 302664 h 1480304"/>
              <a:gd name="connsiteX32" fmla="*/ 468774 w 1319160"/>
              <a:gd name="connsiteY32" fmla="*/ 284142 h 1480304"/>
              <a:gd name="connsiteX33" fmla="*/ 408449 w 1319160"/>
              <a:gd name="connsiteY33" fmla="*/ 210058 h 1480304"/>
              <a:gd name="connsiteX34" fmla="*/ 455016 w 1319160"/>
              <a:gd name="connsiteY34" fmla="*/ 117984 h 1480304"/>
              <a:gd name="connsiteX35" fmla="*/ 432791 w 1319160"/>
              <a:gd name="connsiteY35" fmla="*/ 41784 h 1480304"/>
              <a:gd name="connsiteX36" fmla="*/ 308966 w 1319160"/>
              <a:gd name="connsiteY36" fmla="*/ 38609 h 1480304"/>
              <a:gd name="connsiteX37" fmla="*/ 143866 w 1319160"/>
              <a:gd name="connsiteY37" fmla="*/ 103167 h 1480304"/>
              <a:gd name="connsiteX38" fmla="*/ 35915 w 1319160"/>
              <a:gd name="connsiteY38" fmla="*/ 156084 h 1480304"/>
              <a:gd name="connsiteX39" fmla="*/ 2049 w 1319160"/>
              <a:gd name="connsiteY39" fmla="*/ 203709 h 1480304"/>
              <a:gd name="connsiteX0" fmla="*/ 2049 w 1319160"/>
              <a:gd name="connsiteY0" fmla="*/ 203202 h 1479797"/>
              <a:gd name="connsiteX1" fmla="*/ 4166 w 1319160"/>
              <a:gd name="connsiteY1" fmla="*/ 657227 h 1479797"/>
              <a:gd name="connsiteX2" fmla="*/ 7341 w 1319160"/>
              <a:gd name="connsiteY2" fmla="*/ 968377 h 1479797"/>
              <a:gd name="connsiteX3" fmla="*/ 13691 w 1319160"/>
              <a:gd name="connsiteY3" fmla="*/ 1276352 h 1479797"/>
              <a:gd name="connsiteX4" fmla="*/ 32741 w 1319160"/>
              <a:gd name="connsiteY4" fmla="*/ 1425577 h 1479797"/>
              <a:gd name="connsiteX5" fmla="*/ 131166 w 1319160"/>
              <a:gd name="connsiteY5" fmla="*/ 1476377 h 1479797"/>
              <a:gd name="connsiteX6" fmla="*/ 413741 w 1319160"/>
              <a:gd name="connsiteY6" fmla="*/ 1473202 h 1479797"/>
              <a:gd name="connsiteX7" fmla="*/ 810616 w 1319160"/>
              <a:gd name="connsiteY7" fmla="*/ 1457327 h 1479797"/>
              <a:gd name="connsiteX8" fmla="*/ 1023341 w 1319160"/>
              <a:gd name="connsiteY8" fmla="*/ 1449918 h 1479797"/>
              <a:gd name="connsiteX9" fmla="*/ 1188441 w 1319160"/>
              <a:gd name="connsiteY9" fmla="*/ 1449918 h 1479797"/>
              <a:gd name="connsiteX10" fmla="*/ 1148224 w 1319160"/>
              <a:gd name="connsiteY10" fmla="*/ 1310219 h 1479797"/>
              <a:gd name="connsiteX11" fmla="*/ 1102716 w 1319160"/>
              <a:gd name="connsiteY11" fmla="*/ 1097493 h 1479797"/>
              <a:gd name="connsiteX12" fmla="*/ 1092133 w 1319160"/>
              <a:gd name="connsiteY12" fmla="*/ 955677 h 1479797"/>
              <a:gd name="connsiteX13" fmla="*/ 1127058 w 1319160"/>
              <a:gd name="connsiteY13" fmla="*/ 935039 h 1479797"/>
              <a:gd name="connsiteX14" fmla="*/ 1170979 w 1319160"/>
              <a:gd name="connsiteY14" fmla="*/ 960439 h 1479797"/>
              <a:gd name="connsiteX15" fmla="*/ 1237124 w 1319160"/>
              <a:gd name="connsiteY15" fmla="*/ 963086 h 1479797"/>
              <a:gd name="connsiteX16" fmla="*/ 1288454 w 1319160"/>
              <a:gd name="connsiteY16" fmla="*/ 901702 h 1479797"/>
              <a:gd name="connsiteX17" fmla="*/ 1319145 w 1319160"/>
              <a:gd name="connsiteY17" fmla="*/ 786873 h 1479797"/>
              <a:gd name="connsiteX18" fmla="*/ 1284750 w 1319160"/>
              <a:gd name="connsiteY18" fmla="*/ 656169 h 1479797"/>
              <a:gd name="connsiteX19" fmla="*/ 1170978 w 1319160"/>
              <a:gd name="connsiteY19" fmla="*/ 606957 h 1479797"/>
              <a:gd name="connsiteX20" fmla="*/ 1070966 w 1319160"/>
              <a:gd name="connsiteY20" fmla="*/ 652465 h 1479797"/>
              <a:gd name="connsiteX21" fmla="*/ 1073083 w 1319160"/>
              <a:gd name="connsiteY21" fmla="*/ 423335 h 1479797"/>
              <a:gd name="connsiteX22" fmla="*/ 1121766 w 1319160"/>
              <a:gd name="connsiteY22" fmla="*/ 180977 h 1479797"/>
              <a:gd name="connsiteX23" fmla="*/ 1124941 w 1319160"/>
              <a:gd name="connsiteY23" fmla="*/ 104777 h 1479797"/>
              <a:gd name="connsiteX24" fmla="*/ 1070966 w 1319160"/>
              <a:gd name="connsiteY24" fmla="*/ 86785 h 1479797"/>
              <a:gd name="connsiteX25" fmla="*/ 966191 w 1319160"/>
              <a:gd name="connsiteY25" fmla="*/ 19052 h 1479797"/>
              <a:gd name="connsiteX26" fmla="*/ 848716 w 1319160"/>
              <a:gd name="connsiteY26" fmla="*/ 2 h 1479797"/>
              <a:gd name="connsiteX27" fmla="*/ 740766 w 1319160"/>
              <a:gd name="connsiteY27" fmla="*/ 19052 h 1479797"/>
              <a:gd name="connsiteX28" fmla="*/ 715366 w 1319160"/>
              <a:gd name="connsiteY28" fmla="*/ 117477 h 1479797"/>
              <a:gd name="connsiteX29" fmla="*/ 750291 w 1319160"/>
              <a:gd name="connsiteY29" fmla="*/ 201086 h 1479797"/>
              <a:gd name="connsiteX30" fmla="*/ 702666 w 1319160"/>
              <a:gd name="connsiteY30" fmla="*/ 271994 h 1479797"/>
              <a:gd name="connsiteX31" fmla="*/ 584660 w 1319160"/>
              <a:gd name="connsiteY31" fmla="*/ 302157 h 1479797"/>
              <a:gd name="connsiteX32" fmla="*/ 468774 w 1319160"/>
              <a:gd name="connsiteY32" fmla="*/ 283635 h 1479797"/>
              <a:gd name="connsiteX33" fmla="*/ 408449 w 1319160"/>
              <a:gd name="connsiteY33" fmla="*/ 209551 h 1479797"/>
              <a:gd name="connsiteX34" fmla="*/ 455016 w 1319160"/>
              <a:gd name="connsiteY34" fmla="*/ 117477 h 1479797"/>
              <a:gd name="connsiteX35" fmla="*/ 432791 w 1319160"/>
              <a:gd name="connsiteY35" fmla="*/ 41277 h 1479797"/>
              <a:gd name="connsiteX36" fmla="*/ 308966 w 1319160"/>
              <a:gd name="connsiteY36" fmla="*/ 38102 h 1479797"/>
              <a:gd name="connsiteX37" fmla="*/ 143866 w 1319160"/>
              <a:gd name="connsiteY37" fmla="*/ 102660 h 1479797"/>
              <a:gd name="connsiteX38" fmla="*/ 35915 w 1319160"/>
              <a:gd name="connsiteY38" fmla="*/ 155577 h 1479797"/>
              <a:gd name="connsiteX39" fmla="*/ 2049 w 1319160"/>
              <a:gd name="connsiteY39" fmla="*/ 203202 h 1479797"/>
              <a:gd name="connsiteX0" fmla="*/ 2049 w 1319160"/>
              <a:gd name="connsiteY0" fmla="*/ 203200 h 1479795"/>
              <a:gd name="connsiteX1" fmla="*/ 4166 w 1319160"/>
              <a:gd name="connsiteY1" fmla="*/ 657225 h 1479795"/>
              <a:gd name="connsiteX2" fmla="*/ 7341 w 1319160"/>
              <a:gd name="connsiteY2" fmla="*/ 968375 h 1479795"/>
              <a:gd name="connsiteX3" fmla="*/ 13691 w 1319160"/>
              <a:gd name="connsiteY3" fmla="*/ 1276350 h 1479795"/>
              <a:gd name="connsiteX4" fmla="*/ 32741 w 1319160"/>
              <a:gd name="connsiteY4" fmla="*/ 1425575 h 1479795"/>
              <a:gd name="connsiteX5" fmla="*/ 131166 w 1319160"/>
              <a:gd name="connsiteY5" fmla="*/ 1476375 h 1479795"/>
              <a:gd name="connsiteX6" fmla="*/ 413741 w 1319160"/>
              <a:gd name="connsiteY6" fmla="*/ 1473200 h 1479795"/>
              <a:gd name="connsiteX7" fmla="*/ 810616 w 1319160"/>
              <a:gd name="connsiteY7" fmla="*/ 1457325 h 1479795"/>
              <a:gd name="connsiteX8" fmla="*/ 1023341 w 1319160"/>
              <a:gd name="connsiteY8" fmla="*/ 1449916 h 1479795"/>
              <a:gd name="connsiteX9" fmla="*/ 1188441 w 1319160"/>
              <a:gd name="connsiteY9" fmla="*/ 1449916 h 1479795"/>
              <a:gd name="connsiteX10" fmla="*/ 1148224 w 1319160"/>
              <a:gd name="connsiteY10" fmla="*/ 1310217 h 1479795"/>
              <a:gd name="connsiteX11" fmla="*/ 1102716 w 1319160"/>
              <a:gd name="connsiteY11" fmla="*/ 1097491 h 1479795"/>
              <a:gd name="connsiteX12" fmla="*/ 1092133 w 1319160"/>
              <a:gd name="connsiteY12" fmla="*/ 955675 h 1479795"/>
              <a:gd name="connsiteX13" fmla="*/ 1127058 w 1319160"/>
              <a:gd name="connsiteY13" fmla="*/ 935037 h 1479795"/>
              <a:gd name="connsiteX14" fmla="*/ 1170979 w 1319160"/>
              <a:gd name="connsiteY14" fmla="*/ 960437 h 1479795"/>
              <a:gd name="connsiteX15" fmla="*/ 1237124 w 1319160"/>
              <a:gd name="connsiteY15" fmla="*/ 963084 h 1479795"/>
              <a:gd name="connsiteX16" fmla="*/ 1288454 w 1319160"/>
              <a:gd name="connsiteY16" fmla="*/ 901700 h 1479795"/>
              <a:gd name="connsiteX17" fmla="*/ 1319145 w 1319160"/>
              <a:gd name="connsiteY17" fmla="*/ 786871 h 1479795"/>
              <a:gd name="connsiteX18" fmla="*/ 1284750 w 1319160"/>
              <a:gd name="connsiteY18" fmla="*/ 656167 h 1479795"/>
              <a:gd name="connsiteX19" fmla="*/ 1170978 w 1319160"/>
              <a:gd name="connsiteY19" fmla="*/ 606955 h 1479795"/>
              <a:gd name="connsiteX20" fmla="*/ 1070966 w 1319160"/>
              <a:gd name="connsiteY20" fmla="*/ 652463 h 1479795"/>
              <a:gd name="connsiteX21" fmla="*/ 1073083 w 1319160"/>
              <a:gd name="connsiteY21" fmla="*/ 423333 h 1479795"/>
              <a:gd name="connsiteX22" fmla="*/ 1121766 w 1319160"/>
              <a:gd name="connsiteY22" fmla="*/ 180975 h 1479795"/>
              <a:gd name="connsiteX23" fmla="*/ 1124941 w 1319160"/>
              <a:gd name="connsiteY23" fmla="*/ 104775 h 1479795"/>
              <a:gd name="connsiteX24" fmla="*/ 1070966 w 1319160"/>
              <a:gd name="connsiteY24" fmla="*/ 86783 h 1479795"/>
              <a:gd name="connsiteX25" fmla="*/ 966191 w 1319160"/>
              <a:gd name="connsiteY25" fmla="*/ 19050 h 1479795"/>
              <a:gd name="connsiteX26" fmla="*/ 848716 w 1319160"/>
              <a:gd name="connsiteY26" fmla="*/ 0 h 1479795"/>
              <a:gd name="connsiteX27" fmla="*/ 740766 w 1319160"/>
              <a:gd name="connsiteY27" fmla="*/ 19050 h 1479795"/>
              <a:gd name="connsiteX28" fmla="*/ 705841 w 1319160"/>
              <a:gd name="connsiteY28" fmla="*/ 114300 h 1479795"/>
              <a:gd name="connsiteX29" fmla="*/ 750291 w 1319160"/>
              <a:gd name="connsiteY29" fmla="*/ 201084 h 1479795"/>
              <a:gd name="connsiteX30" fmla="*/ 702666 w 1319160"/>
              <a:gd name="connsiteY30" fmla="*/ 271992 h 1479795"/>
              <a:gd name="connsiteX31" fmla="*/ 584660 w 1319160"/>
              <a:gd name="connsiteY31" fmla="*/ 302155 h 1479795"/>
              <a:gd name="connsiteX32" fmla="*/ 468774 w 1319160"/>
              <a:gd name="connsiteY32" fmla="*/ 283633 h 1479795"/>
              <a:gd name="connsiteX33" fmla="*/ 408449 w 1319160"/>
              <a:gd name="connsiteY33" fmla="*/ 209549 h 1479795"/>
              <a:gd name="connsiteX34" fmla="*/ 455016 w 1319160"/>
              <a:gd name="connsiteY34" fmla="*/ 117475 h 1479795"/>
              <a:gd name="connsiteX35" fmla="*/ 432791 w 1319160"/>
              <a:gd name="connsiteY35" fmla="*/ 41275 h 1479795"/>
              <a:gd name="connsiteX36" fmla="*/ 308966 w 1319160"/>
              <a:gd name="connsiteY36" fmla="*/ 38100 h 1479795"/>
              <a:gd name="connsiteX37" fmla="*/ 143866 w 1319160"/>
              <a:gd name="connsiteY37" fmla="*/ 102658 h 1479795"/>
              <a:gd name="connsiteX38" fmla="*/ 35915 w 1319160"/>
              <a:gd name="connsiteY38" fmla="*/ 155575 h 1479795"/>
              <a:gd name="connsiteX39" fmla="*/ 2049 w 1319160"/>
              <a:gd name="connsiteY39" fmla="*/ 203200 h 1479795"/>
              <a:gd name="connsiteX0" fmla="*/ 2049 w 1319160"/>
              <a:gd name="connsiteY0" fmla="*/ 203204 h 1479799"/>
              <a:gd name="connsiteX1" fmla="*/ 4166 w 1319160"/>
              <a:gd name="connsiteY1" fmla="*/ 657229 h 1479799"/>
              <a:gd name="connsiteX2" fmla="*/ 7341 w 1319160"/>
              <a:gd name="connsiteY2" fmla="*/ 968379 h 1479799"/>
              <a:gd name="connsiteX3" fmla="*/ 13691 w 1319160"/>
              <a:gd name="connsiteY3" fmla="*/ 1276354 h 1479799"/>
              <a:gd name="connsiteX4" fmla="*/ 32741 w 1319160"/>
              <a:gd name="connsiteY4" fmla="*/ 1425579 h 1479799"/>
              <a:gd name="connsiteX5" fmla="*/ 131166 w 1319160"/>
              <a:gd name="connsiteY5" fmla="*/ 1476379 h 1479799"/>
              <a:gd name="connsiteX6" fmla="*/ 413741 w 1319160"/>
              <a:gd name="connsiteY6" fmla="*/ 1473204 h 1479799"/>
              <a:gd name="connsiteX7" fmla="*/ 810616 w 1319160"/>
              <a:gd name="connsiteY7" fmla="*/ 1457329 h 1479799"/>
              <a:gd name="connsiteX8" fmla="*/ 1023341 w 1319160"/>
              <a:gd name="connsiteY8" fmla="*/ 1449920 h 1479799"/>
              <a:gd name="connsiteX9" fmla="*/ 1188441 w 1319160"/>
              <a:gd name="connsiteY9" fmla="*/ 1449920 h 1479799"/>
              <a:gd name="connsiteX10" fmla="*/ 1148224 w 1319160"/>
              <a:gd name="connsiteY10" fmla="*/ 1310221 h 1479799"/>
              <a:gd name="connsiteX11" fmla="*/ 1102716 w 1319160"/>
              <a:gd name="connsiteY11" fmla="*/ 1097495 h 1479799"/>
              <a:gd name="connsiteX12" fmla="*/ 1092133 w 1319160"/>
              <a:gd name="connsiteY12" fmla="*/ 955679 h 1479799"/>
              <a:gd name="connsiteX13" fmla="*/ 1127058 w 1319160"/>
              <a:gd name="connsiteY13" fmla="*/ 935041 h 1479799"/>
              <a:gd name="connsiteX14" fmla="*/ 1170979 w 1319160"/>
              <a:gd name="connsiteY14" fmla="*/ 960441 h 1479799"/>
              <a:gd name="connsiteX15" fmla="*/ 1237124 w 1319160"/>
              <a:gd name="connsiteY15" fmla="*/ 963088 h 1479799"/>
              <a:gd name="connsiteX16" fmla="*/ 1288454 w 1319160"/>
              <a:gd name="connsiteY16" fmla="*/ 901704 h 1479799"/>
              <a:gd name="connsiteX17" fmla="*/ 1319145 w 1319160"/>
              <a:gd name="connsiteY17" fmla="*/ 786875 h 1479799"/>
              <a:gd name="connsiteX18" fmla="*/ 1284750 w 1319160"/>
              <a:gd name="connsiteY18" fmla="*/ 656171 h 1479799"/>
              <a:gd name="connsiteX19" fmla="*/ 1170978 w 1319160"/>
              <a:gd name="connsiteY19" fmla="*/ 606959 h 1479799"/>
              <a:gd name="connsiteX20" fmla="*/ 1070966 w 1319160"/>
              <a:gd name="connsiteY20" fmla="*/ 652467 h 1479799"/>
              <a:gd name="connsiteX21" fmla="*/ 1073083 w 1319160"/>
              <a:gd name="connsiteY21" fmla="*/ 423337 h 1479799"/>
              <a:gd name="connsiteX22" fmla="*/ 1121766 w 1319160"/>
              <a:gd name="connsiteY22" fmla="*/ 180979 h 1479799"/>
              <a:gd name="connsiteX23" fmla="*/ 1124941 w 1319160"/>
              <a:gd name="connsiteY23" fmla="*/ 104779 h 1479799"/>
              <a:gd name="connsiteX24" fmla="*/ 1070966 w 1319160"/>
              <a:gd name="connsiteY24" fmla="*/ 86787 h 1479799"/>
              <a:gd name="connsiteX25" fmla="*/ 966191 w 1319160"/>
              <a:gd name="connsiteY25" fmla="*/ 19054 h 1479799"/>
              <a:gd name="connsiteX26" fmla="*/ 848716 w 1319160"/>
              <a:gd name="connsiteY26" fmla="*/ 4 h 1479799"/>
              <a:gd name="connsiteX27" fmla="*/ 740766 w 1319160"/>
              <a:gd name="connsiteY27" fmla="*/ 19054 h 1479799"/>
              <a:gd name="connsiteX28" fmla="*/ 712191 w 1319160"/>
              <a:gd name="connsiteY28" fmla="*/ 119066 h 1479799"/>
              <a:gd name="connsiteX29" fmla="*/ 750291 w 1319160"/>
              <a:gd name="connsiteY29" fmla="*/ 201088 h 1479799"/>
              <a:gd name="connsiteX30" fmla="*/ 702666 w 1319160"/>
              <a:gd name="connsiteY30" fmla="*/ 271996 h 1479799"/>
              <a:gd name="connsiteX31" fmla="*/ 584660 w 1319160"/>
              <a:gd name="connsiteY31" fmla="*/ 302159 h 1479799"/>
              <a:gd name="connsiteX32" fmla="*/ 468774 w 1319160"/>
              <a:gd name="connsiteY32" fmla="*/ 283637 h 1479799"/>
              <a:gd name="connsiteX33" fmla="*/ 408449 w 1319160"/>
              <a:gd name="connsiteY33" fmla="*/ 209553 h 1479799"/>
              <a:gd name="connsiteX34" fmla="*/ 455016 w 1319160"/>
              <a:gd name="connsiteY34" fmla="*/ 117479 h 1479799"/>
              <a:gd name="connsiteX35" fmla="*/ 432791 w 1319160"/>
              <a:gd name="connsiteY35" fmla="*/ 41279 h 1479799"/>
              <a:gd name="connsiteX36" fmla="*/ 308966 w 1319160"/>
              <a:gd name="connsiteY36" fmla="*/ 38104 h 1479799"/>
              <a:gd name="connsiteX37" fmla="*/ 143866 w 1319160"/>
              <a:gd name="connsiteY37" fmla="*/ 102662 h 1479799"/>
              <a:gd name="connsiteX38" fmla="*/ 35915 w 1319160"/>
              <a:gd name="connsiteY38" fmla="*/ 155579 h 1479799"/>
              <a:gd name="connsiteX39" fmla="*/ 2049 w 1319160"/>
              <a:gd name="connsiteY39" fmla="*/ 203204 h 1479799"/>
              <a:gd name="connsiteX0" fmla="*/ 2049 w 1319160"/>
              <a:gd name="connsiteY0" fmla="*/ 203204 h 1479799"/>
              <a:gd name="connsiteX1" fmla="*/ 4166 w 1319160"/>
              <a:gd name="connsiteY1" fmla="*/ 657229 h 1479799"/>
              <a:gd name="connsiteX2" fmla="*/ 7341 w 1319160"/>
              <a:gd name="connsiteY2" fmla="*/ 968379 h 1479799"/>
              <a:gd name="connsiteX3" fmla="*/ 13691 w 1319160"/>
              <a:gd name="connsiteY3" fmla="*/ 1276354 h 1479799"/>
              <a:gd name="connsiteX4" fmla="*/ 32741 w 1319160"/>
              <a:gd name="connsiteY4" fmla="*/ 1425579 h 1479799"/>
              <a:gd name="connsiteX5" fmla="*/ 131166 w 1319160"/>
              <a:gd name="connsiteY5" fmla="*/ 1476379 h 1479799"/>
              <a:gd name="connsiteX6" fmla="*/ 413741 w 1319160"/>
              <a:gd name="connsiteY6" fmla="*/ 1473204 h 1479799"/>
              <a:gd name="connsiteX7" fmla="*/ 810616 w 1319160"/>
              <a:gd name="connsiteY7" fmla="*/ 1457329 h 1479799"/>
              <a:gd name="connsiteX8" fmla="*/ 1023341 w 1319160"/>
              <a:gd name="connsiteY8" fmla="*/ 1449920 h 1479799"/>
              <a:gd name="connsiteX9" fmla="*/ 1188441 w 1319160"/>
              <a:gd name="connsiteY9" fmla="*/ 1449920 h 1479799"/>
              <a:gd name="connsiteX10" fmla="*/ 1148224 w 1319160"/>
              <a:gd name="connsiteY10" fmla="*/ 1310221 h 1479799"/>
              <a:gd name="connsiteX11" fmla="*/ 1102716 w 1319160"/>
              <a:gd name="connsiteY11" fmla="*/ 1097495 h 1479799"/>
              <a:gd name="connsiteX12" fmla="*/ 1092133 w 1319160"/>
              <a:gd name="connsiteY12" fmla="*/ 955679 h 1479799"/>
              <a:gd name="connsiteX13" fmla="*/ 1127058 w 1319160"/>
              <a:gd name="connsiteY13" fmla="*/ 935041 h 1479799"/>
              <a:gd name="connsiteX14" fmla="*/ 1170979 w 1319160"/>
              <a:gd name="connsiteY14" fmla="*/ 960441 h 1479799"/>
              <a:gd name="connsiteX15" fmla="*/ 1237124 w 1319160"/>
              <a:gd name="connsiteY15" fmla="*/ 963088 h 1479799"/>
              <a:gd name="connsiteX16" fmla="*/ 1288454 w 1319160"/>
              <a:gd name="connsiteY16" fmla="*/ 901704 h 1479799"/>
              <a:gd name="connsiteX17" fmla="*/ 1319145 w 1319160"/>
              <a:gd name="connsiteY17" fmla="*/ 786875 h 1479799"/>
              <a:gd name="connsiteX18" fmla="*/ 1284750 w 1319160"/>
              <a:gd name="connsiteY18" fmla="*/ 656171 h 1479799"/>
              <a:gd name="connsiteX19" fmla="*/ 1170978 w 1319160"/>
              <a:gd name="connsiteY19" fmla="*/ 606959 h 1479799"/>
              <a:gd name="connsiteX20" fmla="*/ 1070966 w 1319160"/>
              <a:gd name="connsiteY20" fmla="*/ 652467 h 1479799"/>
              <a:gd name="connsiteX21" fmla="*/ 1073083 w 1319160"/>
              <a:gd name="connsiteY21" fmla="*/ 423337 h 1479799"/>
              <a:gd name="connsiteX22" fmla="*/ 1121766 w 1319160"/>
              <a:gd name="connsiteY22" fmla="*/ 180979 h 1479799"/>
              <a:gd name="connsiteX23" fmla="*/ 1124941 w 1319160"/>
              <a:gd name="connsiteY23" fmla="*/ 104779 h 1479799"/>
              <a:gd name="connsiteX24" fmla="*/ 1070966 w 1319160"/>
              <a:gd name="connsiteY24" fmla="*/ 86787 h 1479799"/>
              <a:gd name="connsiteX25" fmla="*/ 966191 w 1319160"/>
              <a:gd name="connsiteY25" fmla="*/ 19054 h 1479799"/>
              <a:gd name="connsiteX26" fmla="*/ 848716 w 1319160"/>
              <a:gd name="connsiteY26" fmla="*/ 4 h 1479799"/>
              <a:gd name="connsiteX27" fmla="*/ 740766 w 1319160"/>
              <a:gd name="connsiteY27" fmla="*/ 19054 h 1479799"/>
              <a:gd name="connsiteX28" fmla="*/ 712191 w 1319160"/>
              <a:gd name="connsiteY28" fmla="*/ 119066 h 1479799"/>
              <a:gd name="connsiteX29" fmla="*/ 750291 w 1319160"/>
              <a:gd name="connsiteY29" fmla="*/ 201088 h 1479799"/>
              <a:gd name="connsiteX30" fmla="*/ 702666 w 1319160"/>
              <a:gd name="connsiteY30" fmla="*/ 271996 h 1479799"/>
              <a:gd name="connsiteX31" fmla="*/ 584660 w 1319160"/>
              <a:gd name="connsiteY31" fmla="*/ 302159 h 1479799"/>
              <a:gd name="connsiteX32" fmla="*/ 468774 w 1319160"/>
              <a:gd name="connsiteY32" fmla="*/ 283637 h 1479799"/>
              <a:gd name="connsiteX33" fmla="*/ 408449 w 1319160"/>
              <a:gd name="connsiteY33" fmla="*/ 209553 h 1479799"/>
              <a:gd name="connsiteX34" fmla="*/ 455016 w 1319160"/>
              <a:gd name="connsiteY34" fmla="*/ 117479 h 1479799"/>
              <a:gd name="connsiteX35" fmla="*/ 432791 w 1319160"/>
              <a:gd name="connsiteY35" fmla="*/ 41279 h 1479799"/>
              <a:gd name="connsiteX36" fmla="*/ 308966 w 1319160"/>
              <a:gd name="connsiteY36" fmla="*/ 38104 h 1479799"/>
              <a:gd name="connsiteX37" fmla="*/ 143866 w 1319160"/>
              <a:gd name="connsiteY37" fmla="*/ 102662 h 1479799"/>
              <a:gd name="connsiteX38" fmla="*/ 35915 w 1319160"/>
              <a:gd name="connsiteY38" fmla="*/ 155579 h 1479799"/>
              <a:gd name="connsiteX39" fmla="*/ 2049 w 1319160"/>
              <a:gd name="connsiteY39" fmla="*/ 203204 h 1479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19160" h="1479799">
                <a:moveTo>
                  <a:pt x="2049" y="203204"/>
                </a:moveTo>
                <a:cubicBezTo>
                  <a:pt x="-3242" y="286812"/>
                  <a:pt x="3284" y="529700"/>
                  <a:pt x="4166" y="657229"/>
                </a:cubicBezTo>
                <a:cubicBezTo>
                  <a:pt x="5048" y="784758"/>
                  <a:pt x="5754" y="865192"/>
                  <a:pt x="7341" y="968379"/>
                </a:cubicBezTo>
                <a:cubicBezTo>
                  <a:pt x="8928" y="1071566"/>
                  <a:pt x="9458" y="1200154"/>
                  <a:pt x="13691" y="1276354"/>
                </a:cubicBezTo>
                <a:cubicBezTo>
                  <a:pt x="17924" y="1352554"/>
                  <a:pt x="13162" y="1392242"/>
                  <a:pt x="32741" y="1425579"/>
                </a:cubicBezTo>
                <a:cubicBezTo>
                  <a:pt x="52320" y="1458917"/>
                  <a:pt x="67666" y="1468442"/>
                  <a:pt x="131166" y="1476379"/>
                </a:cubicBezTo>
                <a:cubicBezTo>
                  <a:pt x="194666" y="1484316"/>
                  <a:pt x="300499" y="1476379"/>
                  <a:pt x="413741" y="1473204"/>
                </a:cubicBezTo>
                <a:cubicBezTo>
                  <a:pt x="526983" y="1470029"/>
                  <a:pt x="810616" y="1457329"/>
                  <a:pt x="810616" y="1457329"/>
                </a:cubicBezTo>
                <a:lnTo>
                  <a:pt x="1023341" y="1449920"/>
                </a:lnTo>
                <a:cubicBezTo>
                  <a:pt x="1087370" y="1449391"/>
                  <a:pt x="1167627" y="1473203"/>
                  <a:pt x="1188441" y="1449920"/>
                </a:cubicBezTo>
                <a:cubicBezTo>
                  <a:pt x="1209255" y="1426637"/>
                  <a:pt x="1162512" y="1368959"/>
                  <a:pt x="1148224" y="1310221"/>
                </a:cubicBezTo>
                <a:cubicBezTo>
                  <a:pt x="1133937" y="1251484"/>
                  <a:pt x="1112064" y="1156585"/>
                  <a:pt x="1102716" y="1097495"/>
                </a:cubicBezTo>
                <a:cubicBezTo>
                  <a:pt x="1093368" y="1038405"/>
                  <a:pt x="1088076" y="982755"/>
                  <a:pt x="1092133" y="955679"/>
                </a:cubicBezTo>
                <a:cubicBezTo>
                  <a:pt x="1096190" y="928603"/>
                  <a:pt x="1113917" y="934247"/>
                  <a:pt x="1127058" y="935041"/>
                </a:cubicBezTo>
                <a:cubicBezTo>
                  <a:pt x="1140199" y="935835"/>
                  <a:pt x="1157133" y="955237"/>
                  <a:pt x="1170979" y="960441"/>
                </a:cubicBezTo>
                <a:cubicBezTo>
                  <a:pt x="1184825" y="965645"/>
                  <a:pt x="1217545" y="972877"/>
                  <a:pt x="1237124" y="963088"/>
                </a:cubicBezTo>
                <a:cubicBezTo>
                  <a:pt x="1256703" y="953299"/>
                  <a:pt x="1274784" y="931073"/>
                  <a:pt x="1288454" y="901704"/>
                </a:cubicBezTo>
                <a:cubicBezTo>
                  <a:pt x="1302124" y="872335"/>
                  <a:pt x="1319762" y="827797"/>
                  <a:pt x="1319145" y="786875"/>
                </a:cubicBezTo>
                <a:cubicBezTo>
                  <a:pt x="1318528" y="745953"/>
                  <a:pt x="1309445" y="686157"/>
                  <a:pt x="1284750" y="656171"/>
                </a:cubicBezTo>
                <a:cubicBezTo>
                  <a:pt x="1260056" y="626185"/>
                  <a:pt x="1206609" y="607576"/>
                  <a:pt x="1170978" y="606959"/>
                </a:cubicBezTo>
                <a:cubicBezTo>
                  <a:pt x="1135347" y="606342"/>
                  <a:pt x="1087282" y="683071"/>
                  <a:pt x="1070966" y="652467"/>
                </a:cubicBezTo>
                <a:cubicBezTo>
                  <a:pt x="1054650" y="621863"/>
                  <a:pt x="1064616" y="501918"/>
                  <a:pt x="1073083" y="423337"/>
                </a:cubicBezTo>
                <a:cubicBezTo>
                  <a:pt x="1081550" y="344756"/>
                  <a:pt x="1113123" y="234072"/>
                  <a:pt x="1121766" y="180979"/>
                </a:cubicBezTo>
                <a:cubicBezTo>
                  <a:pt x="1130409" y="127886"/>
                  <a:pt x="1133408" y="120478"/>
                  <a:pt x="1124941" y="104779"/>
                </a:cubicBezTo>
                <a:cubicBezTo>
                  <a:pt x="1116474" y="89080"/>
                  <a:pt x="1097424" y="101074"/>
                  <a:pt x="1070966" y="86787"/>
                </a:cubicBezTo>
                <a:cubicBezTo>
                  <a:pt x="1044508" y="72500"/>
                  <a:pt x="1003233" y="33518"/>
                  <a:pt x="966191" y="19054"/>
                </a:cubicBezTo>
                <a:cubicBezTo>
                  <a:pt x="929149" y="4590"/>
                  <a:pt x="886287" y="4"/>
                  <a:pt x="848716" y="4"/>
                </a:cubicBezTo>
                <a:cubicBezTo>
                  <a:pt x="811145" y="4"/>
                  <a:pt x="763520" y="-790"/>
                  <a:pt x="740766" y="19054"/>
                </a:cubicBezTo>
                <a:cubicBezTo>
                  <a:pt x="718012" y="38898"/>
                  <a:pt x="699492" y="88727"/>
                  <a:pt x="712191" y="119066"/>
                </a:cubicBezTo>
                <a:cubicBezTo>
                  <a:pt x="724890" y="149405"/>
                  <a:pt x="751879" y="175600"/>
                  <a:pt x="750291" y="201088"/>
                </a:cubicBezTo>
                <a:cubicBezTo>
                  <a:pt x="748704" y="226576"/>
                  <a:pt x="730271" y="255151"/>
                  <a:pt x="702666" y="271996"/>
                </a:cubicBezTo>
                <a:cubicBezTo>
                  <a:pt x="675061" y="288841"/>
                  <a:pt x="623642" y="300219"/>
                  <a:pt x="584660" y="302159"/>
                </a:cubicBezTo>
                <a:cubicBezTo>
                  <a:pt x="545678" y="304099"/>
                  <a:pt x="498142" y="299071"/>
                  <a:pt x="468774" y="283637"/>
                </a:cubicBezTo>
                <a:cubicBezTo>
                  <a:pt x="439406" y="268203"/>
                  <a:pt x="410742" y="237246"/>
                  <a:pt x="408449" y="209553"/>
                </a:cubicBezTo>
                <a:cubicBezTo>
                  <a:pt x="406156" y="181860"/>
                  <a:pt x="450959" y="145525"/>
                  <a:pt x="455016" y="117479"/>
                </a:cubicBezTo>
                <a:cubicBezTo>
                  <a:pt x="459073" y="89433"/>
                  <a:pt x="457133" y="54508"/>
                  <a:pt x="432791" y="41279"/>
                </a:cubicBezTo>
                <a:cubicBezTo>
                  <a:pt x="408449" y="28050"/>
                  <a:pt x="357120" y="27874"/>
                  <a:pt x="308966" y="38104"/>
                </a:cubicBezTo>
                <a:cubicBezTo>
                  <a:pt x="260812" y="48335"/>
                  <a:pt x="183024" y="86258"/>
                  <a:pt x="143866" y="102662"/>
                </a:cubicBezTo>
                <a:cubicBezTo>
                  <a:pt x="104708" y="119066"/>
                  <a:pt x="59551" y="138822"/>
                  <a:pt x="35915" y="155579"/>
                </a:cubicBezTo>
                <a:cubicBezTo>
                  <a:pt x="12279" y="172336"/>
                  <a:pt x="7341" y="119596"/>
                  <a:pt x="2049" y="203204"/>
                </a:cubicBezTo>
                <a:close/>
              </a:path>
            </a:pathLst>
          </a:custGeom>
          <a:solidFill>
            <a:srgbClr val="00B0F0">
              <a:alpha val="10196"/>
            </a:srgbClr>
          </a:solidFill>
          <a:ln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2" name="Freeform: Shape 1031">
            <a:extLst>
              <a:ext uri="{FF2B5EF4-FFF2-40B4-BE49-F238E27FC236}">
                <a16:creationId xmlns:a16="http://schemas.microsoft.com/office/drawing/2014/main" id="{3D353D98-A5BD-3042-F630-019E7F70BACB}"/>
              </a:ext>
            </a:extLst>
          </p:cNvPr>
          <p:cNvSpPr/>
          <p:nvPr/>
        </p:nvSpPr>
        <p:spPr>
          <a:xfrm>
            <a:off x="1139593" y="4851831"/>
            <a:ext cx="2425002" cy="1502401"/>
          </a:xfrm>
          <a:custGeom>
            <a:avLst/>
            <a:gdLst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27354 w 2424582"/>
              <a:gd name="connsiteY38" fmla="*/ 677019 h 1506752"/>
              <a:gd name="connsiteX39" fmla="*/ 273920 w 2424582"/>
              <a:gd name="connsiteY39" fmla="*/ 850586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27354 w 2424582"/>
              <a:gd name="connsiteY38" fmla="*/ 677019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17829 w 2424582"/>
              <a:gd name="connsiteY38" fmla="*/ 688132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42094 h 1506752"/>
              <a:gd name="connsiteX38" fmla="*/ 217829 w 2424582"/>
              <a:gd name="connsiteY38" fmla="*/ 688132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24599 w 2425002"/>
              <a:gd name="connsiteY38" fmla="*/ 689720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2461 w 2425002"/>
              <a:gd name="connsiteY27" fmla="*/ 100227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24599 w 2425002"/>
              <a:gd name="connsiteY38" fmla="*/ 689720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90064 h 1506997"/>
              <a:gd name="connsiteX1" fmla="*/ 1137940 w 2425002"/>
              <a:gd name="connsiteY1" fmla="*/ 1506997 h 1506997"/>
              <a:gd name="connsiteX2" fmla="*/ 2031174 w 2425002"/>
              <a:gd name="connsiteY2" fmla="*/ 1506997 h 1506997"/>
              <a:gd name="connsiteX3" fmla="*/ 2162407 w 2425002"/>
              <a:gd name="connsiteY3" fmla="*/ 1464664 h 1506997"/>
              <a:gd name="connsiteX4" fmla="*/ 2132774 w 2425002"/>
              <a:gd name="connsiteY4" fmla="*/ 1324964 h 1506997"/>
              <a:gd name="connsiteX5" fmla="*/ 2103140 w 2425002"/>
              <a:gd name="connsiteY5" fmla="*/ 1151397 h 1506997"/>
              <a:gd name="connsiteX6" fmla="*/ 2137007 w 2425002"/>
              <a:gd name="connsiteY6" fmla="*/ 1024397 h 1506997"/>
              <a:gd name="connsiteX7" fmla="*/ 2179340 w 2425002"/>
              <a:gd name="connsiteY7" fmla="*/ 986297 h 1506997"/>
              <a:gd name="connsiteX8" fmla="*/ 2234374 w 2425002"/>
              <a:gd name="connsiteY8" fmla="*/ 1045564 h 1506997"/>
              <a:gd name="connsiteX9" fmla="*/ 2302107 w 2425002"/>
              <a:gd name="connsiteY9" fmla="*/ 1062497 h 1506997"/>
              <a:gd name="connsiteX10" fmla="*/ 2395240 w 2425002"/>
              <a:gd name="connsiteY10" fmla="*/ 982064 h 1506997"/>
              <a:gd name="connsiteX11" fmla="*/ 2424874 w 2425002"/>
              <a:gd name="connsiteY11" fmla="*/ 859297 h 1506997"/>
              <a:gd name="connsiteX12" fmla="*/ 2399474 w 2425002"/>
              <a:gd name="connsiteY12" fmla="*/ 723831 h 1506997"/>
              <a:gd name="connsiteX13" fmla="*/ 2276707 w 2425002"/>
              <a:gd name="connsiteY13" fmla="*/ 681497 h 1506997"/>
              <a:gd name="connsiteX14" fmla="*/ 2183574 w 2425002"/>
              <a:gd name="connsiteY14" fmla="*/ 706897 h 1506997"/>
              <a:gd name="connsiteX15" fmla="*/ 2204740 w 2425002"/>
              <a:gd name="connsiteY15" fmla="*/ 478297 h 1506997"/>
              <a:gd name="connsiteX16" fmla="*/ 2230140 w 2425002"/>
              <a:gd name="connsiteY16" fmla="*/ 253931 h 1506997"/>
              <a:gd name="connsiteX17" fmla="*/ 2238607 w 2425002"/>
              <a:gd name="connsiteY17" fmla="*/ 93064 h 1506997"/>
              <a:gd name="connsiteX18" fmla="*/ 2141240 w 2425002"/>
              <a:gd name="connsiteY18" fmla="*/ 126931 h 1506997"/>
              <a:gd name="connsiteX19" fmla="*/ 1946507 w 2425002"/>
              <a:gd name="connsiteY19" fmla="*/ 173497 h 1506997"/>
              <a:gd name="connsiteX20" fmla="*/ 1535874 w 2425002"/>
              <a:gd name="connsiteY20" fmla="*/ 224297 h 1506997"/>
              <a:gd name="connsiteX21" fmla="*/ 1307274 w 2425002"/>
              <a:gd name="connsiteY21" fmla="*/ 211597 h 1506997"/>
              <a:gd name="connsiteX22" fmla="*/ 1341140 w 2425002"/>
              <a:gd name="connsiteY22" fmla="*/ 131164 h 1506997"/>
              <a:gd name="connsiteX23" fmla="*/ 1353840 w 2425002"/>
              <a:gd name="connsiteY23" fmla="*/ 59197 h 1506997"/>
              <a:gd name="connsiteX24" fmla="*/ 1205674 w 2425002"/>
              <a:gd name="connsiteY24" fmla="*/ 4164 h 1506997"/>
              <a:gd name="connsiteX25" fmla="*/ 1019407 w 2425002"/>
              <a:gd name="connsiteY25" fmla="*/ 8397 h 1506997"/>
              <a:gd name="connsiteX26" fmla="*/ 921512 w 2425002"/>
              <a:gd name="connsiteY26" fmla="*/ 44381 h 1506997"/>
              <a:gd name="connsiteX27" fmla="*/ 902461 w 2425002"/>
              <a:gd name="connsiteY27" fmla="*/ 100472 h 1506997"/>
              <a:gd name="connsiteX28" fmla="*/ 943207 w 2425002"/>
              <a:gd name="connsiteY28" fmla="*/ 198897 h 1506997"/>
              <a:gd name="connsiteX29" fmla="*/ 850074 w 2425002"/>
              <a:gd name="connsiteY29" fmla="*/ 249697 h 1506997"/>
              <a:gd name="connsiteX30" fmla="*/ 553740 w 2425002"/>
              <a:gd name="connsiteY30" fmla="*/ 241231 h 1506997"/>
              <a:gd name="connsiteX31" fmla="*/ 164274 w 2425002"/>
              <a:gd name="connsiteY31" fmla="*/ 181964 h 1506997"/>
              <a:gd name="connsiteX32" fmla="*/ 75374 w 2425002"/>
              <a:gd name="connsiteY32" fmla="*/ 148097 h 1506997"/>
              <a:gd name="connsiteX33" fmla="*/ 62674 w 2425002"/>
              <a:gd name="connsiteY33" fmla="*/ 245464 h 1506997"/>
              <a:gd name="connsiteX34" fmla="*/ 3407 w 2425002"/>
              <a:gd name="connsiteY34" fmla="*/ 507931 h 1506997"/>
              <a:gd name="connsiteX35" fmla="*/ 14520 w 2425002"/>
              <a:gd name="connsiteY35" fmla="*/ 687319 h 1506997"/>
              <a:gd name="connsiteX36" fmla="*/ 75374 w 2425002"/>
              <a:gd name="connsiteY36" fmla="*/ 656097 h 1506997"/>
              <a:gd name="connsiteX37" fmla="*/ 138874 w 2425002"/>
              <a:gd name="connsiteY37" fmla="*/ 642339 h 1506997"/>
              <a:gd name="connsiteX38" fmla="*/ 224599 w 2425002"/>
              <a:gd name="connsiteY38" fmla="*/ 689965 h 1506997"/>
              <a:gd name="connsiteX39" fmla="*/ 260052 w 2425002"/>
              <a:gd name="connsiteY39" fmla="*/ 860356 h 1506997"/>
              <a:gd name="connsiteX40" fmla="*/ 176974 w 2425002"/>
              <a:gd name="connsiteY40" fmla="*/ 1003231 h 1506997"/>
              <a:gd name="connsiteX41" fmla="*/ 63732 w 2425002"/>
              <a:gd name="connsiteY41" fmla="*/ 968835 h 1506997"/>
              <a:gd name="connsiteX42" fmla="*/ 33040 w 2425002"/>
              <a:gd name="connsiteY42" fmla="*/ 1007464 h 1506997"/>
              <a:gd name="connsiteX43" fmla="*/ 58440 w 2425002"/>
              <a:gd name="connsiteY43" fmla="*/ 1219131 h 1506997"/>
              <a:gd name="connsiteX44" fmla="*/ 138874 w 2425002"/>
              <a:gd name="connsiteY44" fmla="*/ 1490064 h 1506997"/>
              <a:gd name="connsiteX0" fmla="*/ 138874 w 2425002"/>
              <a:gd name="connsiteY0" fmla="*/ 1488676 h 1505609"/>
              <a:gd name="connsiteX1" fmla="*/ 1137940 w 2425002"/>
              <a:gd name="connsiteY1" fmla="*/ 1505609 h 1505609"/>
              <a:gd name="connsiteX2" fmla="*/ 2031174 w 2425002"/>
              <a:gd name="connsiteY2" fmla="*/ 1505609 h 1505609"/>
              <a:gd name="connsiteX3" fmla="*/ 2162407 w 2425002"/>
              <a:gd name="connsiteY3" fmla="*/ 1463276 h 1505609"/>
              <a:gd name="connsiteX4" fmla="*/ 2132774 w 2425002"/>
              <a:gd name="connsiteY4" fmla="*/ 1323576 h 1505609"/>
              <a:gd name="connsiteX5" fmla="*/ 2103140 w 2425002"/>
              <a:gd name="connsiteY5" fmla="*/ 1150009 h 1505609"/>
              <a:gd name="connsiteX6" fmla="*/ 2137007 w 2425002"/>
              <a:gd name="connsiteY6" fmla="*/ 1023009 h 1505609"/>
              <a:gd name="connsiteX7" fmla="*/ 2179340 w 2425002"/>
              <a:gd name="connsiteY7" fmla="*/ 984909 h 1505609"/>
              <a:gd name="connsiteX8" fmla="*/ 2234374 w 2425002"/>
              <a:gd name="connsiteY8" fmla="*/ 1044176 h 1505609"/>
              <a:gd name="connsiteX9" fmla="*/ 2302107 w 2425002"/>
              <a:gd name="connsiteY9" fmla="*/ 1061109 h 1505609"/>
              <a:gd name="connsiteX10" fmla="*/ 2395240 w 2425002"/>
              <a:gd name="connsiteY10" fmla="*/ 980676 h 1505609"/>
              <a:gd name="connsiteX11" fmla="*/ 2424874 w 2425002"/>
              <a:gd name="connsiteY11" fmla="*/ 857909 h 1505609"/>
              <a:gd name="connsiteX12" fmla="*/ 2399474 w 2425002"/>
              <a:gd name="connsiteY12" fmla="*/ 722443 h 1505609"/>
              <a:gd name="connsiteX13" fmla="*/ 2276707 w 2425002"/>
              <a:gd name="connsiteY13" fmla="*/ 680109 h 1505609"/>
              <a:gd name="connsiteX14" fmla="*/ 2183574 w 2425002"/>
              <a:gd name="connsiteY14" fmla="*/ 705509 h 1505609"/>
              <a:gd name="connsiteX15" fmla="*/ 2204740 w 2425002"/>
              <a:gd name="connsiteY15" fmla="*/ 476909 h 1505609"/>
              <a:gd name="connsiteX16" fmla="*/ 2230140 w 2425002"/>
              <a:gd name="connsiteY16" fmla="*/ 252543 h 1505609"/>
              <a:gd name="connsiteX17" fmla="*/ 2238607 w 2425002"/>
              <a:gd name="connsiteY17" fmla="*/ 91676 h 1505609"/>
              <a:gd name="connsiteX18" fmla="*/ 2141240 w 2425002"/>
              <a:gd name="connsiteY18" fmla="*/ 125543 h 1505609"/>
              <a:gd name="connsiteX19" fmla="*/ 1946507 w 2425002"/>
              <a:gd name="connsiteY19" fmla="*/ 172109 h 1505609"/>
              <a:gd name="connsiteX20" fmla="*/ 1535874 w 2425002"/>
              <a:gd name="connsiteY20" fmla="*/ 222909 h 1505609"/>
              <a:gd name="connsiteX21" fmla="*/ 1307274 w 2425002"/>
              <a:gd name="connsiteY21" fmla="*/ 210209 h 1505609"/>
              <a:gd name="connsiteX22" fmla="*/ 1341140 w 2425002"/>
              <a:gd name="connsiteY22" fmla="*/ 129776 h 1505609"/>
              <a:gd name="connsiteX23" fmla="*/ 1353840 w 2425002"/>
              <a:gd name="connsiteY23" fmla="*/ 57809 h 1505609"/>
              <a:gd name="connsiteX24" fmla="*/ 1205674 w 2425002"/>
              <a:gd name="connsiteY24" fmla="*/ 2776 h 1505609"/>
              <a:gd name="connsiteX25" fmla="*/ 1028932 w 2425002"/>
              <a:gd name="connsiteY25" fmla="*/ 11772 h 1505609"/>
              <a:gd name="connsiteX26" fmla="*/ 921512 w 2425002"/>
              <a:gd name="connsiteY26" fmla="*/ 42993 h 1505609"/>
              <a:gd name="connsiteX27" fmla="*/ 902461 w 2425002"/>
              <a:gd name="connsiteY27" fmla="*/ 99084 h 1505609"/>
              <a:gd name="connsiteX28" fmla="*/ 943207 w 2425002"/>
              <a:gd name="connsiteY28" fmla="*/ 197509 h 1505609"/>
              <a:gd name="connsiteX29" fmla="*/ 850074 w 2425002"/>
              <a:gd name="connsiteY29" fmla="*/ 248309 h 1505609"/>
              <a:gd name="connsiteX30" fmla="*/ 553740 w 2425002"/>
              <a:gd name="connsiteY30" fmla="*/ 239843 h 1505609"/>
              <a:gd name="connsiteX31" fmla="*/ 164274 w 2425002"/>
              <a:gd name="connsiteY31" fmla="*/ 180576 h 1505609"/>
              <a:gd name="connsiteX32" fmla="*/ 75374 w 2425002"/>
              <a:gd name="connsiteY32" fmla="*/ 146709 h 1505609"/>
              <a:gd name="connsiteX33" fmla="*/ 62674 w 2425002"/>
              <a:gd name="connsiteY33" fmla="*/ 244076 h 1505609"/>
              <a:gd name="connsiteX34" fmla="*/ 3407 w 2425002"/>
              <a:gd name="connsiteY34" fmla="*/ 506543 h 1505609"/>
              <a:gd name="connsiteX35" fmla="*/ 14520 w 2425002"/>
              <a:gd name="connsiteY35" fmla="*/ 685931 h 1505609"/>
              <a:gd name="connsiteX36" fmla="*/ 75374 w 2425002"/>
              <a:gd name="connsiteY36" fmla="*/ 654709 h 1505609"/>
              <a:gd name="connsiteX37" fmla="*/ 138874 w 2425002"/>
              <a:gd name="connsiteY37" fmla="*/ 640951 h 1505609"/>
              <a:gd name="connsiteX38" fmla="*/ 224599 w 2425002"/>
              <a:gd name="connsiteY38" fmla="*/ 688577 h 1505609"/>
              <a:gd name="connsiteX39" fmla="*/ 260052 w 2425002"/>
              <a:gd name="connsiteY39" fmla="*/ 858968 h 1505609"/>
              <a:gd name="connsiteX40" fmla="*/ 176974 w 2425002"/>
              <a:gd name="connsiteY40" fmla="*/ 1001843 h 1505609"/>
              <a:gd name="connsiteX41" fmla="*/ 63732 w 2425002"/>
              <a:gd name="connsiteY41" fmla="*/ 967447 h 1505609"/>
              <a:gd name="connsiteX42" fmla="*/ 33040 w 2425002"/>
              <a:gd name="connsiteY42" fmla="*/ 1006076 h 1505609"/>
              <a:gd name="connsiteX43" fmla="*/ 58440 w 2425002"/>
              <a:gd name="connsiteY43" fmla="*/ 1217743 h 1505609"/>
              <a:gd name="connsiteX44" fmla="*/ 138874 w 2425002"/>
              <a:gd name="connsiteY44" fmla="*/ 1488676 h 1505609"/>
              <a:gd name="connsiteX0" fmla="*/ 138874 w 2425002"/>
              <a:gd name="connsiteY0" fmla="*/ 1484764 h 1501697"/>
              <a:gd name="connsiteX1" fmla="*/ 1137940 w 2425002"/>
              <a:gd name="connsiteY1" fmla="*/ 1501697 h 1501697"/>
              <a:gd name="connsiteX2" fmla="*/ 2031174 w 2425002"/>
              <a:gd name="connsiteY2" fmla="*/ 1501697 h 1501697"/>
              <a:gd name="connsiteX3" fmla="*/ 2162407 w 2425002"/>
              <a:gd name="connsiteY3" fmla="*/ 1459364 h 1501697"/>
              <a:gd name="connsiteX4" fmla="*/ 2132774 w 2425002"/>
              <a:gd name="connsiteY4" fmla="*/ 1319664 h 1501697"/>
              <a:gd name="connsiteX5" fmla="*/ 2103140 w 2425002"/>
              <a:gd name="connsiteY5" fmla="*/ 1146097 h 1501697"/>
              <a:gd name="connsiteX6" fmla="*/ 2137007 w 2425002"/>
              <a:gd name="connsiteY6" fmla="*/ 1019097 h 1501697"/>
              <a:gd name="connsiteX7" fmla="*/ 2179340 w 2425002"/>
              <a:gd name="connsiteY7" fmla="*/ 980997 h 1501697"/>
              <a:gd name="connsiteX8" fmla="*/ 2234374 w 2425002"/>
              <a:gd name="connsiteY8" fmla="*/ 1040264 h 1501697"/>
              <a:gd name="connsiteX9" fmla="*/ 2302107 w 2425002"/>
              <a:gd name="connsiteY9" fmla="*/ 1057197 h 1501697"/>
              <a:gd name="connsiteX10" fmla="*/ 2395240 w 2425002"/>
              <a:gd name="connsiteY10" fmla="*/ 976764 h 1501697"/>
              <a:gd name="connsiteX11" fmla="*/ 2424874 w 2425002"/>
              <a:gd name="connsiteY11" fmla="*/ 853997 h 1501697"/>
              <a:gd name="connsiteX12" fmla="*/ 2399474 w 2425002"/>
              <a:gd name="connsiteY12" fmla="*/ 718531 h 1501697"/>
              <a:gd name="connsiteX13" fmla="*/ 2276707 w 2425002"/>
              <a:gd name="connsiteY13" fmla="*/ 676197 h 1501697"/>
              <a:gd name="connsiteX14" fmla="*/ 2183574 w 2425002"/>
              <a:gd name="connsiteY14" fmla="*/ 701597 h 1501697"/>
              <a:gd name="connsiteX15" fmla="*/ 2204740 w 2425002"/>
              <a:gd name="connsiteY15" fmla="*/ 472997 h 1501697"/>
              <a:gd name="connsiteX16" fmla="*/ 2230140 w 2425002"/>
              <a:gd name="connsiteY16" fmla="*/ 248631 h 1501697"/>
              <a:gd name="connsiteX17" fmla="*/ 2238607 w 2425002"/>
              <a:gd name="connsiteY17" fmla="*/ 87764 h 1501697"/>
              <a:gd name="connsiteX18" fmla="*/ 2141240 w 2425002"/>
              <a:gd name="connsiteY18" fmla="*/ 121631 h 1501697"/>
              <a:gd name="connsiteX19" fmla="*/ 1946507 w 2425002"/>
              <a:gd name="connsiteY19" fmla="*/ 168197 h 1501697"/>
              <a:gd name="connsiteX20" fmla="*/ 1535874 w 2425002"/>
              <a:gd name="connsiteY20" fmla="*/ 218997 h 1501697"/>
              <a:gd name="connsiteX21" fmla="*/ 1307274 w 2425002"/>
              <a:gd name="connsiteY21" fmla="*/ 206297 h 1501697"/>
              <a:gd name="connsiteX22" fmla="*/ 1341140 w 2425002"/>
              <a:gd name="connsiteY22" fmla="*/ 125864 h 1501697"/>
              <a:gd name="connsiteX23" fmla="*/ 1353840 w 2425002"/>
              <a:gd name="connsiteY23" fmla="*/ 53897 h 1501697"/>
              <a:gd name="connsiteX24" fmla="*/ 1213612 w 2425002"/>
              <a:gd name="connsiteY24" fmla="*/ 3627 h 1501697"/>
              <a:gd name="connsiteX25" fmla="*/ 1028932 w 2425002"/>
              <a:gd name="connsiteY25" fmla="*/ 7860 h 1501697"/>
              <a:gd name="connsiteX26" fmla="*/ 921512 w 2425002"/>
              <a:gd name="connsiteY26" fmla="*/ 39081 h 1501697"/>
              <a:gd name="connsiteX27" fmla="*/ 902461 w 2425002"/>
              <a:gd name="connsiteY27" fmla="*/ 95172 h 1501697"/>
              <a:gd name="connsiteX28" fmla="*/ 943207 w 2425002"/>
              <a:gd name="connsiteY28" fmla="*/ 193597 h 1501697"/>
              <a:gd name="connsiteX29" fmla="*/ 850074 w 2425002"/>
              <a:gd name="connsiteY29" fmla="*/ 244397 h 1501697"/>
              <a:gd name="connsiteX30" fmla="*/ 553740 w 2425002"/>
              <a:gd name="connsiteY30" fmla="*/ 235931 h 1501697"/>
              <a:gd name="connsiteX31" fmla="*/ 164274 w 2425002"/>
              <a:gd name="connsiteY31" fmla="*/ 176664 h 1501697"/>
              <a:gd name="connsiteX32" fmla="*/ 75374 w 2425002"/>
              <a:gd name="connsiteY32" fmla="*/ 142797 h 1501697"/>
              <a:gd name="connsiteX33" fmla="*/ 62674 w 2425002"/>
              <a:gd name="connsiteY33" fmla="*/ 240164 h 1501697"/>
              <a:gd name="connsiteX34" fmla="*/ 3407 w 2425002"/>
              <a:gd name="connsiteY34" fmla="*/ 502631 h 1501697"/>
              <a:gd name="connsiteX35" fmla="*/ 14520 w 2425002"/>
              <a:gd name="connsiteY35" fmla="*/ 682019 h 1501697"/>
              <a:gd name="connsiteX36" fmla="*/ 75374 w 2425002"/>
              <a:gd name="connsiteY36" fmla="*/ 650797 h 1501697"/>
              <a:gd name="connsiteX37" fmla="*/ 138874 w 2425002"/>
              <a:gd name="connsiteY37" fmla="*/ 637039 h 1501697"/>
              <a:gd name="connsiteX38" fmla="*/ 224599 w 2425002"/>
              <a:gd name="connsiteY38" fmla="*/ 684665 h 1501697"/>
              <a:gd name="connsiteX39" fmla="*/ 260052 w 2425002"/>
              <a:gd name="connsiteY39" fmla="*/ 855056 h 1501697"/>
              <a:gd name="connsiteX40" fmla="*/ 176974 w 2425002"/>
              <a:gd name="connsiteY40" fmla="*/ 997931 h 1501697"/>
              <a:gd name="connsiteX41" fmla="*/ 63732 w 2425002"/>
              <a:gd name="connsiteY41" fmla="*/ 963535 h 1501697"/>
              <a:gd name="connsiteX42" fmla="*/ 33040 w 2425002"/>
              <a:gd name="connsiteY42" fmla="*/ 1002164 h 1501697"/>
              <a:gd name="connsiteX43" fmla="*/ 58440 w 2425002"/>
              <a:gd name="connsiteY43" fmla="*/ 1213831 h 1501697"/>
              <a:gd name="connsiteX44" fmla="*/ 138874 w 2425002"/>
              <a:gd name="connsiteY44" fmla="*/ 1484764 h 1501697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7274 w 2425002"/>
              <a:gd name="connsiteY21" fmla="*/ 207001 h 1502401"/>
              <a:gd name="connsiteX22" fmla="*/ 1341140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7274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4099 w 2425002"/>
              <a:gd name="connsiteY21" fmla="*/ 203826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1562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41782 w 2425002"/>
              <a:gd name="connsiteY17" fmla="*/ 96406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425002" h="1502401">
                <a:moveTo>
                  <a:pt x="138874" y="1485468"/>
                </a:moveTo>
                <a:lnTo>
                  <a:pt x="1137940" y="1502401"/>
                </a:lnTo>
                <a:lnTo>
                  <a:pt x="2031174" y="1502401"/>
                </a:lnTo>
                <a:cubicBezTo>
                  <a:pt x="2201919" y="1495346"/>
                  <a:pt x="2145474" y="1490407"/>
                  <a:pt x="2162407" y="1460068"/>
                </a:cubicBezTo>
                <a:cubicBezTo>
                  <a:pt x="2179340" y="1429729"/>
                  <a:pt x="2142652" y="1372579"/>
                  <a:pt x="2132774" y="1320368"/>
                </a:cubicBezTo>
                <a:cubicBezTo>
                  <a:pt x="2122896" y="1268157"/>
                  <a:pt x="2102435" y="1196895"/>
                  <a:pt x="2103140" y="1146801"/>
                </a:cubicBezTo>
                <a:cubicBezTo>
                  <a:pt x="2103846" y="1096706"/>
                  <a:pt x="2124307" y="1047318"/>
                  <a:pt x="2137007" y="1019801"/>
                </a:cubicBezTo>
                <a:cubicBezTo>
                  <a:pt x="2149707" y="992284"/>
                  <a:pt x="2163112" y="978173"/>
                  <a:pt x="2179340" y="981701"/>
                </a:cubicBezTo>
                <a:cubicBezTo>
                  <a:pt x="2195568" y="985229"/>
                  <a:pt x="2213913" y="1028268"/>
                  <a:pt x="2234374" y="1040968"/>
                </a:cubicBezTo>
                <a:cubicBezTo>
                  <a:pt x="2254835" y="1053668"/>
                  <a:pt x="2275296" y="1068484"/>
                  <a:pt x="2302107" y="1057901"/>
                </a:cubicBezTo>
                <a:cubicBezTo>
                  <a:pt x="2328918" y="1047318"/>
                  <a:pt x="2374779" y="1011335"/>
                  <a:pt x="2395240" y="977468"/>
                </a:cubicBezTo>
                <a:cubicBezTo>
                  <a:pt x="2415701" y="943601"/>
                  <a:pt x="2424168" y="897740"/>
                  <a:pt x="2424874" y="854701"/>
                </a:cubicBezTo>
                <a:cubicBezTo>
                  <a:pt x="2425580" y="811662"/>
                  <a:pt x="2424169" y="748868"/>
                  <a:pt x="2399474" y="719235"/>
                </a:cubicBezTo>
                <a:cubicBezTo>
                  <a:pt x="2374780" y="689602"/>
                  <a:pt x="2312690" y="679723"/>
                  <a:pt x="2276707" y="676901"/>
                </a:cubicBezTo>
                <a:cubicBezTo>
                  <a:pt x="2240724" y="674079"/>
                  <a:pt x="2195569" y="736168"/>
                  <a:pt x="2183574" y="702301"/>
                </a:cubicBezTo>
                <a:cubicBezTo>
                  <a:pt x="2171580" y="668434"/>
                  <a:pt x="2196979" y="549195"/>
                  <a:pt x="2204740" y="473701"/>
                </a:cubicBezTo>
                <a:cubicBezTo>
                  <a:pt x="2212501" y="398207"/>
                  <a:pt x="2223966" y="312217"/>
                  <a:pt x="2230140" y="249335"/>
                </a:cubicBezTo>
                <a:cubicBezTo>
                  <a:pt x="2236314" y="186453"/>
                  <a:pt x="2256599" y="117573"/>
                  <a:pt x="2241782" y="96406"/>
                </a:cubicBezTo>
                <a:cubicBezTo>
                  <a:pt x="2226965" y="75239"/>
                  <a:pt x="2190452" y="110253"/>
                  <a:pt x="2141240" y="122335"/>
                </a:cubicBezTo>
                <a:cubicBezTo>
                  <a:pt x="2092028" y="134417"/>
                  <a:pt x="2047401" y="152673"/>
                  <a:pt x="1946507" y="168901"/>
                </a:cubicBezTo>
                <a:cubicBezTo>
                  <a:pt x="1845613" y="185129"/>
                  <a:pt x="1639238" y="213351"/>
                  <a:pt x="1535874" y="219701"/>
                </a:cubicBezTo>
                <a:cubicBezTo>
                  <a:pt x="1432510" y="226051"/>
                  <a:pt x="1359574" y="222523"/>
                  <a:pt x="1326325" y="207001"/>
                </a:cubicBezTo>
                <a:cubicBezTo>
                  <a:pt x="1293076" y="191479"/>
                  <a:pt x="1327558" y="150380"/>
                  <a:pt x="1336378" y="126568"/>
                </a:cubicBezTo>
                <a:cubicBezTo>
                  <a:pt x="1345198" y="102756"/>
                  <a:pt x="1371126" y="84499"/>
                  <a:pt x="1350665" y="64126"/>
                </a:cubicBezTo>
                <a:cubicBezTo>
                  <a:pt x="1330204" y="43753"/>
                  <a:pt x="1267234" y="13591"/>
                  <a:pt x="1213612" y="4331"/>
                </a:cubicBezTo>
                <a:cubicBezTo>
                  <a:pt x="1159990" y="-4929"/>
                  <a:pt x="1077615" y="2655"/>
                  <a:pt x="1028932" y="8564"/>
                </a:cubicBezTo>
                <a:cubicBezTo>
                  <a:pt x="980249" y="14473"/>
                  <a:pt x="942591" y="25233"/>
                  <a:pt x="921512" y="39785"/>
                </a:cubicBezTo>
                <a:cubicBezTo>
                  <a:pt x="900434" y="54337"/>
                  <a:pt x="898845" y="70123"/>
                  <a:pt x="902461" y="95876"/>
                </a:cubicBezTo>
                <a:cubicBezTo>
                  <a:pt x="906077" y="121629"/>
                  <a:pt x="951938" y="169430"/>
                  <a:pt x="943207" y="194301"/>
                </a:cubicBezTo>
                <a:cubicBezTo>
                  <a:pt x="934476" y="219172"/>
                  <a:pt x="914985" y="238045"/>
                  <a:pt x="850074" y="245101"/>
                </a:cubicBezTo>
                <a:cubicBezTo>
                  <a:pt x="785163" y="252157"/>
                  <a:pt x="668040" y="247924"/>
                  <a:pt x="553740" y="236635"/>
                </a:cubicBezTo>
                <a:cubicBezTo>
                  <a:pt x="439440" y="225346"/>
                  <a:pt x="244002" y="192890"/>
                  <a:pt x="164274" y="177368"/>
                </a:cubicBezTo>
                <a:cubicBezTo>
                  <a:pt x="84546" y="161846"/>
                  <a:pt x="92307" y="132918"/>
                  <a:pt x="75374" y="143501"/>
                </a:cubicBezTo>
                <a:cubicBezTo>
                  <a:pt x="58441" y="154084"/>
                  <a:pt x="74668" y="180896"/>
                  <a:pt x="62674" y="240868"/>
                </a:cubicBezTo>
                <a:cubicBezTo>
                  <a:pt x="50680" y="300840"/>
                  <a:pt x="11433" y="429693"/>
                  <a:pt x="3407" y="503335"/>
                </a:cubicBezTo>
                <a:cubicBezTo>
                  <a:pt x="-4619" y="576977"/>
                  <a:pt x="2525" y="658029"/>
                  <a:pt x="14520" y="682723"/>
                </a:cubicBezTo>
                <a:cubicBezTo>
                  <a:pt x="26514" y="707417"/>
                  <a:pt x="54648" y="658998"/>
                  <a:pt x="75374" y="651501"/>
                </a:cubicBezTo>
                <a:cubicBezTo>
                  <a:pt x="96100" y="644004"/>
                  <a:pt x="114003" y="632098"/>
                  <a:pt x="138874" y="637743"/>
                </a:cubicBezTo>
                <a:cubicBezTo>
                  <a:pt x="163745" y="643388"/>
                  <a:pt x="204403" y="649033"/>
                  <a:pt x="224599" y="685369"/>
                </a:cubicBezTo>
                <a:cubicBezTo>
                  <a:pt x="244795" y="721705"/>
                  <a:pt x="267990" y="803549"/>
                  <a:pt x="260052" y="855760"/>
                </a:cubicBezTo>
                <a:cubicBezTo>
                  <a:pt x="252115" y="907971"/>
                  <a:pt x="209694" y="980555"/>
                  <a:pt x="176974" y="998635"/>
                </a:cubicBezTo>
                <a:cubicBezTo>
                  <a:pt x="144254" y="1016715"/>
                  <a:pt x="90896" y="969883"/>
                  <a:pt x="63732" y="964239"/>
                </a:cubicBezTo>
                <a:cubicBezTo>
                  <a:pt x="36568" y="958595"/>
                  <a:pt x="34451" y="959829"/>
                  <a:pt x="33040" y="1002868"/>
                </a:cubicBezTo>
                <a:cubicBezTo>
                  <a:pt x="31629" y="1045907"/>
                  <a:pt x="42212" y="1139041"/>
                  <a:pt x="58440" y="1214535"/>
                </a:cubicBezTo>
                <a:cubicBezTo>
                  <a:pt x="74668" y="1290029"/>
                  <a:pt x="102537" y="1372932"/>
                  <a:pt x="138874" y="1485468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4D5B4043-725B-1E3D-FC3D-C3D16E84545C}"/>
              </a:ext>
            </a:extLst>
          </p:cNvPr>
          <p:cNvSpPr/>
          <p:nvPr/>
        </p:nvSpPr>
        <p:spPr>
          <a:xfrm>
            <a:off x="3246854" y="4905784"/>
            <a:ext cx="1457095" cy="1448581"/>
          </a:xfrm>
          <a:custGeom>
            <a:avLst/>
            <a:gdLst>
              <a:gd name="connsiteX0" fmla="*/ 64050 w 1479803"/>
              <a:gd name="connsiteY0" fmla="*/ 1435616 h 1453306"/>
              <a:gd name="connsiteX1" fmla="*/ 885316 w 1479803"/>
              <a:gd name="connsiteY1" fmla="*/ 1448316 h 1453306"/>
              <a:gd name="connsiteX2" fmla="*/ 1376383 w 1479803"/>
              <a:gd name="connsiteY2" fmla="*/ 1444083 h 1453306"/>
              <a:gd name="connsiteX3" fmla="*/ 1461050 w 1479803"/>
              <a:gd name="connsiteY3" fmla="*/ 1346716 h 1453306"/>
              <a:gd name="connsiteX4" fmla="*/ 1477983 w 1479803"/>
              <a:gd name="connsiteY4" fmla="*/ 897983 h 1453306"/>
              <a:gd name="connsiteX5" fmla="*/ 1431416 w 1479803"/>
              <a:gd name="connsiteY5" fmla="*/ 868350 h 1453306"/>
              <a:gd name="connsiteX6" fmla="*/ 1406016 w 1479803"/>
              <a:gd name="connsiteY6" fmla="*/ 931850 h 1453306"/>
              <a:gd name="connsiteX7" fmla="*/ 1317116 w 1479803"/>
              <a:gd name="connsiteY7" fmla="*/ 876816 h 1453306"/>
              <a:gd name="connsiteX8" fmla="*/ 1317116 w 1479803"/>
              <a:gd name="connsiteY8" fmla="*/ 728650 h 1453306"/>
              <a:gd name="connsiteX9" fmla="*/ 1363683 w 1479803"/>
              <a:gd name="connsiteY9" fmla="*/ 665150 h 1453306"/>
              <a:gd name="connsiteX10" fmla="*/ 1435650 w 1479803"/>
              <a:gd name="connsiteY10" fmla="*/ 694783 h 1453306"/>
              <a:gd name="connsiteX11" fmla="*/ 1444116 w 1479803"/>
              <a:gd name="connsiteY11" fmla="*/ 474650 h 1453306"/>
              <a:gd name="connsiteX12" fmla="*/ 1422950 w 1479803"/>
              <a:gd name="connsiteY12" fmla="*/ 246050 h 1453306"/>
              <a:gd name="connsiteX13" fmla="*/ 1389083 w 1479803"/>
              <a:gd name="connsiteY13" fmla="*/ 85183 h 1453306"/>
              <a:gd name="connsiteX14" fmla="*/ 1308650 w 1479803"/>
              <a:gd name="connsiteY14" fmla="*/ 64016 h 1453306"/>
              <a:gd name="connsiteX15" fmla="*/ 1181650 w 1479803"/>
              <a:gd name="connsiteY15" fmla="*/ 17450 h 1453306"/>
              <a:gd name="connsiteX16" fmla="*/ 1037716 w 1479803"/>
              <a:gd name="connsiteY16" fmla="*/ 516 h 1453306"/>
              <a:gd name="connsiteX17" fmla="*/ 965750 w 1479803"/>
              <a:gd name="connsiteY17" fmla="*/ 34383 h 1453306"/>
              <a:gd name="connsiteX18" fmla="*/ 999616 w 1479803"/>
              <a:gd name="connsiteY18" fmla="*/ 157150 h 1453306"/>
              <a:gd name="connsiteX19" fmla="*/ 999616 w 1479803"/>
              <a:gd name="connsiteY19" fmla="*/ 271450 h 1453306"/>
              <a:gd name="connsiteX20" fmla="*/ 855683 w 1479803"/>
              <a:gd name="connsiteY20" fmla="*/ 326483 h 1453306"/>
              <a:gd name="connsiteX21" fmla="*/ 669416 w 1479803"/>
              <a:gd name="connsiteY21" fmla="*/ 296850 h 1453306"/>
              <a:gd name="connsiteX22" fmla="*/ 627083 w 1479803"/>
              <a:gd name="connsiteY22" fmla="*/ 161383 h 1453306"/>
              <a:gd name="connsiteX23" fmla="*/ 703283 w 1479803"/>
              <a:gd name="connsiteY23" fmla="*/ 51316 h 1453306"/>
              <a:gd name="connsiteX24" fmla="*/ 576283 w 1479803"/>
              <a:gd name="connsiteY24" fmla="*/ 13216 h 1453306"/>
              <a:gd name="connsiteX25" fmla="*/ 330750 w 1479803"/>
              <a:gd name="connsiteY25" fmla="*/ 25916 h 1453306"/>
              <a:gd name="connsiteX26" fmla="*/ 152950 w 1479803"/>
              <a:gd name="connsiteY26" fmla="*/ 30150 h 1453306"/>
              <a:gd name="connsiteX27" fmla="*/ 157183 w 1479803"/>
              <a:gd name="connsiteY27" fmla="*/ 110583 h 1453306"/>
              <a:gd name="connsiteX28" fmla="*/ 97916 w 1479803"/>
              <a:gd name="connsiteY28" fmla="*/ 504283 h 1453306"/>
              <a:gd name="connsiteX29" fmla="*/ 97916 w 1479803"/>
              <a:gd name="connsiteY29" fmla="*/ 643983 h 1453306"/>
              <a:gd name="connsiteX30" fmla="*/ 186816 w 1479803"/>
              <a:gd name="connsiteY30" fmla="*/ 610116 h 1453306"/>
              <a:gd name="connsiteX31" fmla="*/ 288416 w 1479803"/>
              <a:gd name="connsiteY31" fmla="*/ 639750 h 1453306"/>
              <a:gd name="connsiteX32" fmla="*/ 343450 w 1479803"/>
              <a:gd name="connsiteY32" fmla="*/ 728650 h 1453306"/>
              <a:gd name="connsiteX33" fmla="*/ 309583 w 1479803"/>
              <a:gd name="connsiteY33" fmla="*/ 931850 h 1453306"/>
              <a:gd name="connsiteX34" fmla="*/ 178350 w 1479803"/>
              <a:gd name="connsiteY34" fmla="*/ 999583 h 1453306"/>
              <a:gd name="connsiteX35" fmla="*/ 102150 w 1479803"/>
              <a:gd name="connsiteY35" fmla="*/ 923383 h 1453306"/>
              <a:gd name="connsiteX36" fmla="*/ 38650 w 1479803"/>
              <a:gd name="connsiteY36" fmla="*/ 965716 h 1453306"/>
              <a:gd name="connsiteX37" fmla="*/ 13250 w 1479803"/>
              <a:gd name="connsiteY37" fmla="*/ 1122350 h 1453306"/>
              <a:gd name="connsiteX38" fmla="*/ 47116 w 1479803"/>
              <a:gd name="connsiteY38" fmla="*/ 1278983 h 1453306"/>
              <a:gd name="connsiteX39" fmla="*/ 64050 w 1479803"/>
              <a:gd name="connsiteY39" fmla="*/ 1435616 h 1453306"/>
              <a:gd name="connsiteX0" fmla="*/ 66363 w 1482116"/>
              <a:gd name="connsiteY0" fmla="*/ 1435616 h 1453306"/>
              <a:gd name="connsiteX1" fmla="*/ 887629 w 1482116"/>
              <a:gd name="connsiteY1" fmla="*/ 1448316 h 1453306"/>
              <a:gd name="connsiteX2" fmla="*/ 1378696 w 1482116"/>
              <a:gd name="connsiteY2" fmla="*/ 1444083 h 1453306"/>
              <a:gd name="connsiteX3" fmla="*/ 1463363 w 1482116"/>
              <a:gd name="connsiteY3" fmla="*/ 1346716 h 1453306"/>
              <a:gd name="connsiteX4" fmla="*/ 1480296 w 1482116"/>
              <a:gd name="connsiteY4" fmla="*/ 897983 h 1453306"/>
              <a:gd name="connsiteX5" fmla="*/ 1433729 w 1482116"/>
              <a:gd name="connsiteY5" fmla="*/ 868350 h 1453306"/>
              <a:gd name="connsiteX6" fmla="*/ 1408329 w 1482116"/>
              <a:gd name="connsiteY6" fmla="*/ 931850 h 1453306"/>
              <a:gd name="connsiteX7" fmla="*/ 1319429 w 1482116"/>
              <a:gd name="connsiteY7" fmla="*/ 876816 h 1453306"/>
              <a:gd name="connsiteX8" fmla="*/ 1319429 w 1482116"/>
              <a:gd name="connsiteY8" fmla="*/ 728650 h 1453306"/>
              <a:gd name="connsiteX9" fmla="*/ 1365996 w 1482116"/>
              <a:gd name="connsiteY9" fmla="*/ 665150 h 1453306"/>
              <a:gd name="connsiteX10" fmla="*/ 1437963 w 1482116"/>
              <a:gd name="connsiteY10" fmla="*/ 694783 h 1453306"/>
              <a:gd name="connsiteX11" fmla="*/ 1446429 w 1482116"/>
              <a:gd name="connsiteY11" fmla="*/ 474650 h 1453306"/>
              <a:gd name="connsiteX12" fmla="*/ 1425263 w 1482116"/>
              <a:gd name="connsiteY12" fmla="*/ 246050 h 1453306"/>
              <a:gd name="connsiteX13" fmla="*/ 1391396 w 1482116"/>
              <a:gd name="connsiteY13" fmla="*/ 85183 h 1453306"/>
              <a:gd name="connsiteX14" fmla="*/ 1310963 w 1482116"/>
              <a:gd name="connsiteY14" fmla="*/ 64016 h 1453306"/>
              <a:gd name="connsiteX15" fmla="*/ 1183963 w 1482116"/>
              <a:gd name="connsiteY15" fmla="*/ 17450 h 1453306"/>
              <a:gd name="connsiteX16" fmla="*/ 1040029 w 1482116"/>
              <a:gd name="connsiteY16" fmla="*/ 516 h 1453306"/>
              <a:gd name="connsiteX17" fmla="*/ 968063 w 1482116"/>
              <a:gd name="connsiteY17" fmla="*/ 34383 h 1453306"/>
              <a:gd name="connsiteX18" fmla="*/ 1001929 w 1482116"/>
              <a:gd name="connsiteY18" fmla="*/ 157150 h 1453306"/>
              <a:gd name="connsiteX19" fmla="*/ 1001929 w 1482116"/>
              <a:gd name="connsiteY19" fmla="*/ 271450 h 1453306"/>
              <a:gd name="connsiteX20" fmla="*/ 857996 w 1482116"/>
              <a:gd name="connsiteY20" fmla="*/ 326483 h 1453306"/>
              <a:gd name="connsiteX21" fmla="*/ 671729 w 1482116"/>
              <a:gd name="connsiteY21" fmla="*/ 296850 h 1453306"/>
              <a:gd name="connsiteX22" fmla="*/ 629396 w 1482116"/>
              <a:gd name="connsiteY22" fmla="*/ 161383 h 1453306"/>
              <a:gd name="connsiteX23" fmla="*/ 705596 w 1482116"/>
              <a:gd name="connsiteY23" fmla="*/ 51316 h 1453306"/>
              <a:gd name="connsiteX24" fmla="*/ 578596 w 1482116"/>
              <a:gd name="connsiteY24" fmla="*/ 13216 h 1453306"/>
              <a:gd name="connsiteX25" fmla="*/ 333063 w 1482116"/>
              <a:gd name="connsiteY25" fmla="*/ 25916 h 1453306"/>
              <a:gd name="connsiteX26" fmla="*/ 155263 w 1482116"/>
              <a:gd name="connsiteY26" fmla="*/ 30150 h 1453306"/>
              <a:gd name="connsiteX27" fmla="*/ 159496 w 1482116"/>
              <a:gd name="connsiteY27" fmla="*/ 110583 h 1453306"/>
              <a:gd name="connsiteX28" fmla="*/ 100229 w 1482116"/>
              <a:gd name="connsiteY28" fmla="*/ 504283 h 1453306"/>
              <a:gd name="connsiteX29" fmla="*/ 100229 w 1482116"/>
              <a:gd name="connsiteY29" fmla="*/ 643983 h 1453306"/>
              <a:gd name="connsiteX30" fmla="*/ 189129 w 1482116"/>
              <a:gd name="connsiteY30" fmla="*/ 610116 h 1453306"/>
              <a:gd name="connsiteX31" fmla="*/ 290729 w 1482116"/>
              <a:gd name="connsiteY31" fmla="*/ 639750 h 1453306"/>
              <a:gd name="connsiteX32" fmla="*/ 345763 w 1482116"/>
              <a:gd name="connsiteY32" fmla="*/ 728650 h 1453306"/>
              <a:gd name="connsiteX33" fmla="*/ 311896 w 1482116"/>
              <a:gd name="connsiteY33" fmla="*/ 931850 h 1453306"/>
              <a:gd name="connsiteX34" fmla="*/ 180663 w 1482116"/>
              <a:gd name="connsiteY34" fmla="*/ 999583 h 1453306"/>
              <a:gd name="connsiteX35" fmla="*/ 104463 w 1482116"/>
              <a:gd name="connsiteY35" fmla="*/ 923383 h 1453306"/>
              <a:gd name="connsiteX36" fmla="*/ 40963 w 1482116"/>
              <a:gd name="connsiteY36" fmla="*/ 965716 h 1453306"/>
              <a:gd name="connsiteX37" fmla="*/ 15563 w 1482116"/>
              <a:gd name="connsiteY37" fmla="*/ 1122350 h 1453306"/>
              <a:gd name="connsiteX38" fmla="*/ 49429 w 1482116"/>
              <a:gd name="connsiteY38" fmla="*/ 1278983 h 1453306"/>
              <a:gd name="connsiteX39" fmla="*/ 66363 w 1482116"/>
              <a:gd name="connsiteY39" fmla="*/ 1435616 h 1453306"/>
              <a:gd name="connsiteX0" fmla="*/ 59750 w 1475503"/>
              <a:gd name="connsiteY0" fmla="*/ 1435616 h 1453306"/>
              <a:gd name="connsiteX1" fmla="*/ 881016 w 1475503"/>
              <a:gd name="connsiteY1" fmla="*/ 1448316 h 1453306"/>
              <a:gd name="connsiteX2" fmla="*/ 1372083 w 1475503"/>
              <a:gd name="connsiteY2" fmla="*/ 1444083 h 1453306"/>
              <a:gd name="connsiteX3" fmla="*/ 1456750 w 1475503"/>
              <a:gd name="connsiteY3" fmla="*/ 1346716 h 1453306"/>
              <a:gd name="connsiteX4" fmla="*/ 1473683 w 1475503"/>
              <a:gd name="connsiteY4" fmla="*/ 897983 h 1453306"/>
              <a:gd name="connsiteX5" fmla="*/ 1427116 w 1475503"/>
              <a:gd name="connsiteY5" fmla="*/ 868350 h 1453306"/>
              <a:gd name="connsiteX6" fmla="*/ 1401716 w 1475503"/>
              <a:gd name="connsiteY6" fmla="*/ 931850 h 1453306"/>
              <a:gd name="connsiteX7" fmla="*/ 1312816 w 1475503"/>
              <a:gd name="connsiteY7" fmla="*/ 876816 h 1453306"/>
              <a:gd name="connsiteX8" fmla="*/ 1312816 w 1475503"/>
              <a:gd name="connsiteY8" fmla="*/ 728650 h 1453306"/>
              <a:gd name="connsiteX9" fmla="*/ 1359383 w 1475503"/>
              <a:gd name="connsiteY9" fmla="*/ 665150 h 1453306"/>
              <a:gd name="connsiteX10" fmla="*/ 1431350 w 1475503"/>
              <a:gd name="connsiteY10" fmla="*/ 694783 h 1453306"/>
              <a:gd name="connsiteX11" fmla="*/ 1439816 w 1475503"/>
              <a:gd name="connsiteY11" fmla="*/ 474650 h 1453306"/>
              <a:gd name="connsiteX12" fmla="*/ 1418650 w 1475503"/>
              <a:gd name="connsiteY12" fmla="*/ 246050 h 1453306"/>
              <a:gd name="connsiteX13" fmla="*/ 1384783 w 1475503"/>
              <a:gd name="connsiteY13" fmla="*/ 85183 h 1453306"/>
              <a:gd name="connsiteX14" fmla="*/ 1304350 w 1475503"/>
              <a:gd name="connsiteY14" fmla="*/ 64016 h 1453306"/>
              <a:gd name="connsiteX15" fmla="*/ 1177350 w 1475503"/>
              <a:gd name="connsiteY15" fmla="*/ 17450 h 1453306"/>
              <a:gd name="connsiteX16" fmla="*/ 1033416 w 1475503"/>
              <a:gd name="connsiteY16" fmla="*/ 516 h 1453306"/>
              <a:gd name="connsiteX17" fmla="*/ 961450 w 1475503"/>
              <a:gd name="connsiteY17" fmla="*/ 34383 h 1453306"/>
              <a:gd name="connsiteX18" fmla="*/ 995316 w 1475503"/>
              <a:gd name="connsiteY18" fmla="*/ 157150 h 1453306"/>
              <a:gd name="connsiteX19" fmla="*/ 995316 w 1475503"/>
              <a:gd name="connsiteY19" fmla="*/ 271450 h 1453306"/>
              <a:gd name="connsiteX20" fmla="*/ 851383 w 1475503"/>
              <a:gd name="connsiteY20" fmla="*/ 326483 h 1453306"/>
              <a:gd name="connsiteX21" fmla="*/ 665116 w 1475503"/>
              <a:gd name="connsiteY21" fmla="*/ 296850 h 1453306"/>
              <a:gd name="connsiteX22" fmla="*/ 622783 w 1475503"/>
              <a:gd name="connsiteY22" fmla="*/ 161383 h 1453306"/>
              <a:gd name="connsiteX23" fmla="*/ 698983 w 1475503"/>
              <a:gd name="connsiteY23" fmla="*/ 51316 h 1453306"/>
              <a:gd name="connsiteX24" fmla="*/ 571983 w 1475503"/>
              <a:gd name="connsiteY24" fmla="*/ 13216 h 1453306"/>
              <a:gd name="connsiteX25" fmla="*/ 326450 w 1475503"/>
              <a:gd name="connsiteY25" fmla="*/ 25916 h 1453306"/>
              <a:gd name="connsiteX26" fmla="*/ 148650 w 1475503"/>
              <a:gd name="connsiteY26" fmla="*/ 30150 h 1453306"/>
              <a:gd name="connsiteX27" fmla="*/ 152883 w 1475503"/>
              <a:gd name="connsiteY27" fmla="*/ 110583 h 1453306"/>
              <a:gd name="connsiteX28" fmla="*/ 93616 w 1475503"/>
              <a:gd name="connsiteY28" fmla="*/ 504283 h 1453306"/>
              <a:gd name="connsiteX29" fmla="*/ 93616 w 1475503"/>
              <a:gd name="connsiteY29" fmla="*/ 643983 h 1453306"/>
              <a:gd name="connsiteX30" fmla="*/ 182516 w 1475503"/>
              <a:gd name="connsiteY30" fmla="*/ 610116 h 1453306"/>
              <a:gd name="connsiteX31" fmla="*/ 284116 w 1475503"/>
              <a:gd name="connsiteY31" fmla="*/ 639750 h 1453306"/>
              <a:gd name="connsiteX32" fmla="*/ 339150 w 1475503"/>
              <a:gd name="connsiteY32" fmla="*/ 728650 h 1453306"/>
              <a:gd name="connsiteX33" fmla="*/ 305283 w 1475503"/>
              <a:gd name="connsiteY33" fmla="*/ 931850 h 1453306"/>
              <a:gd name="connsiteX34" fmla="*/ 174050 w 1475503"/>
              <a:gd name="connsiteY34" fmla="*/ 999583 h 1453306"/>
              <a:gd name="connsiteX35" fmla="*/ 97850 w 1475503"/>
              <a:gd name="connsiteY35" fmla="*/ 923383 h 1453306"/>
              <a:gd name="connsiteX36" fmla="*/ 34350 w 1475503"/>
              <a:gd name="connsiteY36" fmla="*/ 965716 h 1453306"/>
              <a:gd name="connsiteX37" fmla="*/ 8950 w 1475503"/>
              <a:gd name="connsiteY37" fmla="*/ 1122350 h 1453306"/>
              <a:gd name="connsiteX38" fmla="*/ 61866 w 1475503"/>
              <a:gd name="connsiteY38" fmla="*/ 1348833 h 1453306"/>
              <a:gd name="connsiteX39" fmla="*/ 59750 w 1475503"/>
              <a:gd name="connsiteY39" fmla="*/ 1435616 h 145330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75279 w 1466666"/>
              <a:gd name="connsiteY31" fmla="*/ 63975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58963 w 1466666"/>
              <a:gd name="connsiteY18" fmla="*/ 155034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58963 w 1466666"/>
              <a:gd name="connsiteY18" fmla="*/ 155034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9003 h 1453358"/>
              <a:gd name="connsiteX1" fmla="*/ 872179 w 1466666"/>
              <a:gd name="connsiteY1" fmla="*/ 1448528 h 1453358"/>
              <a:gd name="connsiteX2" fmla="*/ 1363246 w 1466666"/>
              <a:gd name="connsiteY2" fmla="*/ 1444295 h 1453358"/>
              <a:gd name="connsiteX3" fmla="*/ 1447913 w 1466666"/>
              <a:gd name="connsiteY3" fmla="*/ 1346928 h 1453358"/>
              <a:gd name="connsiteX4" fmla="*/ 1464846 w 1466666"/>
              <a:gd name="connsiteY4" fmla="*/ 898195 h 1453358"/>
              <a:gd name="connsiteX5" fmla="*/ 1418279 w 1466666"/>
              <a:gd name="connsiteY5" fmla="*/ 868562 h 1453358"/>
              <a:gd name="connsiteX6" fmla="*/ 1392879 w 1466666"/>
              <a:gd name="connsiteY6" fmla="*/ 932062 h 1453358"/>
              <a:gd name="connsiteX7" fmla="*/ 1303979 w 1466666"/>
              <a:gd name="connsiteY7" fmla="*/ 877028 h 1453358"/>
              <a:gd name="connsiteX8" fmla="*/ 1303979 w 1466666"/>
              <a:gd name="connsiteY8" fmla="*/ 728862 h 1453358"/>
              <a:gd name="connsiteX9" fmla="*/ 1350546 w 1466666"/>
              <a:gd name="connsiteY9" fmla="*/ 665362 h 1453358"/>
              <a:gd name="connsiteX10" fmla="*/ 1422513 w 1466666"/>
              <a:gd name="connsiteY10" fmla="*/ 694995 h 1453358"/>
              <a:gd name="connsiteX11" fmla="*/ 1430979 w 1466666"/>
              <a:gd name="connsiteY11" fmla="*/ 474862 h 1453358"/>
              <a:gd name="connsiteX12" fmla="*/ 1409813 w 1466666"/>
              <a:gd name="connsiteY12" fmla="*/ 246262 h 1453358"/>
              <a:gd name="connsiteX13" fmla="*/ 1375946 w 1466666"/>
              <a:gd name="connsiteY13" fmla="*/ 85395 h 1453358"/>
              <a:gd name="connsiteX14" fmla="*/ 1295513 w 1466666"/>
              <a:gd name="connsiteY14" fmla="*/ 64228 h 1453358"/>
              <a:gd name="connsiteX15" fmla="*/ 1168513 w 1466666"/>
              <a:gd name="connsiteY15" fmla="*/ 17662 h 1453358"/>
              <a:gd name="connsiteX16" fmla="*/ 1024579 w 1466666"/>
              <a:gd name="connsiteY16" fmla="*/ 728 h 1453358"/>
              <a:gd name="connsiteX17" fmla="*/ 927213 w 1466666"/>
              <a:gd name="connsiteY17" fmla="*/ 38828 h 1453358"/>
              <a:gd name="connsiteX18" fmla="*/ 958963 w 1466666"/>
              <a:gd name="connsiteY18" fmla="*/ 155246 h 1453358"/>
              <a:gd name="connsiteX19" fmla="*/ 986479 w 1466666"/>
              <a:gd name="connsiteY19" fmla="*/ 271662 h 1453358"/>
              <a:gd name="connsiteX20" fmla="*/ 842546 w 1466666"/>
              <a:gd name="connsiteY20" fmla="*/ 326695 h 1453358"/>
              <a:gd name="connsiteX21" fmla="*/ 656279 w 1466666"/>
              <a:gd name="connsiteY21" fmla="*/ 297062 h 1453358"/>
              <a:gd name="connsiteX22" fmla="*/ 613946 w 1466666"/>
              <a:gd name="connsiteY22" fmla="*/ 161595 h 1453358"/>
              <a:gd name="connsiteX23" fmla="*/ 690146 w 1466666"/>
              <a:gd name="connsiteY23" fmla="*/ 51528 h 1453358"/>
              <a:gd name="connsiteX24" fmla="*/ 563146 w 1466666"/>
              <a:gd name="connsiteY24" fmla="*/ 13428 h 1453358"/>
              <a:gd name="connsiteX25" fmla="*/ 317613 w 1466666"/>
              <a:gd name="connsiteY25" fmla="*/ 26128 h 1453358"/>
              <a:gd name="connsiteX26" fmla="*/ 139813 w 1466666"/>
              <a:gd name="connsiteY26" fmla="*/ 30362 h 1453358"/>
              <a:gd name="connsiteX27" fmla="*/ 137696 w 1466666"/>
              <a:gd name="connsiteY27" fmla="*/ 110795 h 1453358"/>
              <a:gd name="connsiteX28" fmla="*/ 84779 w 1466666"/>
              <a:gd name="connsiteY28" fmla="*/ 504495 h 1453358"/>
              <a:gd name="connsiteX29" fmla="*/ 84779 w 1466666"/>
              <a:gd name="connsiteY29" fmla="*/ 644195 h 1453358"/>
              <a:gd name="connsiteX30" fmla="*/ 184263 w 1466666"/>
              <a:gd name="connsiteY30" fmla="*/ 620911 h 1453358"/>
              <a:gd name="connsiteX31" fmla="*/ 268929 w 1466666"/>
              <a:gd name="connsiteY31" fmla="*/ 646312 h 1453358"/>
              <a:gd name="connsiteX32" fmla="*/ 319729 w 1466666"/>
              <a:gd name="connsiteY32" fmla="*/ 733096 h 1453358"/>
              <a:gd name="connsiteX33" fmla="*/ 296446 w 1466666"/>
              <a:gd name="connsiteY33" fmla="*/ 932062 h 1453358"/>
              <a:gd name="connsiteX34" fmla="*/ 165213 w 1466666"/>
              <a:gd name="connsiteY34" fmla="*/ 999795 h 1453358"/>
              <a:gd name="connsiteX35" fmla="*/ 89013 w 1466666"/>
              <a:gd name="connsiteY35" fmla="*/ 936295 h 1453358"/>
              <a:gd name="connsiteX36" fmla="*/ 25513 w 1466666"/>
              <a:gd name="connsiteY36" fmla="*/ 965928 h 1453358"/>
              <a:gd name="connsiteX37" fmla="*/ 113 w 1466666"/>
              <a:gd name="connsiteY37" fmla="*/ 1122562 h 1453358"/>
              <a:gd name="connsiteX38" fmla="*/ 53029 w 1466666"/>
              <a:gd name="connsiteY38" fmla="*/ 1368095 h 1453358"/>
              <a:gd name="connsiteX39" fmla="*/ 92188 w 1466666"/>
              <a:gd name="connsiteY39" fmla="*/ 1439003 h 1453358"/>
              <a:gd name="connsiteX0" fmla="*/ 92188 w 1466666"/>
              <a:gd name="connsiteY0" fmla="*/ 1439003 h 1453358"/>
              <a:gd name="connsiteX1" fmla="*/ 872179 w 1466666"/>
              <a:gd name="connsiteY1" fmla="*/ 1448528 h 1453358"/>
              <a:gd name="connsiteX2" fmla="*/ 1363246 w 1466666"/>
              <a:gd name="connsiteY2" fmla="*/ 1444295 h 1453358"/>
              <a:gd name="connsiteX3" fmla="*/ 1447913 w 1466666"/>
              <a:gd name="connsiteY3" fmla="*/ 1346928 h 1453358"/>
              <a:gd name="connsiteX4" fmla="*/ 1464846 w 1466666"/>
              <a:gd name="connsiteY4" fmla="*/ 898195 h 1453358"/>
              <a:gd name="connsiteX5" fmla="*/ 1418279 w 1466666"/>
              <a:gd name="connsiteY5" fmla="*/ 868562 h 1453358"/>
              <a:gd name="connsiteX6" fmla="*/ 1392879 w 1466666"/>
              <a:gd name="connsiteY6" fmla="*/ 932062 h 1453358"/>
              <a:gd name="connsiteX7" fmla="*/ 1303979 w 1466666"/>
              <a:gd name="connsiteY7" fmla="*/ 877028 h 1453358"/>
              <a:gd name="connsiteX8" fmla="*/ 1303979 w 1466666"/>
              <a:gd name="connsiteY8" fmla="*/ 728862 h 1453358"/>
              <a:gd name="connsiteX9" fmla="*/ 1350546 w 1466666"/>
              <a:gd name="connsiteY9" fmla="*/ 665362 h 1453358"/>
              <a:gd name="connsiteX10" fmla="*/ 1422513 w 1466666"/>
              <a:gd name="connsiteY10" fmla="*/ 694995 h 1453358"/>
              <a:gd name="connsiteX11" fmla="*/ 1430979 w 1466666"/>
              <a:gd name="connsiteY11" fmla="*/ 474862 h 1453358"/>
              <a:gd name="connsiteX12" fmla="*/ 1409813 w 1466666"/>
              <a:gd name="connsiteY12" fmla="*/ 246262 h 1453358"/>
              <a:gd name="connsiteX13" fmla="*/ 1375946 w 1466666"/>
              <a:gd name="connsiteY13" fmla="*/ 85395 h 1453358"/>
              <a:gd name="connsiteX14" fmla="*/ 1295513 w 1466666"/>
              <a:gd name="connsiteY14" fmla="*/ 64228 h 1453358"/>
              <a:gd name="connsiteX15" fmla="*/ 1168513 w 1466666"/>
              <a:gd name="connsiteY15" fmla="*/ 17662 h 1453358"/>
              <a:gd name="connsiteX16" fmla="*/ 1024579 w 1466666"/>
              <a:gd name="connsiteY16" fmla="*/ 728 h 1453358"/>
              <a:gd name="connsiteX17" fmla="*/ 927213 w 1466666"/>
              <a:gd name="connsiteY17" fmla="*/ 38828 h 1453358"/>
              <a:gd name="connsiteX18" fmla="*/ 958963 w 1466666"/>
              <a:gd name="connsiteY18" fmla="*/ 155246 h 1453358"/>
              <a:gd name="connsiteX19" fmla="*/ 986479 w 1466666"/>
              <a:gd name="connsiteY19" fmla="*/ 271662 h 1453358"/>
              <a:gd name="connsiteX20" fmla="*/ 842546 w 1466666"/>
              <a:gd name="connsiteY20" fmla="*/ 326695 h 1453358"/>
              <a:gd name="connsiteX21" fmla="*/ 656279 w 1466666"/>
              <a:gd name="connsiteY21" fmla="*/ 297062 h 1453358"/>
              <a:gd name="connsiteX22" fmla="*/ 613946 w 1466666"/>
              <a:gd name="connsiteY22" fmla="*/ 161595 h 1453358"/>
              <a:gd name="connsiteX23" fmla="*/ 690146 w 1466666"/>
              <a:gd name="connsiteY23" fmla="*/ 51528 h 1453358"/>
              <a:gd name="connsiteX24" fmla="*/ 563146 w 1466666"/>
              <a:gd name="connsiteY24" fmla="*/ 13428 h 1453358"/>
              <a:gd name="connsiteX25" fmla="*/ 317613 w 1466666"/>
              <a:gd name="connsiteY25" fmla="*/ 26128 h 1453358"/>
              <a:gd name="connsiteX26" fmla="*/ 139813 w 1466666"/>
              <a:gd name="connsiteY26" fmla="*/ 30362 h 1453358"/>
              <a:gd name="connsiteX27" fmla="*/ 137696 w 1466666"/>
              <a:gd name="connsiteY27" fmla="*/ 110795 h 1453358"/>
              <a:gd name="connsiteX28" fmla="*/ 84779 w 1466666"/>
              <a:gd name="connsiteY28" fmla="*/ 504495 h 1453358"/>
              <a:gd name="connsiteX29" fmla="*/ 84779 w 1466666"/>
              <a:gd name="connsiteY29" fmla="*/ 644195 h 1453358"/>
              <a:gd name="connsiteX30" fmla="*/ 184263 w 1466666"/>
              <a:gd name="connsiteY30" fmla="*/ 620911 h 1453358"/>
              <a:gd name="connsiteX31" fmla="*/ 268929 w 1466666"/>
              <a:gd name="connsiteY31" fmla="*/ 646312 h 1453358"/>
              <a:gd name="connsiteX32" fmla="*/ 319729 w 1466666"/>
              <a:gd name="connsiteY32" fmla="*/ 733096 h 1453358"/>
              <a:gd name="connsiteX33" fmla="*/ 296446 w 1466666"/>
              <a:gd name="connsiteY33" fmla="*/ 932062 h 1453358"/>
              <a:gd name="connsiteX34" fmla="*/ 165213 w 1466666"/>
              <a:gd name="connsiteY34" fmla="*/ 999795 h 1453358"/>
              <a:gd name="connsiteX35" fmla="*/ 89013 w 1466666"/>
              <a:gd name="connsiteY35" fmla="*/ 936295 h 1453358"/>
              <a:gd name="connsiteX36" fmla="*/ 25513 w 1466666"/>
              <a:gd name="connsiteY36" fmla="*/ 965928 h 1453358"/>
              <a:gd name="connsiteX37" fmla="*/ 113 w 1466666"/>
              <a:gd name="connsiteY37" fmla="*/ 1122562 h 1453358"/>
              <a:gd name="connsiteX38" fmla="*/ 53029 w 1466666"/>
              <a:gd name="connsiteY38" fmla="*/ 1368095 h 1453358"/>
              <a:gd name="connsiteX39" fmla="*/ 92188 w 1466666"/>
              <a:gd name="connsiteY39" fmla="*/ 1439003 h 1453358"/>
              <a:gd name="connsiteX0" fmla="*/ 92188 w 1469809"/>
              <a:gd name="connsiteY0" fmla="*/ 1439003 h 1449439"/>
              <a:gd name="connsiteX1" fmla="*/ 872179 w 1469809"/>
              <a:gd name="connsiteY1" fmla="*/ 1448528 h 1449439"/>
              <a:gd name="connsiteX2" fmla="*/ 1282813 w 1469809"/>
              <a:gd name="connsiteY2" fmla="*/ 1433712 h 1449439"/>
              <a:gd name="connsiteX3" fmla="*/ 1447913 w 1469809"/>
              <a:gd name="connsiteY3" fmla="*/ 1346928 h 1449439"/>
              <a:gd name="connsiteX4" fmla="*/ 1464846 w 1469809"/>
              <a:gd name="connsiteY4" fmla="*/ 898195 h 1449439"/>
              <a:gd name="connsiteX5" fmla="*/ 1418279 w 1469809"/>
              <a:gd name="connsiteY5" fmla="*/ 868562 h 1449439"/>
              <a:gd name="connsiteX6" fmla="*/ 1392879 w 1469809"/>
              <a:gd name="connsiteY6" fmla="*/ 932062 h 1449439"/>
              <a:gd name="connsiteX7" fmla="*/ 1303979 w 1469809"/>
              <a:gd name="connsiteY7" fmla="*/ 877028 h 1449439"/>
              <a:gd name="connsiteX8" fmla="*/ 1303979 w 1469809"/>
              <a:gd name="connsiteY8" fmla="*/ 728862 h 1449439"/>
              <a:gd name="connsiteX9" fmla="*/ 1350546 w 1469809"/>
              <a:gd name="connsiteY9" fmla="*/ 665362 h 1449439"/>
              <a:gd name="connsiteX10" fmla="*/ 1422513 w 1469809"/>
              <a:gd name="connsiteY10" fmla="*/ 694995 h 1449439"/>
              <a:gd name="connsiteX11" fmla="*/ 1430979 w 1469809"/>
              <a:gd name="connsiteY11" fmla="*/ 474862 h 1449439"/>
              <a:gd name="connsiteX12" fmla="*/ 1409813 w 1469809"/>
              <a:gd name="connsiteY12" fmla="*/ 246262 h 1449439"/>
              <a:gd name="connsiteX13" fmla="*/ 1375946 w 1469809"/>
              <a:gd name="connsiteY13" fmla="*/ 85395 h 1449439"/>
              <a:gd name="connsiteX14" fmla="*/ 1295513 w 1469809"/>
              <a:gd name="connsiteY14" fmla="*/ 64228 h 1449439"/>
              <a:gd name="connsiteX15" fmla="*/ 1168513 w 1469809"/>
              <a:gd name="connsiteY15" fmla="*/ 17662 h 1449439"/>
              <a:gd name="connsiteX16" fmla="*/ 1024579 w 1469809"/>
              <a:gd name="connsiteY16" fmla="*/ 728 h 1449439"/>
              <a:gd name="connsiteX17" fmla="*/ 927213 w 1469809"/>
              <a:gd name="connsiteY17" fmla="*/ 38828 h 1449439"/>
              <a:gd name="connsiteX18" fmla="*/ 958963 w 1469809"/>
              <a:gd name="connsiteY18" fmla="*/ 155246 h 1449439"/>
              <a:gd name="connsiteX19" fmla="*/ 986479 w 1469809"/>
              <a:gd name="connsiteY19" fmla="*/ 271662 h 1449439"/>
              <a:gd name="connsiteX20" fmla="*/ 842546 w 1469809"/>
              <a:gd name="connsiteY20" fmla="*/ 326695 h 1449439"/>
              <a:gd name="connsiteX21" fmla="*/ 656279 w 1469809"/>
              <a:gd name="connsiteY21" fmla="*/ 297062 h 1449439"/>
              <a:gd name="connsiteX22" fmla="*/ 613946 w 1469809"/>
              <a:gd name="connsiteY22" fmla="*/ 161595 h 1449439"/>
              <a:gd name="connsiteX23" fmla="*/ 690146 w 1469809"/>
              <a:gd name="connsiteY23" fmla="*/ 51528 h 1449439"/>
              <a:gd name="connsiteX24" fmla="*/ 563146 w 1469809"/>
              <a:gd name="connsiteY24" fmla="*/ 13428 h 1449439"/>
              <a:gd name="connsiteX25" fmla="*/ 317613 w 1469809"/>
              <a:gd name="connsiteY25" fmla="*/ 26128 h 1449439"/>
              <a:gd name="connsiteX26" fmla="*/ 139813 w 1469809"/>
              <a:gd name="connsiteY26" fmla="*/ 30362 h 1449439"/>
              <a:gd name="connsiteX27" fmla="*/ 137696 w 1469809"/>
              <a:gd name="connsiteY27" fmla="*/ 110795 h 1449439"/>
              <a:gd name="connsiteX28" fmla="*/ 84779 w 1469809"/>
              <a:gd name="connsiteY28" fmla="*/ 504495 h 1449439"/>
              <a:gd name="connsiteX29" fmla="*/ 84779 w 1469809"/>
              <a:gd name="connsiteY29" fmla="*/ 644195 h 1449439"/>
              <a:gd name="connsiteX30" fmla="*/ 184263 w 1469809"/>
              <a:gd name="connsiteY30" fmla="*/ 620911 h 1449439"/>
              <a:gd name="connsiteX31" fmla="*/ 268929 w 1469809"/>
              <a:gd name="connsiteY31" fmla="*/ 646312 h 1449439"/>
              <a:gd name="connsiteX32" fmla="*/ 319729 w 1469809"/>
              <a:gd name="connsiteY32" fmla="*/ 733096 h 1449439"/>
              <a:gd name="connsiteX33" fmla="*/ 296446 w 1469809"/>
              <a:gd name="connsiteY33" fmla="*/ 932062 h 1449439"/>
              <a:gd name="connsiteX34" fmla="*/ 165213 w 1469809"/>
              <a:gd name="connsiteY34" fmla="*/ 999795 h 1449439"/>
              <a:gd name="connsiteX35" fmla="*/ 89013 w 1469809"/>
              <a:gd name="connsiteY35" fmla="*/ 936295 h 1449439"/>
              <a:gd name="connsiteX36" fmla="*/ 25513 w 1469809"/>
              <a:gd name="connsiteY36" fmla="*/ 965928 h 1449439"/>
              <a:gd name="connsiteX37" fmla="*/ 113 w 1469809"/>
              <a:gd name="connsiteY37" fmla="*/ 1122562 h 1449439"/>
              <a:gd name="connsiteX38" fmla="*/ 53029 w 1469809"/>
              <a:gd name="connsiteY38" fmla="*/ 1368095 h 1449439"/>
              <a:gd name="connsiteX39" fmla="*/ 92188 w 1469809"/>
              <a:gd name="connsiteY39" fmla="*/ 1439003 h 1449439"/>
              <a:gd name="connsiteX0" fmla="*/ 92188 w 1466236"/>
              <a:gd name="connsiteY0" fmla="*/ 1439003 h 1449439"/>
              <a:gd name="connsiteX1" fmla="*/ 872179 w 1466236"/>
              <a:gd name="connsiteY1" fmla="*/ 1448528 h 1449439"/>
              <a:gd name="connsiteX2" fmla="*/ 1282813 w 1466236"/>
              <a:gd name="connsiteY2" fmla="*/ 1433712 h 1449439"/>
              <a:gd name="connsiteX3" fmla="*/ 1386528 w 1466236"/>
              <a:gd name="connsiteY3" fmla="*/ 1361746 h 1449439"/>
              <a:gd name="connsiteX4" fmla="*/ 1447913 w 1466236"/>
              <a:gd name="connsiteY4" fmla="*/ 1346928 h 1449439"/>
              <a:gd name="connsiteX5" fmla="*/ 1464846 w 1466236"/>
              <a:gd name="connsiteY5" fmla="*/ 898195 h 1449439"/>
              <a:gd name="connsiteX6" fmla="*/ 1418279 w 1466236"/>
              <a:gd name="connsiteY6" fmla="*/ 868562 h 1449439"/>
              <a:gd name="connsiteX7" fmla="*/ 1392879 w 1466236"/>
              <a:gd name="connsiteY7" fmla="*/ 932062 h 1449439"/>
              <a:gd name="connsiteX8" fmla="*/ 1303979 w 1466236"/>
              <a:gd name="connsiteY8" fmla="*/ 877028 h 1449439"/>
              <a:gd name="connsiteX9" fmla="*/ 1303979 w 1466236"/>
              <a:gd name="connsiteY9" fmla="*/ 728862 h 1449439"/>
              <a:gd name="connsiteX10" fmla="*/ 1350546 w 1466236"/>
              <a:gd name="connsiteY10" fmla="*/ 665362 h 1449439"/>
              <a:gd name="connsiteX11" fmla="*/ 1422513 w 1466236"/>
              <a:gd name="connsiteY11" fmla="*/ 694995 h 1449439"/>
              <a:gd name="connsiteX12" fmla="*/ 1430979 w 1466236"/>
              <a:gd name="connsiteY12" fmla="*/ 474862 h 1449439"/>
              <a:gd name="connsiteX13" fmla="*/ 1409813 w 1466236"/>
              <a:gd name="connsiteY13" fmla="*/ 246262 h 1449439"/>
              <a:gd name="connsiteX14" fmla="*/ 1375946 w 1466236"/>
              <a:gd name="connsiteY14" fmla="*/ 85395 h 1449439"/>
              <a:gd name="connsiteX15" fmla="*/ 1295513 w 1466236"/>
              <a:gd name="connsiteY15" fmla="*/ 64228 h 1449439"/>
              <a:gd name="connsiteX16" fmla="*/ 1168513 w 1466236"/>
              <a:gd name="connsiteY16" fmla="*/ 17662 h 1449439"/>
              <a:gd name="connsiteX17" fmla="*/ 1024579 w 1466236"/>
              <a:gd name="connsiteY17" fmla="*/ 728 h 1449439"/>
              <a:gd name="connsiteX18" fmla="*/ 927213 w 1466236"/>
              <a:gd name="connsiteY18" fmla="*/ 38828 h 1449439"/>
              <a:gd name="connsiteX19" fmla="*/ 958963 w 1466236"/>
              <a:gd name="connsiteY19" fmla="*/ 155246 h 1449439"/>
              <a:gd name="connsiteX20" fmla="*/ 986479 w 1466236"/>
              <a:gd name="connsiteY20" fmla="*/ 271662 h 1449439"/>
              <a:gd name="connsiteX21" fmla="*/ 842546 w 1466236"/>
              <a:gd name="connsiteY21" fmla="*/ 326695 h 1449439"/>
              <a:gd name="connsiteX22" fmla="*/ 656279 w 1466236"/>
              <a:gd name="connsiteY22" fmla="*/ 297062 h 1449439"/>
              <a:gd name="connsiteX23" fmla="*/ 613946 w 1466236"/>
              <a:gd name="connsiteY23" fmla="*/ 161595 h 1449439"/>
              <a:gd name="connsiteX24" fmla="*/ 690146 w 1466236"/>
              <a:gd name="connsiteY24" fmla="*/ 51528 h 1449439"/>
              <a:gd name="connsiteX25" fmla="*/ 563146 w 1466236"/>
              <a:gd name="connsiteY25" fmla="*/ 13428 h 1449439"/>
              <a:gd name="connsiteX26" fmla="*/ 317613 w 1466236"/>
              <a:gd name="connsiteY26" fmla="*/ 26128 h 1449439"/>
              <a:gd name="connsiteX27" fmla="*/ 139813 w 1466236"/>
              <a:gd name="connsiteY27" fmla="*/ 30362 h 1449439"/>
              <a:gd name="connsiteX28" fmla="*/ 137696 w 1466236"/>
              <a:gd name="connsiteY28" fmla="*/ 110795 h 1449439"/>
              <a:gd name="connsiteX29" fmla="*/ 84779 w 1466236"/>
              <a:gd name="connsiteY29" fmla="*/ 504495 h 1449439"/>
              <a:gd name="connsiteX30" fmla="*/ 84779 w 1466236"/>
              <a:gd name="connsiteY30" fmla="*/ 644195 h 1449439"/>
              <a:gd name="connsiteX31" fmla="*/ 184263 w 1466236"/>
              <a:gd name="connsiteY31" fmla="*/ 620911 h 1449439"/>
              <a:gd name="connsiteX32" fmla="*/ 268929 w 1466236"/>
              <a:gd name="connsiteY32" fmla="*/ 646312 h 1449439"/>
              <a:gd name="connsiteX33" fmla="*/ 319729 w 1466236"/>
              <a:gd name="connsiteY33" fmla="*/ 733096 h 1449439"/>
              <a:gd name="connsiteX34" fmla="*/ 296446 w 1466236"/>
              <a:gd name="connsiteY34" fmla="*/ 932062 h 1449439"/>
              <a:gd name="connsiteX35" fmla="*/ 165213 w 1466236"/>
              <a:gd name="connsiteY35" fmla="*/ 999795 h 1449439"/>
              <a:gd name="connsiteX36" fmla="*/ 89013 w 1466236"/>
              <a:gd name="connsiteY36" fmla="*/ 936295 h 1449439"/>
              <a:gd name="connsiteX37" fmla="*/ 25513 w 1466236"/>
              <a:gd name="connsiteY37" fmla="*/ 965928 h 1449439"/>
              <a:gd name="connsiteX38" fmla="*/ 113 w 1466236"/>
              <a:gd name="connsiteY38" fmla="*/ 1122562 h 1449439"/>
              <a:gd name="connsiteX39" fmla="*/ 53029 w 1466236"/>
              <a:gd name="connsiteY39" fmla="*/ 1368095 h 1449439"/>
              <a:gd name="connsiteX40" fmla="*/ 92188 w 1466236"/>
              <a:gd name="connsiteY40" fmla="*/ 1439003 h 1449439"/>
              <a:gd name="connsiteX0" fmla="*/ 92188 w 1466489"/>
              <a:gd name="connsiteY0" fmla="*/ 1439003 h 1449439"/>
              <a:gd name="connsiteX1" fmla="*/ 872179 w 1466489"/>
              <a:gd name="connsiteY1" fmla="*/ 1448528 h 1449439"/>
              <a:gd name="connsiteX2" fmla="*/ 1282813 w 1466489"/>
              <a:gd name="connsiteY2" fmla="*/ 1433712 h 1449439"/>
              <a:gd name="connsiteX3" fmla="*/ 1371711 w 1466489"/>
              <a:gd name="connsiteY3" fmla="*/ 1385029 h 1449439"/>
              <a:gd name="connsiteX4" fmla="*/ 1447913 w 1466489"/>
              <a:gd name="connsiteY4" fmla="*/ 1346928 h 1449439"/>
              <a:gd name="connsiteX5" fmla="*/ 1464846 w 1466489"/>
              <a:gd name="connsiteY5" fmla="*/ 898195 h 1449439"/>
              <a:gd name="connsiteX6" fmla="*/ 1418279 w 1466489"/>
              <a:gd name="connsiteY6" fmla="*/ 868562 h 1449439"/>
              <a:gd name="connsiteX7" fmla="*/ 1392879 w 1466489"/>
              <a:gd name="connsiteY7" fmla="*/ 932062 h 1449439"/>
              <a:gd name="connsiteX8" fmla="*/ 1303979 w 1466489"/>
              <a:gd name="connsiteY8" fmla="*/ 877028 h 1449439"/>
              <a:gd name="connsiteX9" fmla="*/ 1303979 w 1466489"/>
              <a:gd name="connsiteY9" fmla="*/ 728862 h 1449439"/>
              <a:gd name="connsiteX10" fmla="*/ 1350546 w 1466489"/>
              <a:gd name="connsiteY10" fmla="*/ 665362 h 1449439"/>
              <a:gd name="connsiteX11" fmla="*/ 1422513 w 1466489"/>
              <a:gd name="connsiteY11" fmla="*/ 694995 h 1449439"/>
              <a:gd name="connsiteX12" fmla="*/ 1430979 w 1466489"/>
              <a:gd name="connsiteY12" fmla="*/ 474862 h 1449439"/>
              <a:gd name="connsiteX13" fmla="*/ 1409813 w 1466489"/>
              <a:gd name="connsiteY13" fmla="*/ 246262 h 1449439"/>
              <a:gd name="connsiteX14" fmla="*/ 1375946 w 1466489"/>
              <a:gd name="connsiteY14" fmla="*/ 85395 h 1449439"/>
              <a:gd name="connsiteX15" fmla="*/ 1295513 w 1466489"/>
              <a:gd name="connsiteY15" fmla="*/ 64228 h 1449439"/>
              <a:gd name="connsiteX16" fmla="*/ 1168513 w 1466489"/>
              <a:gd name="connsiteY16" fmla="*/ 17662 h 1449439"/>
              <a:gd name="connsiteX17" fmla="*/ 1024579 w 1466489"/>
              <a:gd name="connsiteY17" fmla="*/ 728 h 1449439"/>
              <a:gd name="connsiteX18" fmla="*/ 927213 w 1466489"/>
              <a:gd name="connsiteY18" fmla="*/ 38828 h 1449439"/>
              <a:gd name="connsiteX19" fmla="*/ 958963 w 1466489"/>
              <a:gd name="connsiteY19" fmla="*/ 155246 h 1449439"/>
              <a:gd name="connsiteX20" fmla="*/ 986479 w 1466489"/>
              <a:gd name="connsiteY20" fmla="*/ 271662 h 1449439"/>
              <a:gd name="connsiteX21" fmla="*/ 842546 w 1466489"/>
              <a:gd name="connsiteY21" fmla="*/ 326695 h 1449439"/>
              <a:gd name="connsiteX22" fmla="*/ 656279 w 1466489"/>
              <a:gd name="connsiteY22" fmla="*/ 297062 h 1449439"/>
              <a:gd name="connsiteX23" fmla="*/ 613946 w 1466489"/>
              <a:gd name="connsiteY23" fmla="*/ 161595 h 1449439"/>
              <a:gd name="connsiteX24" fmla="*/ 690146 w 1466489"/>
              <a:gd name="connsiteY24" fmla="*/ 51528 h 1449439"/>
              <a:gd name="connsiteX25" fmla="*/ 563146 w 1466489"/>
              <a:gd name="connsiteY25" fmla="*/ 13428 h 1449439"/>
              <a:gd name="connsiteX26" fmla="*/ 317613 w 1466489"/>
              <a:gd name="connsiteY26" fmla="*/ 26128 h 1449439"/>
              <a:gd name="connsiteX27" fmla="*/ 139813 w 1466489"/>
              <a:gd name="connsiteY27" fmla="*/ 30362 h 1449439"/>
              <a:gd name="connsiteX28" fmla="*/ 137696 w 1466489"/>
              <a:gd name="connsiteY28" fmla="*/ 110795 h 1449439"/>
              <a:gd name="connsiteX29" fmla="*/ 84779 w 1466489"/>
              <a:gd name="connsiteY29" fmla="*/ 504495 h 1449439"/>
              <a:gd name="connsiteX30" fmla="*/ 84779 w 1466489"/>
              <a:gd name="connsiteY30" fmla="*/ 644195 h 1449439"/>
              <a:gd name="connsiteX31" fmla="*/ 184263 w 1466489"/>
              <a:gd name="connsiteY31" fmla="*/ 620911 h 1449439"/>
              <a:gd name="connsiteX32" fmla="*/ 268929 w 1466489"/>
              <a:gd name="connsiteY32" fmla="*/ 646312 h 1449439"/>
              <a:gd name="connsiteX33" fmla="*/ 319729 w 1466489"/>
              <a:gd name="connsiteY33" fmla="*/ 733096 h 1449439"/>
              <a:gd name="connsiteX34" fmla="*/ 296446 w 1466489"/>
              <a:gd name="connsiteY34" fmla="*/ 932062 h 1449439"/>
              <a:gd name="connsiteX35" fmla="*/ 165213 w 1466489"/>
              <a:gd name="connsiteY35" fmla="*/ 999795 h 1449439"/>
              <a:gd name="connsiteX36" fmla="*/ 89013 w 1466489"/>
              <a:gd name="connsiteY36" fmla="*/ 936295 h 1449439"/>
              <a:gd name="connsiteX37" fmla="*/ 25513 w 1466489"/>
              <a:gd name="connsiteY37" fmla="*/ 965928 h 1449439"/>
              <a:gd name="connsiteX38" fmla="*/ 113 w 1466489"/>
              <a:gd name="connsiteY38" fmla="*/ 1122562 h 1449439"/>
              <a:gd name="connsiteX39" fmla="*/ 53029 w 1466489"/>
              <a:gd name="connsiteY39" fmla="*/ 1368095 h 1449439"/>
              <a:gd name="connsiteX40" fmla="*/ 92188 w 1466489"/>
              <a:gd name="connsiteY40" fmla="*/ 1439003 h 1449439"/>
              <a:gd name="connsiteX0" fmla="*/ 92188 w 1466489"/>
              <a:gd name="connsiteY0" fmla="*/ 1439003 h 1450722"/>
              <a:gd name="connsiteX1" fmla="*/ 872179 w 1466489"/>
              <a:gd name="connsiteY1" fmla="*/ 1448528 h 1450722"/>
              <a:gd name="connsiteX2" fmla="*/ 1225663 w 1466489"/>
              <a:gd name="connsiteY2" fmla="*/ 1444295 h 1450722"/>
              <a:gd name="connsiteX3" fmla="*/ 1371711 w 1466489"/>
              <a:gd name="connsiteY3" fmla="*/ 1385029 h 1450722"/>
              <a:gd name="connsiteX4" fmla="*/ 1447913 w 1466489"/>
              <a:gd name="connsiteY4" fmla="*/ 1346928 h 1450722"/>
              <a:gd name="connsiteX5" fmla="*/ 1464846 w 1466489"/>
              <a:gd name="connsiteY5" fmla="*/ 898195 h 1450722"/>
              <a:gd name="connsiteX6" fmla="*/ 1418279 w 1466489"/>
              <a:gd name="connsiteY6" fmla="*/ 868562 h 1450722"/>
              <a:gd name="connsiteX7" fmla="*/ 1392879 w 1466489"/>
              <a:gd name="connsiteY7" fmla="*/ 932062 h 1450722"/>
              <a:gd name="connsiteX8" fmla="*/ 1303979 w 1466489"/>
              <a:gd name="connsiteY8" fmla="*/ 877028 h 1450722"/>
              <a:gd name="connsiteX9" fmla="*/ 1303979 w 1466489"/>
              <a:gd name="connsiteY9" fmla="*/ 728862 h 1450722"/>
              <a:gd name="connsiteX10" fmla="*/ 1350546 w 1466489"/>
              <a:gd name="connsiteY10" fmla="*/ 665362 h 1450722"/>
              <a:gd name="connsiteX11" fmla="*/ 1422513 w 1466489"/>
              <a:gd name="connsiteY11" fmla="*/ 694995 h 1450722"/>
              <a:gd name="connsiteX12" fmla="*/ 1430979 w 1466489"/>
              <a:gd name="connsiteY12" fmla="*/ 474862 h 1450722"/>
              <a:gd name="connsiteX13" fmla="*/ 1409813 w 1466489"/>
              <a:gd name="connsiteY13" fmla="*/ 246262 h 1450722"/>
              <a:gd name="connsiteX14" fmla="*/ 1375946 w 1466489"/>
              <a:gd name="connsiteY14" fmla="*/ 85395 h 1450722"/>
              <a:gd name="connsiteX15" fmla="*/ 1295513 w 1466489"/>
              <a:gd name="connsiteY15" fmla="*/ 64228 h 1450722"/>
              <a:gd name="connsiteX16" fmla="*/ 1168513 w 1466489"/>
              <a:gd name="connsiteY16" fmla="*/ 17662 h 1450722"/>
              <a:gd name="connsiteX17" fmla="*/ 1024579 w 1466489"/>
              <a:gd name="connsiteY17" fmla="*/ 728 h 1450722"/>
              <a:gd name="connsiteX18" fmla="*/ 927213 w 1466489"/>
              <a:gd name="connsiteY18" fmla="*/ 38828 h 1450722"/>
              <a:gd name="connsiteX19" fmla="*/ 958963 w 1466489"/>
              <a:gd name="connsiteY19" fmla="*/ 155246 h 1450722"/>
              <a:gd name="connsiteX20" fmla="*/ 986479 w 1466489"/>
              <a:gd name="connsiteY20" fmla="*/ 271662 h 1450722"/>
              <a:gd name="connsiteX21" fmla="*/ 842546 w 1466489"/>
              <a:gd name="connsiteY21" fmla="*/ 326695 h 1450722"/>
              <a:gd name="connsiteX22" fmla="*/ 656279 w 1466489"/>
              <a:gd name="connsiteY22" fmla="*/ 297062 h 1450722"/>
              <a:gd name="connsiteX23" fmla="*/ 613946 w 1466489"/>
              <a:gd name="connsiteY23" fmla="*/ 161595 h 1450722"/>
              <a:gd name="connsiteX24" fmla="*/ 690146 w 1466489"/>
              <a:gd name="connsiteY24" fmla="*/ 51528 h 1450722"/>
              <a:gd name="connsiteX25" fmla="*/ 563146 w 1466489"/>
              <a:gd name="connsiteY25" fmla="*/ 13428 h 1450722"/>
              <a:gd name="connsiteX26" fmla="*/ 317613 w 1466489"/>
              <a:gd name="connsiteY26" fmla="*/ 26128 h 1450722"/>
              <a:gd name="connsiteX27" fmla="*/ 139813 w 1466489"/>
              <a:gd name="connsiteY27" fmla="*/ 30362 h 1450722"/>
              <a:gd name="connsiteX28" fmla="*/ 137696 w 1466489"/>
              <a:gd name="connsiteY28" fmla="*/ 110795 h 1450722"/>
              <a:gd name="connsiteX29" fmla="*/ 84779 w 1466489"/>
              <a:gd name="connsiteY29" fmla="*/ 504495 h 1450722"/>
              <a:gd name="connsiteX30" fmla="*/ 84779 w 1466489"/>
              <a:gd name="connsiteY30" fmla="*/ 644195 h 1450722"/>
              <a:gd name="connsiteX31" fmla="*/ 184263 w 1466489"/>
              <a:gd name="connsiteY31" fmla="*/ 620911 h 1450722"/>
              <a:gd name="connsiteX32" fmla="*/ 268929 w 1466489"/>
              <a:gd name="connsiteY32" fmla="*/ 646312 h 1450722"/>
              <a:gd name="connsiteX33" fmla="*/ 319729 w 1466489"/>
              <a:gd name="connsiteY33" fmla="*/ 733096 h 1450722"/>
              <a:gd name="connsiteX34" fmla="*/ 296446 w 1466489"/>
              <a:gd name="connsiteY34" fmla="*/ 932062 h 1450722"/>
              <a:gd name="connsiteX35" fmla="*/ 165213 w 1466489"/>
              <a:gd name="connsiteY35" fmla="*/ 999795 h 1450722"/>
              <a:gd name="connsiteX36" fmla="*/ 89013 w 1466489"/>
              <a:gd name="connsiteY36" fmla="*/ 936295 h 1450722"/>
              <a:gd name="connsiteX37" fmla="*/ 25513 w 1466489"/>
              <a:gd name="connsiteY37" fmla="*/ 965928 h 1450722"/>
              <a:gd name="connsiteX38" fmla="*/ 113 w 1466489"/>
              <a:gd name="connsiteY38" fmla="*/ 1122562 h 1450722"/>
              <a:gd name="connsiteX39" fmla="*/ 53029 w 1466489"/>
              <a:gd name="connsiteY39" fmla="*/ 1368095 h 1450722"/>
              <a:gd name="connsiteX40" fmla="*/ 92188 w 1466489"/>
              <a:gd name="connsiteY40" fmla="*/ 1439003 h 1450722"/>
              <a:gd name="connsiteX0" fmla="*/ 92188 w 1466619"/>
              <a:gd name="connsiteY0" fmla="*/ 1439003 h 1448661"/>
              <a:gd name="connsiteX1" fmla="*/ 872179 w 1466619"/>
              <a:gd name="connsiteY1" fmla="*/ 1448528 h 1448661"/>
              <a:gd name="connsiteX2" fmla="*/ 1225663 w 1466619"/>
              <a:gd name="connsiteY2" fmla="*/ 1444295 h 1448661"/>
              <a:gd name="connsiteX3" fmla="*/ 1365361 w 1466619"/>
              <a:gd name="connsiteY3" fmla="*/ 1412545 h 1448661"/>
              <a:gd name="connsiteX4" fmla="*/ 1447913 w 1466619"/>
              <a:gd name="connsiteY4" fmla="*/ 1346928 h 1448661"/>
              <a:gd name="connsiteX5" fmla="*/ 1464846 w 1466619"/>
              <a:gd name="connsiteY5" fmla="*/ 898195 h 1448661"/>
              <a:gd name="connsiteX6" fmla="*/ 1418279 w 1466619"/>
              <a:gd name="connsiteY6" fmla="*/ 868562 h 1448661"/>
              <a:gd name="connsiteX7" fmla="*/ 1392879 w 1466619"/>
              <a:gd name="connsiteY7" fmla="*/ 932062 h 1448661"/>
              <a:gd name="connsiteX8" fmla="*/ 1303979 w 1466619"/>
              <a:gd name="connsiteY8" fmla="*/ 877028 h 1448661"/>
              <a:gd name="connsiteX9" fmla="*/ 1303979 w 1466619"/>
              <a:gd name="connsiteY9" fmla="*/ 728862 h 1448661"/>
              <a:gd name="connsiteX10" fmla="*/ 1350546 w 1466619"/>
              <a:gd name="connsiteY10" fmla="*/ 665362 h 1448661"/>
              <a:gd name="connsiteX11" fmla="*/ 1422513 w 1466619"/>
              <a:gd name="connsiteY11" fmla="*/ 694995 h 1448661"/>
              <a:gd name="connsiteX12" fmla="*/ 1430979 w 1466619"/>
              <a:gd name="connsiteY12" fmla="*/ 474862 h 1448661"/>
              <a:gd name="connsiteX13" fmla="*/ 1409813 w 1466619"/>
              <a:gd name="connsiteY13" fmla="*/ 246262 h 1448661"/>
              <a:gd name="connsiteX14" fmla="*/ 1375946 w 1466619"/>
              <a:gd name="connsiteY14" fmla="*/ 85395 h 1448661"/>
              <a:gd name="connsiteX15" fmla="*/ 1295513 w 1466619"/>
              <a:gd name="connsiteY15" fmla="*/ 64228 h 1448661"/>
              <a:gd name="connsiteX16" fmla="*/ 1168513 w 1466619"/>
              <a:gd name="connsiteY16" fmla="*/ 17662 h 1448661"/>
              <a:gd name="connsiteX17" fmla="*/ 1024579 w 1466619"/>
              <a:gd name="connsiteY17" fmla="*/ 728 h 1448661"/>
              <a:gd name="connsiteX18" fmla="*/ 927213 w 1466619"/>
              <a:gd name="connsiteY18" fmla="*/ 38828 h 1448661"/>
              <a:gd name="connsiteX19" fmla="*/ 958963 w 1466619"/>
              <a:gd name="connsiteY19" fmla="*/ 155246 h 1448661"/>
              <a:gd name="connsiteX20" fmla="*/ 986479 w 1466619"/>
              <a:gd name="connsiteY20" fmla="*/ 271662 h 1448661"/>
              <a:gd name="connsiteX21" fmla="*/ 842546 w 1466619"/>
              <a:gd name="connsiteY21" fmla="*/ 326695 h 1448661"/>
              <a:gd name="connsiteX22" fmla="*/ 656279 w 1466619"/>
              <a:gd name="connsiteY22" fmla="*/ 297062 h 1448661"/>
              <a:gd name="connsiteX23" fmla="*/ 613946 w 1466619"/>
              <a:gd name="connsiteY23" fmla="*/ 161595 h 1448661"/>
              <a:gd name="connsiteX24" fmla="*/ 690146 w 1466619"/>
              <a:gd name="connsiteY24" fmla="*/ 51528 h 1448661"/>
              <a:gd name="connsiteX25" fmla="*/ 563146 w 1466619"/>
              <a:gd name="connsiteY25" fmla="*/ 13428 h 1448661"/>
              <a:gd name="connsiteX26" fmla="*/ 317613 w 1466619"/>
              <a:gd name="connsiteY26" fmla="*/ 26128 h 1448661"/>
              <a:gd name="connsiteX27" fmla="*/ 139813 w 1466619"/>
              <a:gd name="connsiteY27" fmla="*/ 30362 h 1448661"/>
              <a:gd name="connsiteX28" fmla="*/ 137696 w 1466619"/>
              <a:gd name="connsiteY28" fmla="*/ 110795 h 1448661"/>
              <a:gd name="connsiteX29" fmla="*/ 84779 w 1466619"/>
              <a:gd name="connsiteY29" fmla="*/ 504495 h 1448661"/>
              <a:gd name="connsiteX30" fmla="*/ 84779 w 1466619"/>
              <a:gd name="connsiteY30" fmla="*/ 644195 h 1448661"/>
              <a:gd name="connsiteX31" fmla="*/ 184263 w 1466619"/>
              <a:gd name="connsiteY31" fmla="*/ 620911 h 1448661"/>
              <a:gd name="connsiteX32" fmla="*/ 268929 w 1466619"/>
              <a:gd name="connsiteY32" fmla="*/ 646312 h 1448661"/>
              <a:gd name="connsiteX33" fmla="*/ 319729 w 1466619"/>
              <a:gd name="connsiteY33" fmla="*/ 733096 h 1448661"/>
              <a:gd name="connsiteX34" fmla="*/ 296446 w 1466619"/>
              <a:gd name="connsiteY34" fmla="*/ 932062 h 1448661"/>
              <a:gd name="connsiteX35" fmla="*/ 165213 w 1466619"/>
              <a:gd name="connsiteY35" fmla="*/ 999795 h 1448661"/>
              <a:gd name="connsiteX36" fmla="*/ 89013 w 1466619"/>
              <a:gd name="connsiteY36" fmla="*/ 936295 h 1448661"/>
              <a:gd name="connsiteX37" fmla="*/ 25513 w 1466619"/>
              <a:gd name="connsiteY37" fmla="*/ 965928 h 1448661"/>
              <a:gd name="connsiteX38" fmla="*/ 113 w 1466619"/>
              <a:gd name="connsiteY38" fmla="*/ 1122562 h 1448661"/>
              <a:gd name="connsiteX39" fmla="*/ 53029 w 1466619"/>
              <a:gd name="connsiteY39" fmla="*/ 1368095 h 1448661"/>
              <a:gd name="connsiteX40" fmla="*/ 92188 w 1466619"/>
              <a:gd name="connsiteY40" fmla="*/ 1439003 h 1448661"/>
              <a:gd name="connsiteX0" fmla="*/ 92188 w 1464933"/>
              <a:gd name="connsiteY0" fmla="*/ 1439003 h 1448661"/>
              <a:gd name="connsiteX1" fmla="*/ 872179 w 1464933"/>
              <a:gd name="connsiteY1" fmla="*/ 1448528 h 1448661"/>
              <a:gd name="connsiteX2" fmla="*/ 1225663 w 1464933"/>
              <a:gd name="connsiteY2" fmla="*/ 1444295 h 1448661"/>
              <a:gd name="connsiteX3" fmla="*/ 1365361 w 1464933"/>
              <a:gd name="connsiteY3" fmla="*/ 1412545 h 1448661"/>
              <a:gd name="connsiteX4" fmla="*/ 1405579 w 1464933"/>
              <a:gd name="connsiteY4" fmla="*/ 1332111 h 1448661"/>
              <a:gd name="connsiteX5" fmla="*/ 1464846 w 1464933"/>
              <a:gd name="connsiteY5" fmla="*/ 898195 h 1448661"/>
              <a:gd name="connsiteX6" fmla="*/ 1418279 w 1464933"/>
              <a:gd name="connsiteY6" fmla="*/ 868562 h 1448661"/>
              <a:gd name="connsiteX7" fmla="*/ 1392879 w 1464933"/>
              <a:gd name="connsiteY7" fmla="*/ 932062 h 1448661"/>
              <a:gd name="connsiteX8" fmla="*/ 1303979 w 1464933"/>
              <a:gd name="connsiteY8" fmla="*/ 877028 h 1448661"/>
              <a:gd name="connsiteX9" fmla="*/ 1303979 w 1464933"/>
              <a:gd name="connsiteY9" fmla="*/ 728862 h 1448661"/>
              <a:gd name="connsiteX10" fmla="*/ 1350546 w 1464933"/>
              <a:gd name="connsiteY10" fmla="*/ 665362 h 1448661"/>
              <a:gd name="connsiteX11" fmla="*/ 1422513 w 1464933"/>
              <a:gd name="connsiteY11" fmla="*/ 694995 h 1448661"/>
              <a:gd name="connsiteX12" fmla="*/ 1430979 w 1464933"/>
              <a:gd name="connsiteY12" fmla="*/ 474862 h 1448661"/>
              <a:gd name="connsiteX13" fmla="*/ 1409813 w 1464933"/>
              <a:gd name="connsiteY13" fmla="*/ 246262 h 1448661"/>
              <a:gd name="connsiteX14" fmla="*/ 1375946 w 1464933"/>
              <a:gd name="connsiteY14" fmla="*/ 85395 h 1448661"/>
              <a:gd name="connsiteX15" fmla="*/ 1295513 w 1464933"/>
              <a:gd name="connsiteY15" fmla="*/ 64228 h 1448661"/>
              <a:gd name="connsiteX16" fmla="*/ 1168513 w 1464933"/>
              <a:gd name="connsiteY16" fmla="*/ 17662 h 1448661"/>
              <a:gd name="connsiteX17" fmla="*/ 1024579 w 1464933"/>
              <a:gd name="connsiteY17" fmla="*/ 728 h 1448661"/>
              <a:gd name="connsiteX18" fmla="*/ 927213 w 1464933"/>
              <a:gd name="connsiteY18" fmla="*/ 38828 h 1448661"/>
              <a:gd name="connsiteX19" fmla="*/ 958963 w 1464933"/>
              <a:gd name="connsiteY19" fmla="*/ 155246 h 1448661"/>
              <a:gd name="connsiteX20" fmla="*/ 986479 w 1464933"/>
              <a:gd name="connsiteY20" fmla="*/ 271662 h 1448661"/>
              <a:gd name="connsiteX21" fmla="*/ 842546 w 1464933"/>
              <a:gd name="connsiteY21" fmla="*/ 326695 h 1448661"/>
              <a:gd name="connsiteX22" fmla="*/ 656279 w 1464933"/>
              <a:gd name="connsiteY22" fmla="*/ 297062 h 1448661"/>
              <a:gd name="connsiteX23" fmla="*/ 613946 w 1464933"/>
              <a:gd name="connsiteY23" fmla="*/ 161595 h 1448661"/>
              <a:gd name="connsiteX24" fmla="*/ 690146 w 1464933"/>
              <a:gd name="connsiteY24" fmla="*/ 51528 h 1448661"/>
              <a:gd name="connsiteX25" fmla="*/ 563146 w 1464933"/>
              <a:gd name="connsiteY25" fmla="*/ 13428 h 1448661"/>
              <a:gd name="connsiteX26" fmla="*/ 317613 w 1464933"/>
              <a:gd name="connsiteY26" fmla="*/ 26128 h 1448661"/>
              <a:gd name="connsiteX27" fmla="*/ 139813 w 1464933"/>
              <a:gd name="connsiteY27" fmla="*/ 30362 h 1448661"/>
              <a:gd name="connsiteX28" fmla="*/ 137696 w 1464933"/>
              <a:gd name="connsiteY28" fmla="*/ 110795 h 1448661"/>
              <a:gd name="connsiteX29" fmla="*/ 84779 w 1464933"/>
              <a:gd name="connsiteY29" fmla="*/ 504495 h 1448661"/>
              <a:gd name="connsiteX30" fmla="*/ 84779 w 1464933"/>
              <a:gd name="connsiteY30" fmla="*/ 644195 h 1448661"/>
              <a:gd name="connsiteX31" fmla="*/ 184263 w 1464933"/>
              <a:gd name="connsiteY31" fmla="*/ 620911 h 1448661"/>
              <a:gd name="connsiteX32" fmla="*/ 268929 w 1464933"/>
              <a:gd name="connsiteY32" fmla="*/ 646312 h 1448661"/>
              <a:gd name="connsiteX33" fmla="*/ 319729 w 1464933"/>
              <a:gd name="connsiteY33" fmla="*/ 733096 h 1448661"/>
              <a:gd name="connsiteX34" fmla="*/ 296446 w 1464933"/>
              <a:gd name="connsiteY34" fmla="*/ 932062 h 1448661"/>
              <a:gd name="connsiteX35" fmla="*/ 165213 w 1464933"/>
              <a:gd name="connsiteY35" fmla="*/ 999795 h 1448661"/>
              <a:gd name="connsiteX36" fmla="*/ 89013 w 1464933"/>
              <a:gd name="connsiteY36" fmla="*/ 936295 h 1448661"/>
              <a:gd name="connsiteX37" fmla="*/ 25513 w 1464933"/>
              <a:gd name="connsiteY37" fmla="*/ 965928 h 1448661"/>
              <a:gd name="connsiteX38" fmla="*/ 113 w 1464933"/>
              <a:gd name="connsiteY38" fmla="*/ 1122562 h 1448661"/>
              <a:gd name="connsiteX39" fmla="*/ 53029 w 1464933"/>
              <a:gd name="connsiteY39" fmla="*/ 1368095 h 1448661"/>
              <a:gd name="connsiteX40" fmla="*/ 92188 w 1464933"/>
              <a:gd name="connsiteY40" fmla="*/ 1439003 h 1448661"/>
              <a:gd name="connsiteX0" fmla="*/ 92188 w 1464949"/>
              <a:gd name="connsiteY0" fmla="*/ 1439003 h 1448661"/>
              <a:gd name="connsiteX1" fmla="*/ 872179 w 1464949"/>
              <a:gd name="connsiteY1" fmla="*/ 1448528 h 1448661"/>
              <a:gd name="connsiteX2" fmla="*/ 1225663 w 1464949"/>
              <a:gd name="connsiteY2" fmla="*/ 1444295 h 1448661"/>
              <a:gd name="connsiteX3" fmla="*/ 1365361 w 1464949"/>
              <a:gd name="connsiteY3" fmla="*/ 1412545 h 1448661"/>
              <a:gd name="connsiteX4" fmla="*/ 1428863 w 1464949"/>
              <a:gd name="connsiteY4" fmla="*/ 1202994 h 1448661"/>
              <a:gd name="connsiteX5" fmla="*/ 1464846 w 1464949"/>
              <a:gd name="connsiteY5" fmla="*/ 898195 h 1448661"/>
              <a:gd name="connsiteX6" fmla="*/ 1418279 w 1464949"/>
              <a:gd name="connsiteY6" fmla="*/ 868562 h 1448661"/>
              <a:gd name="connsiteX7" fmla="*/ 1392879 w 1464949"/>
              <a:gd name="connsiteY7" fmla="*/ 932062 h 1448661"/>
              <a:gd name="connsiteX8" fmla="*/ 1303979 w 1464949"/>
              <a:gd name="connsiteY8" fmla="*/ 877028 h 1448661"/>
              <a:gd name="connsiteX9" fmla="*/ 1303979 w 1464949"/>
              <a:gd name="connsiteY9" fmla="*/ 728862 h 1448661"/>
              <a:gd name="connsiteX10" fmla="*/ 1350546 w 1464949"/>
              <a:gd name="connsiteY10" fmla="*/ 665362 h 1448661"/>
              <a:gd name="connsiteX11" fmla="*/ 1422513 w 1464949"/>
              <a:gd name="connsiteY11" fmla="*/ 694995 h 1448661"/>
              <a:gd name="connsiteX12" fmla="*/ 1430979 w 1464949"/>
              <a:gd name="connsiteY12" fmla="*/ 474862 h 1448661"/>
              <a:gd name="connsiteX13" fmla="*/ 1409813 w 1464949"/>
              <a:gd name="connsiteY13" fmla="*/ 246262 h 1448661"/>
              <a:gd name="connsiteX14" fmla="*/ 1375946 w 1464949"/>
              <a:gd name="connsiteY14" fmla="*/ 85395 h 1448661"/>
              <a:gd name="connsiteX15" fmla="*/ 1295513 w 1464949"/>
              <a:gd name="connsiteY15" fmla="*/ 64228 h 1448661"/>
              <a:gd name="connsiteX16" fmla="*/ 1168513 w 1464949"/>
              <a:gd name="connsiteY16" fmla="*/ 17662 h 1448661"/>
              <a:gd name="connsiteX17" fmla="*/ 1024579 w 1464949"/>
              <a:gd name="connsiteY17" fmla="*/ 728 h 1448661"/>
              <a:gd name="connsiteX18" fmla="*/ 927213 w 1464949"/>
              <a:gd name="connsiteY18" fmla="*/ 38828 h 1448661"/>
              <a:gd name="connsiteX19" fmla="*/ 958963 w 1464949"/>
              <a:gd name="connsiteY19" fmla="*/ 155246 h 1448661"/>
              <a:gd name="connsiteX20" fmla="*/ 986479 w 1464949"/>
              <a:gd name="connsiteY20" fmla="*/ 271662 h 1448661"/>
              <a:gd name="connsiteX21" fmla="*/ 842546 w 1464949"/>
              <a:gd name="connsiteY21" fmla="*/ 326695 h 1448661"/>
              <a:gd name="connsiteX22" fmla="*/ 656279 w 1464949"/>
              <a:gd name="connsiteY22" fmla="*/ 297062 h 1448661"/>
              <a:gd name="connsiteX23" fmla="*/ 613946 w 1464949"/>
              <a:gd name="connsiteY23" fmla="*/ 161595 h 1448661"/>
              <a:gd name="connsiteX24" fmla="*/ 690146 w 1464949"/>
              <a:gd name="connsiteY24" fmla="*/ 51528 h 1448661"/>
              <a:gd name="connsiteX25" fmla="*/ 563146 w 1464949"/>
              <a:gd name="connsiteY25" fmla="*/ 13428 h 1448661"/>
              <a:gd name="connsiteX26" fmla="*/ 317613 w 1464949"/>
              <a:gd name="connsiteY26" fmla="*/ 26128 h 1448661"/>
              <a:gd name="connsiteX27" fmla="*/ 139813 w 1464949"/>
              <a:gd name="connsiteY27" fmla="*/ 30362 h 1448661"/>
              <a:gd name="connsiteX28" fmla="*/ 137696 w 1464949"/>
              <a:gd name="connsiteY28" fmla="*/ 110795 h 1448661"/>
              <a:gd name="connsiteX29" fmla="*/ 84779 w 1464949"/>
              <a:gd name="connsiteY29" fmla="*/ 504495 h 1448661"/>
              <a:gd name="connsiteX30" fmla="*/ 84779 w 1464949"/>
              <a:gd name="connsiteY30" fmla="*/ 644195 h 1448661"/>
              <a:gd name="connsiteX31" fmla="*/ 184263 w 1464949"/>
              <a:gd name="connsiteY31" fmla="*/ 620911 h 1448661"/>
              <a:gd name="connsiteX32" fmla="*/ 268929 w 1464949"/>
              <a:gd name="connsiteY32" fmla="*/ 646312 h 1448661"/>
              <a:gd name="connsiteX33" fmla="*/ 319729 w 1464949"/>
              <a:gd name="connsiteY33" fmla="*/ 733096 h 1448661"/>
              <a:gd name="connsiteX34" fmla="*/ 296446 w 1464949"/>
              <a:gd name="connsiteY34" fmla="*/ 932062 h 1448661"/>
              <a:gd name="connsiteX35" fmla="*/ 165213 w 1464949"/>
              <a:gd name="connsiteY35" fmla="*/ 999795 h 1448661"/>
              <a:gd name="connsiteX36" fmla="*/ 89013 w 1464949"/>
              <a:gd name="connsiteY36" fmla="*/ 936295 h 1448661"/>
              <a:gd name="connsiteX37" fmla="*/ 25513 w 1464949"/>
              <a:gd name="connsiteY37" fmla="*/ 965928 h 1448661"/>
              <a:gd name="connsiteX38" fmla="*/ 113 w 1464949"/>
              <a:gd name="connsiteY38" fmla="*/ 1122562 h 1448661"/>
              <a:gd name="connsiteX39" fmla="*/ 53029 w 1464949"/>
              <a:gd name="connsiteY39" fmla="*/ 1368095 h 1448661"/>
              <a:gd name="connsiteX40" fmla="*/ 92188 w 1464949"/>
              <a:gd name="connsiteY40" fmla="*/ 1439003 h 1448661"/>
              <a:gd name="connsiteX0" fmla="*/ 92188 w 1464967"/>
              <a:gd name="connsiteY0" fmla="*/ 1439003 h 1448661"/>
              <a:gd name="connsiteX1" fmla="*/ 872179 w 1464967"/>
              <a:gd name="connsiteY1" fmla="*/ 1448528 h 1448661"/>
              <a:gd name="connsiteX2" fmla="*/ 1225663 w 1464967"/>
              <a:gd name="connsiteY2" fmla="*/ 1444295 h 1448661"/>
              <a:gd name="connsiteX3" fmla="*/ 1344194 w 1464967"/>
              <a:gd name="connsiteY3" fmla="*/ 1404078 h 1448661"/>
              <a:gd name="connsiteX4" fmla="*/ 1428863 w 1464967"/>
              <a:gd name="connsiteY4" fmla="*/ 1202994 h 1448661"/>
              <a:gd name="connsiteX5" fmla="*/ 1464846 w 1464967"/>
              <a:gd name="connsiteY5" fmla="*/ 898195 h 1448661"/>
              <a:gd name="connsiteX6" fmla="*/ 1418279 w 1464967"/>
              <a:gd name="connsiteY6" fmla="*/ 868562 h 1448661"/>
              <a:gd name="connsiteX7" fmla="*/ 1392879 w 1464967"/>
              <a:gd name="connsiteY7" fmla="*/ 932062 h 1448661"/>
              <a:gd name="connsiteX8" fmla="*/ 1303979 w 1464967"/>
              <a:gd name="connsiteY8" fmla="*/ 877028 h 1448661"/>
              <a:gd name="connsiteX9" fmla="*/ 1303979 w 1464967"/>
              <a:gd name="connsiteY9" fmla="*/ 728862 h 1448661"/>
              <a:gd name="connsiteX10" fmla="*/ 1350546 w 1464967"/>
              <a:gd name="connsiteY10" fmla="*/ 665362 h 1448661"/>
              <a:gd name="connsiteX11" fmla="*/ 1422513 w 1464967"/>
              <a:gd name="connsiteY11" fmla="*/ 694995 h 1448661"/>
              <a:gd name="connsiteX12" fmla="*/ 1430979 w 1464967"/>
              <a:gd name="connsiteY12" fmla="*/ 474862 h 1448661"/>
              <a:gd name="connsiteX13" fmla="*/ 1409813 w 1464967"/>
              <a:gd name="connsiteY13" fmla="*/ 246262 h 1448661"/>
              <a:gd name="connsiteX14" fmla="*/ 1375946 w 1464967"/>
              <a:gd name="connsiteY14" fmla="*/ 85395 h 1448661"/>
              <a:gd name="connsiteX15" fmla="*/ 1295513 w 1464967"/>
              <a:gd name="connsiteY15" fmla="*/ 64228 h 1448661"/>
              <a:gd name="connsiteX16" fmla="*/ 1168513 w 1464967"/>
              <a:gd name="connsiteY16" fmla="*/ 17662 h 1448661"/>
              <a:gd name="connsiteX17" fmla="*/ 1024579 w 1464967"/>
              <a:gd name="connsiteY17" fmla="*/ 728 h 1448661"/>
              <a:gd name="connsiteX18" fmla="*/ 927213 w 1464967"/>
              <a:gd name="connsiteY18" fmla="*/ 38828 h 1448661"/>
              <a:gd name="connsiteX19" fmla="*/ 958963 w 1464967"/>
              <a:gd name="connsiteY19" fmla="*/ 155246 h 1448661"/>
              <a:gd name="connsiteX20" fmla="*/ 986479 w 1464967"/>
              <a:gd name="connsiteY20" fmla="*/ 271662 h 1448661"/>
              <a:gd name="connsiteX21" fmla="*/ 842546 w 1464967"/>
              <a:gd name="connsiteY21" fmla="*/ 326695 h 1448661"/>
              <a:gd name="connsiteX22" fmla="*/ 656279 w 1464967"/>
              <a:gd name="connsiteY22" fmla="*/ 297062 h 1448661"/>
              <a:gd name="connsiteX23" fmla="*/ 613946 w 1464967"/>
              <a:gd name="connsiteY23" fmla="*/ 161595 h 1448661"/>
              <a:gd name="connsiteX24" fmla="*/ 690146 w 1464967"/>
              <a:gd name="connsiteY24" fmla="*/ 51528 h 1448661"/>
              <a:gd name="connsiteX25" fmla="*/ 563146 w 1464967"/>
              <a:gd name="connsiteY25" fmla="*/ 13428 h 1448661"/>
              <a:gd name="connsiteX26" fmla="*/ 317613 w 1464967"/>
              <a:gd name="connsiteY26" fmla="*/ 26128 h 1448661"/>
              <a:gd name="connsiteX27" fmla="*/ 139813 w 1464967"/>
              <a:gd name="connsiteY27" fmla="*/ 30362 h 1448661"/>
              <a:gd name="connsiteX28" fmla="*/ 137696 w 1464967"/>
              <a:gd name="connsiteY28" fmla="*/ 110795 h 1448661"/>
              <a:gd name="connsiteX29" fmla="*/ 84779 w 1464967"/>
              <a:gd name="connsiteY29" fmla="*/ 504495 h 1448661"/>
              <a:gd name="connsiteX30" fmla="*/ 84779 w 1464967"/>
              <a:gd name="connsiteY30" fmla="*/ 644195 h 1448661"/>
              <a:gd name="connsiteX31" fmla="*/ 184263 w 1464967"/>
              <a:gd name="connsiteY31" fmla="*/ 620911 h 1448661"/>
              <a:gd name="connsiteX32" fmla="*/ 268929 w 1464967"/>
              <a:gd name="connsiteY32" fmla="*/ 646312 h 1448661"/>
              <a:gd name="connsiteX33" fmla="*/ 319729 w 1464967"/>
              <a:gd name="connsiteY33" fmla="*/ 733096 h 1448661"/>
              <a:gd name="connsiteX34" fmla="*/ 296446 w 1464967"/>
              <a:gd name="connsiteY34" fmla="*/ 932062 h 1448661"/>
              <a:gd name="connsiteX35" fmla="*/ 165213 w 1464967"/>
              <a:gd name="connsiteY35" fmla="*/ 999795 h 1448661"/>
              <a:gd name="connsiteX36" fmla="*/ 89013 w 1464967"/>
              <a:gd name="connsiteY36" fmla="*/ 936295 h 1448661"/>
              <a:gd name="connsiteX37" fmla="*/ 25513 w 1464967"/>
              <a:gd name="connsiteY37" fmla="*/ 965928 h 1448661"/>
              <a:gd name="connsiteX38" fmla="*/ 113 w 1464967"/>
              <a:gd name="connsiteY38" fmla="*/ 1122562 h 1448661"/>
              <a:gd name="connsiteX39" fmla="*/ 53029 w 1464967"/>
              <a:gd name="connsiteY39" fmla="*/ 1368095 h 1448661"/>
              <a:gd name="connsiteX40" fmla="*/ 92188 w 1464967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44194 w 1464856"/>
              <a:gd name="connsiteY3" fmla="*/ 1404078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92879 w 1464856"/>
              <a:gd name="connsiteY7" fmla="*/ 93206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33611 w 1464856"/>
              <a:gd name="connsiteY3" fmla="*/ 1389261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92879 w 1464856"/>
              <a:gd name="connsiteY7" fmla="*/ 93206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33611 w 1464856"/>
              <a:gd name="connsiteY3" fmla="*/ 1389261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82296 w 1464856"/>
              <a:gd name="connsiteY7" fmla="*/ 90031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76204"/>
              <a:gd name="connsiteY0" fmla="*/ 1439003 h 1448661"/>
              <a:gd name="connsiteX1" fmla="*/ 872179 w 1476204"/>
              <a:gd name="connsiteY1" fmla="*/ 1448528 h 1448661"/>
              <a:gd name="connsiteX2" fmla="*/ 1225663 w 1476204"/>
              <a:gd name="connsiteY2" fmla="*/ 1444295 h 1448661"/>
              <a:gd name="connsiteX3" fmla="*/ 1333611 w 1476204"/>
              <a:gd name="connsiteY3" fmla="*/ 1389261 h 1448661"/>
              <a:gd name="connsiteX4" fmla="*/ 1414046 w 1476204"/>
              <a:gd name="connsiteY4" fmla="*/ 1200877 h 1448661"/>
              <a:gd name="connsiteX5" fmla="*/ 1464846 w 1476204"/>
              <a:gd name="connsiteY5" fmla="*/ 898195 h 1448661"/>
              <a:gd name="connsiteX6" fmla="*/ 1469079 w 1476204"/>
              <a:gd name="connsiteY6" fmla="*/ 830462 h 1448661"/>
              <a:gd name="connsiteX7" fmla="*/ 1382296 w 1476204"/>
              <a:gd name="connsiteY7" fmla="*/ 900312 h 1448661"/>
              <a:gd name="connsiteX8" fmla="*/ 1303979 w 1476204"/>
              <a:gd name="connsiteY8" fmla="*/ 877028 h 1448661"/>
              <a:gd name="connsiteX9" fmla="*/ 1303979 w 1476204"/>
              <a:gd name="connsiteY9" fmla="*/ 728862 h 1448661"/>
              <a:gd name="connsiteX10" fmla="*/ 1350546 w 1476204"/>
              <a:gd name="connsiteY10" fmla="*/ 665362 h 1448661"/>
              <a:gd name="connsiteX11" fmla="*/ 1422513 w 1476204"/>
              <a:gd name="connsiteY11" fmla="*/ 694995 h 1448661"/>
              <a:gd name="connsiteX12" fmla="*/ 1430979 w 1476204"/>
              <a:gd name="connsiteY12" fmla="*/ 474862 h 1448661"/>
              <a:gd name="connsiteX13" fmla="*/ 1409813 w 1476204"/>
              <a:gd name="connsiteY13" fmla="*/ 246262 h 1448661"/>
              <a:gd name="connsiteX14" fmla="*/ 1375946 w 1476204"/>
              <a:gd name="connsiteY14" fmla="*/ 85395 h 1448661"/>
              <a:gd name="connsiteX15" fmla="*/ 1295513 w 1476204"/>
              <a:gd name="connsiteY15" fmla="*/ 64228 h 1448661"/>
              <a:gd name="connsiteX16" fmla="*/ 1168513 w 1476204"/>
              <a:gd name="connsiteY16" fmla="*/ 17662 h 1448661"/>
              <a:gd name="connsiteX17" fmla="*/ 1024579 w 1476204"/>
              <a:gd name="connsiteY17" fmla="*/ 728 h 1448661"/>
              <a:gd name="connsiteX18" fmla="*/ 927213 w 1476204"/>
              <a:gd name="connsiteY18" fmla="*/ 38828 h 1448661"/>
              <a:gd name="connsiteX19" fmla="*/ 958963 w 1476204"/>
              <a:gd name="connsiteY19" fmla="*/ 155246 h 1448661"/>
              <a:gd name="connsiteX20" fmla="*/ 986479 w 1476204"/>
              <a:gd name="connsiteY20" fmla="*/ 271662 h 1448661"/>
              <a:gd name="connsiteX21" fmla="*/ 842546 w 1476204"/>
              <a:gd name="connsiteY21" fmla="*/ 326695 h 1448661"/>
              <a:gd name="connsiteX22" fmla="*/ 656279 w 1476204"/>
              <a:gd name="connsiteY22" fmla="*/ 297062 h 1448661"/>
              <a:gd name="connsiteX23" fmla="*/ 613946 w 1476204"/>
              <a:gd name="connsiteY23" fmla="*/ 161595 h 1448661"/>
              <a:gd name="connsiteX24" fmla="*/ 690146 w 1476204"/>
              <a:gd name="connsiteY24" fmla="*/ 51528 h 1448661"/>
              <a:gd name="connsiteX25" fmla="*/ 563146 w 1476204"/>
              <a:gd name="connsiteY25" fmla="*/ 13428 h 1448661"/>
              <a:gd name="connsiteX26" fmla="*/ 317613 w 1476204"/>
              <a:gd name="connsiteY26" fmla="*/ 26128 h 1448661"/>
              <a:gd name="connsiteX27" fmla="*/ 139813 w 1476204"/>
              <a:gd name="connsiteY27" fmla="*/ 30362 h 1448661"/>
              <a:gd name="connsiteX28" fmla="*/ 137696 w 1476204"/>
              <a:gd name="connsiteY28" fmla="*/ 110795 h 1448661"/>
              <a:gd name="connsiteX29" fmla="*/ 84779 w 1476204"/>
              <a:gd name="connsiteY29" fmla="*/ 504495 h 1448661"/>
              <a:gd name="connsiteX30" fmla="*/ 84779 w 1476204"/>
              <a:gd name="connsiteY30" fmla="*/ 644195 h 1448661"/>
              <a:gd name="connsiteX31" fmla="*/ 184263 w 1476204"/>
              <a:gd name="connsiteY31" fmla="*/ 620911 h 1448661"/>
              <a:gd name="connsiteX32" fmla="*/ 268929 w 1476204"/>
              <a:gd name="connsiteY32" fmla="*/ 646312 h 1448661"/>
              <a:gd name="connsiteX33" fmla="*/ 319729 w 1476204"/>
              <a:gd name="connsiteY33" fmla="*/ 733096 h 1448661"/>
              <a:gd name="connsiteX34" fmla="*/ 296446 w 1476204"/>
              <a:gd name="connsiteY34" fmla="*/ 932062 h 1448661"/>
              <a:gd name="connsiteX35" fmla="*/ 165213 w 1476204"/>
              <a:gd name="connsiteY35" fmla="*/ 999795 h 1448661"/>
              <a:gd name="connsiteX36" fmla="*/ 89013 w 1476204"/>
              <a:gd name="connsiteY36" fmla="*/ 936295 h 1448661"/>
              <a:gd name="connsiteX37" fmla="*/ 25513 w 1476204"/>
              <a:gd name="connsiteY37" fmla="*/ 965928 h 1448661"/>
              <a:gd name="connsiteX38" fmla="*/ 113 w 1476204"/>
              <a:gd name="connsiteY38" fmla="*/ 1122562 h 1448661"/>
              <a:gd name="connsiteX39" fmla="*/ 53029 w 1476204"/>
              <a:gd name="connsiteY39" fmla="*/ 1368095 h 1448661"/>
              <a:gd name="connsiteX40" fmla="*/ 92188 w 1476204"/>
              <a:gd name="connsiteY40" fmla="*/ 1439003 h 1448661"/>
              <a:gd name="connsiteX0" fmla="*/ 92188 w 1465955"/>
              <a:gd name="connsiteY0" fmla="*/ 1439003 h 1448661"/>
              <a:gd name="connsiteX1" fmla="*/ 872179 w 1465955"/>
              <a:gd name="connsiteY1" fmla="*/ 1448528 h 1448661"/>
              <a:gd name="connsiteX2" fmla="*/ 1225663 w 1465955"/>
              <a:gd name="connsiteY2" fmla="*/ 1444295 h 1448661"/>
              <a:gd name="connsiteX3" fmla="*/ 1333611 w 1465955"/>
              <a:gd name="connsiteY3" fmla="*/ 1389261 h 1448661"/>
              <a:gd name="connsiteX4" fmla="*/ 1414046 w 1465955"/>
              <a:gd name="connsiteY4" fmla="*/ 1200877 h 1448661"/>
              <a:gd name="connsiteX5" fmla="*/ 1464846 w 1465955"/>
              <a:gd name="connsiteY5" fmla="*/ 898195 h 1448661"/>
              <a:gd name="connsiteX6" fmla="*/ 1443679 w 1465955"/>
              <a:gd name="connsiteY6" fmla="*/ 834696 h 1448661"/>
              <a:gd name="connsiteX7" fmla="*/ 1382296 w 1465955"/>
              <a:gd name="connsiteY7" fmla="*/ 900312 h 1448661"/>
              <a:gd name="connsiteX8" fmla="*/ 1303979 w 1465955"/>
              <a:gd name="connsiteY8" fmla="*/ 877028 h 1448661"/>
              <a:gd name="connsiteX9" fmla="*/ 1303979 w 1465955"/>
              <a:gd name="connsiteY9" fmla="*/ 728862 h 1448661"/>
              <a:gd name="connsiteX10" fmla="*/ 1350546 w 1465955"/>
              <a:gd name="connsiteY10" fmla="*/ 665362 h 1448661"/>
              <a:gd name="connsiteX11" fmla="*/ 1422513 w 1465955"/>
              <a:gd name="connsiteY11" fmla="*/ 694995 h 1448661"/>
              <a:gd name="connsiteX12" fmla="*/ 1430979 w 1465955"/>
              <a:gd name="connsiteY12" fmla="*/ 474862 h 1448661"/>
              <a:gd name="connsiteX13" fmla="*/ 1409813 w 1465955"/>
              <a:gd name="connsiteY13" fmla="*/ 246262 h 1448661"/>
              <a:gd name="connsiteX14" fmla="*/ 1375946 w 1465955"/>
              <a:gd name="connsiteY14" fmla="*/ 85395 h 1448661"/>
              <a:gd name="connsiteX15" fmla="*/ 1295513 w 1465955"/>
              <a:gd name="connsiteY15" fmla="*/ 64228 h 1448661"/>
              <a:gd name="connsiteX16" fmla="*/ 1168513 w 1465955"/>
              <a:gd name="connsiteY16" fmla="*/ 17662 h 1448661"/>
              <a:gd name="connsiteX17" fmla="*/ 1024579 w 1465955"/>
              <a:gd name="connsiteY17" fmla="*/ 728 h 1448661"/>
              <a:gd name="connsiteX18" fmla="*/ 927213 w 1465955"/>
              <a:gd name="connsiteY18" fmla="*/ 38828 h 1448661"/>
              <a:gd name="connsiteX19" fmla="*/ 958963 w 1465955"/>
              <a:gd name="connsiteY19" fmla="*/ 155246 h 1448661"/>
              <a:gd name="connsiteX20" fmla="*/ 986479 w 1465955"/>
              <a:gd name="connsiteY20" fmla="*/ 271662 h 1448661"/>
              <a:gd name="connsiteX21" fmla="*/ 842546 w 1465955"/>
              <a:gd name="connsiteY21" fmla="*/ 326695 h 1448661"/>
              <a:gd name="connsiteX22" fmla="*/ 656279 w 1465955"/>
              <a:gd name="connsiteY22" fmla="*/ 297062 h 1448661"/>
              <a:gd name="connsiteX23" fmla="*/ 613946 w 1465955"/>
              <a:gd name="connsiteY23" fmla="*/ 161595 h 1448661"/>
              <a:gd name="connsiteX24" fmla="*/ 690146 w 1465955"/>
              <a:gd name="connsiteY24" fmla="*/ 51528 h 1448661"/>
              <a:gd name="connsiteX25" fmla="*/ 563146 w 1465955"/>
              <a:gd name="connsiteY25" fmla="*/ 13428 h 1448661"/>
              <a:gd name="connsiteX26" fmla="*/ 317613 w 1465955"/>
              <a:gd name="connsiteY26" fmla="*/ 26128 h 1448661"/>
              <a:gd name="connsiteX27" fmla="*/ 139813 w 1465955"/>
              <a:gd name="connsiteY27" fmla="*/ 30362 h 1448661"/>
              <a:gd name="connsiteX28" fmla="*/ 137696 w 1465955"/>
              <a:gd name="connsiteY28" fmla="*/ 110795 h 1448661"/>
              <a:gd name="connsiteX29" fmla="*/ 84779 w 1465955"/>
              <a:gd name="connsiteY29" fmla="*/ 504495 h 1448661"/>
              <a:gd name="connsiteX30" fmla="*/ 84779 w 1465955"/>
              <a:gd name="connsiteY30" fmla="*/ 644195 h 1448661"/>
              <a:gd name="connsiteX31" fmla="*/ 184263 w 1465955"/>
              <a:gd name="connsiteY31" fmla="*/ 620911 h 1448661"/>
              <a:gd name="connsiteX32" fmla="*/ 268929 w 1465955"/>
              <a:gd name="connsiteY32" fmla="*/ 646312 h 1448661"/>
              <a:gd name="connsiteX33" fmla="*/ 319729 w 1465955"/>
              <a:gd name="connsiteY33" fmla="*/ 733096 h 1448661"/>
              <a:gd name="connsiteX34" fmla="*/ 296446 w 1465955"/>
              <a:gd name="connsiteY34" fmla="*/ 932062 h 1448661"/>
              <a:gd name="connsiteX35" fmla="*/ 165213 w 1465955"/>
              <a:gd name="connsiteY35" fmla="*/ 999795 h 1448661"/>
              <a:gd name="connsiteX36" fmla="*/ 89013 w 1465955"/>
              <a:gd name="connsiteY36" fmla="*/ 936295 h 1448661"/>
              <a:gd name="connsiteX37" fmla="*/ 25513 w 1465955"/>
              <a:gd name="connsiteY37" fmla="*/ 965928 h 1448661"/>
              <a:gd name="connsiteX38" fmla="*/ 113 w 1465955"/>
              <a:gd name="connsiteY38" fmla="*/ 1122562 h 1448661"/>
              <a:gd name="connsiteX39" fmla="*/ 53029 w 1465955"/>
              <a:gd name="connsiteY39" fmla="*/ 1368095 h 1448661"/>
              <a:gd name="connsiteX40" fmla="*/ 92188 w 1465955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22513 w 1456423"/>
              <a:gd name="connsiteY11" fmla="*/ 69499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37329 w 1456423"/>
              <a:gd name="connsiteY11" fmla="*/ 68864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37329 w 1456423"/>
              <a:gd name="connsiteY11" fmla="*/ 68864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303979 w 1456423"/>
              <a:gd name="connsiteY9" fmla="*/ 728782 h 1448581"/>
              <a:gd name="connsiteX10" fmla="*/ 1350546 w 1456423"/>
              <a:gd name="connsiteY10" fmla="*/ 665282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50546 w 1456423"/>
              <a:gd name="connsiteY10" fmla="*/ 665282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46312 w 1456423"/>
              <a:gd name="connsiteY10" fmla="*/ 631415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3396 w 1456423"/>
              <a:gd name="connsiteY9" fmla="*/ 701265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1279 w 1456423"/>
              <a:gd name="connsiteY9" fmla="*/ 722432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3396 w 1456423"/>
              <a:gd name="connsiteY9" fmla="*/ 747832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187"/>
              <a:gd name="connsiteY0" fmla="*/ 1438923 h 1448581"/>
              <a:gd name="connsiteX1" fmla="*/ 872179 w 1456187"/>
              <a:gd name="connsiteY1" fmla="*/ 1448448 h 1448581"/>
              <a:gd name="connsiteX2" fmla="*/ 1225663 w 1456187"/>
              <a:gd name="connsiteY2" fmla="*/ 1444215 h 1448581"/>
              <a:gd name="connsiteX3" fmla="*/ 1333611 w 1456187"/>
              <a:gd name="connsiteY3" fmla="*/ 1389181 h 1448581"/>
              <a:gd name="connsiteX4" fmla="*/ 1414046 w 1456187"/>
              <a:gd name="connsiteY4" fmla="*/ 1200797 h 1448581"/>
              <a:gd name="connsiteX5" fmla="*/ 1454263 w 1456187"/>
              <a:gd name="connsiteY5" fmla="*/ 895998 h 1448581"/>
              <a:gd name="connsiteX6" fmla="*/ 1443679 w 1456187"/>
              <a:gd name="connsiteY6" fmla="*/ 834616 h 1448581"/>
              <a:gd name="connsiteX7" fmla="*/ 1390763 w 1456187"/>
              <a:gd name="connsiteY7" fmla="*/ 917165 h 1448581"/>
              <a:gd name="connsiteX8" fmla="*/ 1310329 w 1456187"/>
              <a:gd name="connsiteY8" fmla="*/ 900231 h 1448581"/>
              <a:gd name="connsiteX9" fmla="*/ 1293396 w 1456187"/>
              <a:gd name="connsiteY9" fmla="*/ 747832 h 1448581"/>
              <a:gd name="connsiteX10" fmla="*/ 1346312 w 1456187"/>
              <a:gd name="connsiteY10" fmla="*/ 610248 h 1448581"/>
              <a:gd name="connsiteX11" fmla="*/ 1437329 w 1456187"/>
              <a:gd name="connsiteY11" fmla="*/ 688565 h 1448581"/>
              <a:gd name="connsiteX12" fmla="*/ 1430979 w 1456187"/>
              <a:gd name="connsiteY12" fmla="*/ 474782 h 1448581"/>
              <a:gd name="connsiteX13" fmla="*/ 1409813 w 1456187"/>
              <a:gd name="connsiteY13" fmla="*/ 246182 h 1448581"/>
              <a:gd name="connsiteX14" fmla="*/ 1375946 w 1456187"/>
              <a:gd name="connsiteY14" fmla="*/ 85315 h 1448581"/>
              <a:gd name="connsiteX15" fmla="*/ 1291280 w 1456187"/>
              <a:gd name="connsiteY15" fmla="*/ 53565 h 1448581"/>
              <a:gd name="connsiteX16" fmla="*/ 1168513 w 1456187"/>
              <a:gd name="connsiteY16" fmla="*/ 17582 h 1448581"/>
              <a:gd name="connsiteX17" fmla="*/ 1024579 w 1456187"/>
              <a:gd name="connsiteY17" fmla="*/ 648 h 1448581"/>
              <a:gd name="connsiteX18" fmla="*/ 927213 w 1456187"/>
              <a:gd name="connsiteY18" fmla="*/ 38748 h 1448581"/>
              <a:gd name="connsiteX19" fmla="*/ 958963 w 1456187"/>
              <a:gd name="connsiteY19" fmla="*/ 155166 h 1448581"/>
              <a:gd name="connsiteX20" fmla="*/ 986479 w 1456187"/>
              <a:gd name="connsiteY20" fmla="*/ 271582 h 1448581"/>
              <a:gd name="connsiteX21" fmla="*/ 842546 w 1456187"/>
              <a:gd name="connsiteY21" fmla="*/ 326615 h 1448581"/>
              <a:gd name="connsiteX22" fmla="*/ 656279 w 1456187"/>
              <a:gd name="connsiteY22" fmla="*/ 296982 h 1448581"/>
              <a:gd name="connsiteX23" fmla="*/ 613946 w 1456187"/>
              <a:gd name="connsiteY23" fmla="*/ 161515 h 1448581"/>
              <a:gd name="connsiteX24" fmla="*/ 690146 w 1456187"/>
              <a:gd name="connsiteY24" fmla="*/ 51448 h 1448581"/>
              <a:gd name="connsiteX25" fmla="*/ 563146 w 1456187"/>
              <a:gd name="connsiteY25" fmla="*/ 13348 h 1448581"/>
              <a:gd name="connsiteX26" fmla="*/ 317613 w 1456187"/>
              <a:gd name="connsiteY26" fmla="*/ 26048 h 1448581"/>
              <a:gd name="connsiteX27" fmla="*/ 139813 w 1456187"/>
              <a:gd name="connsiteY27" fmla="*/ 30282 h 1448581"/>
              <a:gd name="connsiteX28" fmla="*/ 137696 w 1456187"/>
              <a:gd name="connsiteY28" fmla="*/ 110715 h 1448581"/>
              <a:gd name="connsiteX29" fmla="*/ 84779 w 1456187"/>
              <a:gd name="connsiteY29" fmla="*/ 504415 h 1448581"/>
              <a:gd name="connsiteX30" fmla="*/ 84779 w 1456187"/>
              <a:gd name="connsiteY30" fmla="*/ 644115 h 1448581"/>
              <a:gd name="connsiteX31" fmla="*/ 184263 w 1456187"/>
              <a:gd name="connsiteY31" fmla="*/ 620831 h 1448581"/>
              <a:gd name="connsiteX32" fmla="*/ 268929 w 1456187"/>
              <a:gd name="connsiteY32" fmla="*/ 646232 h 1448581"/>
              <a:gd name="connsiteX33" fmla="*/ 319729 w 1456187"/>
              <a:gd name="connsiteY33" fmla="*/ 733016 h 1448581"/>
              <a:gd name="connsiteX34" fmla="*/ 296446 w 1456187"/>
              <a:gd name="connsiteY34" fmla="*/ 931982 h 1448581"/>
              <a:gd name="connsiteX35" fmla="*/ 165213 w 1456187"/>
              <a:gd name="connsiteY35" fmla="*/ 999715 h 1448581"/>
              <a:gd name="connsiteX36" fmla="*/ 89013 w 1456187"/>
              <a:gd name="connsiteY36" fmla="*/ 936215 h 1448581"/>
              <a:gd name="connsiteX37" fmla="*/ 25513 w 1456187"/>
              <a:gd name="connsiteY37" fmla="*/ 965848 h 1448581"/>
              <a:gd name="connsiteX38" fmla="*/ 113 w 1456187"/>
              <a:gd name="connsiteY38" fmla="*/ 1122482 h 1448581"/>
              <a:gd name="connsiteX39" fmla="*/ 53029 w 1456187"/>
              <a:gd name="connsiteY39" fmla="*/ 1368015 h 1448581"/>
              <a:gd name="connsiteX40" fmla="*/ 92188 w 1456187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96446 w 1457095"/>
              <a:gd name="connsiteY34" fmla="*/ 931982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1713 w 1457095"/>
              <a:gd name="connsiteY14" fmla="*/ 9166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457095" h="1448581">
                <a:moveTo>
                  <a:pt x="92188" y="1438923"/>
                </a:moveTo>
                <a:cubicBezTo>
                  <a:pt x="228713" y="1452328"/>
                  <a:pt x="683267" y="1447566"/>
                  <a:pt x="872179" y="1448448"/>
                </a:cubicBezTo>
                <a:lnTo>
                  <a:pt x="1225663" y="1444215"/>
                </a:lnTo>
                <a:cubicBezTo>
                  <a:pt x="1302568" y="1434337"/>
                  <a:pt x="1306094" y="1403645"/>
                  <a:pt x="1333611" y="1389181"/>
                </a:cubicBezTo>
                <a:cubicBezTo>
                  <a:pt x="1361128" y="1374717"/>
                  <a:pt x="1393937" y="1282994"/>
                  <a:pt x="1414046" y="1200797"/>
                </a:cubicBezTo>
                <a:cubicBezTo>
                  <a:pt x="1434155" y="1118600"/>
                  <a:pt x="1449324" y="957028"/>
                  <a:pt x="1454263" y="895998"/>
                </a:cubicBezTo>
                <a:cubicBezTo>
                  <a:pt x="1459202" y="834968"/>
                  <a:pt x="1458848" y="828266"/>
                  <a:pt x="1443679" y="834616"/>
                </a:cubicBezTo>
                <a:cubicBezTo>
                  <a:pt x="1428510" y="840966"/>
                  <a:pt x="1385472" y="923162"/>
                  <a:pt x="1363247" y="934098"/>
                </a:cubicBezTo>
                <a:cubicBezTo>
                  <a:pt x="1341022" y="945034"/>
                  <a:pt x="1321971" y="931275"/>
                  <a:pt x="1310329" y="900231"/>
                </a:cubicBezTo>
                <a:cubicBezTo>
                  <a:pt x="1298687" y="869187"/>
                  <a:pt x="1287399" y="796162"/>
                  <a:pt x="1293396" y="747832"/>
                </a:cubicBezTo>
                <a:cubicBezTo>
                  <a:pt x="1299393" y="699502"/>
                  <a:pt x="1322323" y="620126"/>
                  <a:pt x="1346312" y="610248"/>
                </a:cubicBezTo>
                <a:cubicBezTo>
                  <a:pt x="1370301" y="600370"/>
                  <a:pt x="1423218" y="711143"/>
                  <a:pt x="1437329" y="688565"/>
                </a:cubicBezTo>
                <a:cubicBezTo>
                  <a:pt x="1451440" y="665987"/>
                  <a:pt x="1435565" y="548512"/>
                  <a:pt x="1430979" y="474782"/>
                </a:cubicBezTo>
                <a:cubicBezTo>
                  <a:pt x="1426393" y="401052"/>
                  <a:pt x="1419691" y="310035"/>
                  <a:pt x="1409813" y="246182"/>
                </a:cubicBezTo>
                <a:cubicBezTo>
                  <a:pt x="1399935" y="182329"/>
                  <a:pt x="1391468" y="123768"/>
                  <a:pt x="1371713" y="91665"/>
                </a:cubicBezTo>
                <a:cubicBezTo>
                  <a:pt x="1351958" y="59562"/>
                  <a:pt x="1325147" y="65912"/>
                  <a:pt x="1291280" y="53565"/>
                </a:cubicBezTo>
                <a:cubicBezTo>
                  <a:pt x="1257413" y="41218"/>
                  <a:pt x="1212963" y="26401"/>
                  <a:pt x="1168513" y="17582"/>
                </a:cubicBezTo>
                <a:cubicBezTo>
                  <a:pt x="1124063" y="8763"/>
                  <a:pt x="1064796" y="-2880"/>
                  <a:pt x="1024579" y="648"/>
                </a:cubicBezTo>
                <a:cubicBezTo>
                  <a:pt x="984362" y="4176"/>
                  <a:pt x="938149" y="12995"/>
                  <a:pt x="927213" y="38748"/>
                </a:cubicBezTo>
                <a:cubicBezTo>
                  <a:pt x="916277" y="64501"/>
                  <a:pt x="930035" y="120593"/>
                  <a:pt x="958963" y="155166"/>
                </a:cubicBezTo>
                <a:cubicBezTo>
                  <a:pt x="987891" y="189739"/>
                  <a:pt x="1005882" y="243007"/>
                  <a:pt x="986479" y="271582"/>
                </a:cubicBezTo>
                <a:cubicBezTo>
                  <a:pt x="967076" y="300157"/>
                  <a:pt x="897579" y="322382"/>
                  <a:pt x="842546" y="326615"/>
                </a:cubicBezTo>
                <a:cubicBezTo>
                  <a:pt x="787513" y="330848"/>
                  <a:pt x="694379" y="324499"/>
                  <a:pt x="656279" y="296982"/>
                </a:cubicBezTo>
                <a:cubicBezTo>
                  <a:pt x="618179" y="269465"/>
                  <a:pt x="608302" y="202437"/>
                  <a:pt x="613946" y="161515"/>
                </a:cubicBezTo>
                <a:cubicBezTo>
                  <a:pt x="619590" y="120593"/>
                  <a:pt x="698613" y="76142"/>
                  <a:pt x="690146" y="51448"/>
                </a:cubicBezTo>
                <a:cubicBezTo>
                  <a:pt x="681679" y="26754"/>
                  <a:pt x="625235" y="17581"/>
                  <a:pt x="563146" y="13348"/>
                </a:cubicBezTo>
                <a:cubicBezTo>
                  <a:pt x="501057" y="9115"/>
                  <a:pt x="388168" y="23226"/>
                  <a:pt x="317613" y="26048"/>
                </a:cubicBezTo>
                <a:cubicBezTo>
                  <a:pt x="247058" y="28870"/>
                  <a:pt x="169799" y="16171"/>
                  <a:pt x="139813" y="30282"/>
                </a:cubicBezTo>
                <a:cubicBezTo>
                  <a:pt x="109827" y="44393"/>
                  <a:pt x="146868" y="31693"/>
                  <a:pt x="137696" y="110715"/>
                </a:cubicBezTo>
                <a:cubicBezTo>
                  <a:pt x="128524" y="189737"/>
                  <a:pt x="93599" y="415515"/>
                  <a:pt x="84779" y="504415"/>
                </a:cubicBezTo>
                <a:cubicBezTo>
                  <a:pt x="75960" y="593315"/>
                  <a:pt x="68198" y="624712"/>
                  <a:pt x="84779" y="644115"/>
                </a:cubicBezTo>
                <a:cubicBezTo>
                  <a:pt x="101360" y="663518"/>
                  <a:pt x="153571" y="620478"/>
                  <a:pt x="184263" y="620831"/>
                </a:cubicBezTo>
                <a:cubicBezTo>
                  <a:pt x="214955" y="621184"/>
                  <a:pt x="246351" y="627535"/>
                  <a:pt x="268929" y="646232"/>
                </a:cubicBezTo>
                <a:cubicBezTo>
                  <a:pt x="291507" y="664929"/>
                  <a:pt x="316554" y="686097"/>
                  <a:pt x="319729" y="733016"/>
                </a:cubicBezTo>
                <a:cubicBezTo>
                  <a:pt x="322904" y="779935"/>
                  <a:pt x="313732" y="883299"/>
                  <a:pt x="287979" y="927749"/>
                </a:cubicBezTo>
                <a:cubicBezTo>
                  <a:pt x="262226" y="972199"/>
                  <a:pt x="198374" y="998304"/>
                  <a:pt x="165213" y="999715"/>
                </a:cubicBezTo>
                <a:cubicBezTo>
                  <a:pt x="132052" y="1001126"/>
                  <a:pt x="114413" y="948209"/>
                  <a:pt x="89013" y="936215"/>
                </a:cubicBezTo>
                <a:cubicBezTo>
                  <a:pt x="63613" y="924221"/>
                  <a:pt x="40330" y="934804"/>
                  <a:pt x="25513" y="965848"/>
                </a:cubicBezTo>
                <a:cubicBezTo>
                  <a:pt x="10696" y="996892"/>
                  <a:pt x="-1298" y="1070271"/>
                  <a:pt x="113" y="1122482"/>
                </a:cubicBezTo>
                <a:cubicBezTo>
                  <a:pt x="1524" y="1174693"/>
                  <a:pt x="31333" y="1254950"/>
                  <a:pt x="53029" y="1368015"/>
                </a:cubicBezTo>
                <a:cubicBezTo>
                  <a:pt x="74725" y="1481080"/>
                  <a:pt x="-44337" y="1425518"/>
                  <a:pt x="92188" y="1438923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36D1F0A5-5E23-77E9-04AD-51D872B14611}"/>
              </a:ext>
            </a:extLst>
          </p:cNvPr>
          <p:cNvSpPr/>
          <p:nvPr/>
        </p:nvSpPr>
        <p:spPr>
          <a:xfrm>
            <a:off x="3234010" y="3479808"/>
            <a:ext cx="1424119" cy="1754485"/>
          </a:xfrm>
          <a:custGeom>
            <a:avLst/>
            <a:gdLst>
              <a:gd name="connsiteX0" fmla="*/ 163240 w 1424119"/>
              <a:gd name="connsiteY0" fmla="*/ 4693 h 1756141"/>
              <a:gd name="connsiteX1" fmla="*/ 696640 w 1424119"/>
              <a:gd name="connsiteY1" fmla="*/ 7868 h 1756141"/>
              <a:gd name="connsiteX2" fmla="*/ 1061765 w 1424119"/>
              <a:gd name="connsiteY2" fmla="*/ 17393 h 1756141"/>
              <a:gd name="connsiteX3" fmla="*/ 1277665 w 1424119"/>
              <a:gd name="connsiteY3" fmla="*/ 17393 h 1756141"/>
              <a:gd name="connsiteX4" fmla="*/ 1341165 w 1424119"/>
              <a:gd name="connsiteY4" fmla="*/ 55493 h 1756141"/>
              <a:gd name="connsiteX5" fmla="*/ 1382440 w 1424119"/>
              <a:gd name="connsiteY5" fmla="*/ 287268 h 1756141"/>
              <a:gd name="connsiteX6" fmla="*/ 1398315 w 1424119"/>
              <a:gd name="connsiteY6" fmla="*/ 442843 h 1756141"/>
              <a:gd name="connsiteX7" fmla="*/ 1407840 w 1424119"/>
              <a:gd name="connsiteY7" fmla="*/ 611118 h 1756141"/>
              <a:gd name="connsiteX8" fmla="*/ 1372915 w 1424119"/>
              <a:gd name="connsiteY8" fmla="*/ 680968 h 1756141"/>
              <a:gd name="connsiteX9" fmla="*/ 1306240 w 1424119"/>
              <a:gd name="connsiteY9" fmla="*/ 620643 h 1756141"/>
              <a:gd name="connsiteX10" fmla="*/ 1210990 w 1424119"/>
              <a:gd name="connsiteY10" fmla="*/ 623818 h 1756141"/>
              <a:gd name="connsiteX11" fmla="*/ 1188765 w 1424119"/>
              <a:gd name="connsiteY11" fmla="*/ 700018 h 1756141"/>
              <a:gd name="connsiteX12" fmla="*/ 1210990 w 1424119"/>
              <a:gd name="connsiteY12" fmla="*/ 823843 h 1756141"/>
              <a:gd name="connsiteX13" fmla="*/ 1223690 w 1424119"/>
              <a:gd name="connsiteY13" fmla="*/ 925443 h 1756141"/>
              <a:gd name="connsiteX14" fmla="*/ 1334815 w 1424119"/>
              <a:gd name="connsiteY14" fmla="*/ 931793 h 1756141"/>
              <a:gd name="connsiteX15" fmla="*/ 1407840 w 1424119"/>
              <a:gd name="connsiteY15" fmla="*/ 871468 h 1756141"/>
              <a:gd name="connsiteX16" fmla="*/ 1423715 w 1424119"/>
              <a:gd name="connsiteY16" fmla="*/ 1039743 h 1756141"/>
              <a:gd name="connsiteX17" fmla="*/ 1398315 w 1424119"/>
              <a:gd name="connsiteY17" fmla="*/ 1322318 h 1756141"/>
              <a:gd name="connsiteX18" fmla="*/ 1341165 w 1424119"/>
              <a:gd name="connsiteY18" fmla="*/ 1477893 h 1756141"/>
              <a:gd name="connsiteX19" fmla="*/ 1268140 w 1424119"/>
              <a:gd name="connsiteY19" fmla="*/ 1455668 h 1756141"/>
              <a:gd name="connsiteX20" fmla="*/ 1080815 w 1424119"/>
              <a:gd name="connsiteY20" fmla="*/ 1423918 h 1756141"/>
              <a:gd name="connsiteX21" fmla="*/ 956990 w 1424119"/>
              <a:gd name="connsiteY21" fmla="*/ 1436618 h 1756141"/>
              <a:gd name="connsiteX22" fmla="*/ 941115 w 1424119"/>
              <a:gd name="connsiteY22" fmla="*/ 1512818 h 1756141"/>
              <a:gd name="connsiteX23" fmla="*/ 1007790 w 1424119"/>
              <a:gd name="connsiteY23" fmla="*/ 1617593 h 1756141"/>
              <a:gd name="connsiteX24" fmla="*/ 1007790 w 1424119"/>
              <a:gd name="connsiteY24" fmla="*/ 1668393 h 1756141"/>
              <a:gd name="connsiteX25" fmla="*/ 972865 w 1424119"/>
              <a:gd name="connsiteY25" fmla="*/ 1722368 h 1756141"/>
              <a:gd name="connsiteX26" fmla="*/ 849040 w 1424119"/>
              <a:gd name="connsiteY26" fmla="*/ 1754118 h 1756141"/>
              <a:gd name="connsiteX27" fmla="*/ 674415 w 1424119"/>
              <a:gd name="connsiteY27" fmla="*/ 1735068 h 1756141"/>
              <a:gd name="connsiteX28" fmla="*/ 614090 w 1424119"/>
              <a:gd name="connsiteY28" fmla="*/ 1592193 h 1756141"/>
              <a:gd name="connsiteX29" fmla="*/ 652190 w 1424119"/>
              <a:gd name="connsiteY29" fmla="*/ 1541393 h 1756141"/>
              <a:gd name="connsiteX30" fmla="*/ 709340 w 1424119"/>
              <a:gd name="connsiteY30" fmla="*/ 1471543 h 1756141"/>
              <a:gd name="connsiteX31" fmla="*/ 620440 w 1424119"/>
              <a:gd name="connsiteY31" fmla="*/ 1436618 h 1756141"/>
              <a:gd name="connsiteX32" fmla="*/ 337865 w 1424119"/>
              <a:gd name="connsiteY32" fmla="*/ 1446143 h 1756141"/>
              <a:gd name="connsiteX33" fmla="*/ 223565 w 1424119"/>
              <a:gd name="connsiteY33" fmla="*/ 1442968 h 1756141"/>
              <a:gd name="connsiteX34" fmla="*/ 147365 w 1424119"/>
              <a:gd name="connsiteY34" fmla="*/ 1458843 h 1756141"/>
              <a:gd name="connsiteX35" fmla="*/ 185465 w 1424119"/>
              <a:gd name="connsiteY35" fmla="*/ 1388993 h 1756141"/>
              <a:gd name="connsiteX36" fmla="*/ 226740 w 1424119"/>
              <a:gd name="connsiteY36" fmla="*/ 1208018 h 1756141"/>
              <a:gd name="connsiteX37" fmla="*/ 274365 w 1424119"/>
              <a:gd name="connsiteY37" fmla="*/ 988943 h 1756141"/>
              <a:gd name="connsiteX38" fmla="*/ 261665 w 1424119"/>
              <a:gd name="connsiteY38" fmla="*/ 893693 h 1756141"/>
              <a:gd name="connsiteX39" fmla="*/ 188640 w 1424119"/>
              <a:gd name="connsiteY39" fmla="*/ 938143 h 1756141"/>
              <a:gd name="connsiteX40" fmla="*/ 106090 w 1424119"/>
              <a:gd name="connsiteY40" fmla="*/ 969893 h 1756141"/>
              <a:gd name="connsiteX41" fmla="*/ 17190 w 1424119"/>
              <a:gd name="connsiteY41" fmla="*/ 896868 h 1756141"/>
              <a:gd name="connsiteX42" fmla="*/ 1315 w 1424119"/>
              <a:gd name="connsiteY42" fmla="*/ 779393 h 1756141"/>
              <a:gd name="connsiteX43" fmla="*/ 36240 w 1424119"/>
              <a:gd name="connsiteY43" fmla="*/ 674618 h 1756141"/>
              <a:gd name="connsiteX44" fmla="*/ 96565 w 1424119"/>
              <a:gd name="connsiteY44" fmla="*/ 633343 h 1756141"/>
              <a:gd name="connsiteX45" fmla="*/ 194990 w 1424119"/>
              <a:gd name="connsiteY45" fmla="*/ 677793 h 1756141"/>
              <a:gd name="connsiteX46" fmla="*/ 271190 w 1424119"/>
              <a:gd name="connsiteY46" fmla="*/ 709543 h 1756141"/>
              <a:gd name="connsiteX47" fmla="*/ 280715 w 1424119"/>
              <a:gd name="connsiteY47" fmla="*/ 620643 h 1756141"/>
              <a:gd name="connsiteX48" fmla="*/ 271190 w 1424119"/>
              <a:gd name="connsiteY48" fmla="*/ 395218 h 1756141"/>
              <a:gd name="connsiteX49" fmla="*/ 242615 w 1424119"/>
              <a:gd name="connsiteY49" fmla="*/ 201543 h 1756141"/>
              <a:gd name="connsiteX50" fmla="*/ 217215 w 1424119"/>
              <a:gd name="connsiteY50" fmla="*/ 80893 h 1756141"/>
              <a:gd name="connsiteX51" fmla="*/ 163240 w 1424119"/>
              <a:gd name="connsiteY51" fmla="*/ 4693 h 1756141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10990 w 1424119"/>
              <a:gd name="connsiteY10" fmla="*/ 627540 h 1759863"/>
              <a:gd name="connsiteX11" fmla="*/ 1188765 w 1424119"/>
              <a:gd name="connsiteY11" fmla="*/ 70374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10990 w 1424119"/>
              <a:gd name="connsiteY10" fmla="*/ 627540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32157 w 1424119"/>
              <a:gd name="connsiteY10" fmla="*/ 638123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32157 w 1424119"/>
              <a:gd name="connsiteY10" fmla="*/ 638123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44857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5002 h 1756450"/>
              <a:gd name="connsiteX1" fmla="*/ 696640 w 1424119"/>
              <a:gd name="connsiteY1" fmla="*/ 8177 h 1756450"/>
              <a:gd name="connsiteX2" fmla="*/ 1061765 w 1424119"/>
              <a:gd name="connsiteY2" fmla="*/ 17702 h 1756450"/>
              <a:gd name="connsiteX3" fmla="*/ 1277665 w 1424119"/>
              <a:gd name="connsiteY3" fmla="*/ 17702 h 1756450"/>
              <a:gd name="connsiteX4" fmla="*/ 1341165 w 1424119"/>
              <a:gd name="connsiteY4" fmla="*/ 55802 h 1756450"/>
              <a:gd name="connsiteX5" fmla="*/ 1382440 w 1424119"/>
              <a:gd name="connsiteY5" fmla="*/ 287577 h 1756450"/>
              <a:gd name="connsiteX6" fmla="*/ 1398315 w 1424119"/>
              <a:gd name="connsiteY6" fmla="*/ 443152 h 1756450"/>
              <a:gd name="connsiteX7" fmla="*/ 1407840 w 1424119"/>
              <a:gd name="connsiteY7" fmla="*/ 611427 h 1756450"/>
              <a:gd name="connsiteX8" fmla="*/ 1372915 w 1424119"/>
              <a:gd name="connsiteY8" fmla="*/ 681277 h 1756450"/>
              <a:gd name="connsiteX9" fmla="*/ 1306240 w 1424119"/>
              <a:gd name="connsiteY9" fmla="*/ 620952 h 1756450"/>
              <a:gd name="connsiteX10" fmla="*/ 1232157 w 1424119"/>
              <a:gd name="connsiteY10" fmla="*/ 634710 h 1756450"/>
              <a:gd name="connsiteX11" fmla="*/ 1207815 w 1424119"/>
              <a:gd name="connsiteY11" fmla="*/ 706677 h 1756450"/>
              <a:gd name="connsiteX12" fmla="*/ 1210990 w 1424119"/>
              <a:gd name="connsiteY12" fmla="*/ 824152 h 1756450"/>
              <a:gd name="connsiteX13" fmla="*/ 1244857 w 1424119"/>
              <a:gd name="connsiteY13" fmla="*/ 925752 h 1756450"/>
              <a:gd name="connsiteX14" fmla="*/ 1334815 w 1424119"/>
              <a:gd name="connsiteY14" fmla="*/ 932102 h 1756450"/>
              <a:gd name="connsiteX15" fmla="*/ 1407840 w 1424119"/>
              <a:gd name="connsiteY15" fmla="*/ 871777 h 1756450"/>
              <a:gd name="connsiteX16" fmla="*/ 1423715 w 1424119"/>
              <a:gd name="connsiteY16" fmla="*/ 1040052 h 1756450"/>
              <a:gd name="connsiteX17" fmla="*/ 1398315 w 1424119"/>
              <a:gd name="connsiteY17" fmla="*/ 1322627 h 1756450"/>
              <a:gd name="connsiteX18" fmla="*/ 1341165 w 1424119"/>
              <a:gd name="connsiteY18" fmla="*/ 1478202 h 1756450"/>
              <a:gd name="connsiteX19" fmla="*/ 1268140 w 1424119"/>
              <a:gd name="connsiteY19" fmla="*/ 1455977 h 1756450"/>
              <a:gd name="connsiteX20" fmla="*/ 1080815 w 1424119"/>
              <a:gd name="connsiteY20" fmla="*/ 1424227 h 1756450"/>
              <a:gd name="connsiteX21" fmla="*/ 956990 w 1424119"/>
              <a:gd name="connsiteY21" fmla="*/ 1436927 h 1756450"/>
              <a:gd name="connsiteX22" fmla="*/ 941115 w 1424119"/>
              <a:gd name="connsiteY22" fmla="*/ 1513127 h 1756450"/>
              <a:gd name="connsiteX23" fmla="*/ 1007790 w 1424119"/>
              <a:gd name="connsiteY23" fmla="*/ 1617902 h 1756450"/>
              <a:gd name="connsiteX24" fmla="*/ 1007790 w 1424119"/>
              <a:gd name="connsiteY24" fmla="*/ 1668702 h 1756450"/>
              <a:gd name="connsiteX25" fmla="*/ 972865 w 1424119"/>
              <a:gd name="connsiteY25" fmla="*/ 1722677 h 1756450"/>
              <a:gd name="connsiteX26" fmla="*/ 849040 w 1424119"/>
              <a:gd name="connsiteY26" fmla="*/ 1754427 h 1756450"/>
              <a:gd name="connsiteX27" fmla="*/ 674415 w 1424119"/>
              <a:gd name="connsiteY27" fmla="*/ 1735377 h 1756450"/>
              <a:gd name="connsiteX28" fmla="*/ 614090 w 1424119"/>
              <a:gd name="connsiteY28" fmla="*/ 1592502 h 1756450"/>
              <a:gd name="connsiteX29" fmla="*/ 652190 w 1424119"/>
              <a:gd name="connsiteY29" fmla="*/ 1541702 h 1756450"/>
              <a:gd name="connsiteX30" fmla="*/ 709340 w 1424119"/>
              <a:gd name="connsiteY30" fmla="*/ 1471852 h 1756450"/>
              <a:gd name="connsiteX31" fmla="*/ 620440 w 1424119"/>
              <a:gd name="connsiteY31" fmla="*/ 1436927 h 1756450"/>
              <a:gd name="connsiteX32" fmla="*/ 337865 w 1424119"/>
              <a:gd name="connsiteY32" fmla="*/ 1446452 h 1756450"/>
              <a:gd name="connsiteX33" fmla="*/ 223565 w 1424119"/>
              <a:gd name="connsiteY33" fmla="*/ 1443277 h 1756450"/>
              <a:gd name="connsiteX34" fmla="*/ 147365 w 1424119"/>
              <a:gd name="connsiteY34" fmla="*/ 1459152 h 1756450"/>
              <a:gd name="connsiteX35" fmla="*/ 185465 w 1424119"/>
              <a:gd name="connsiteY35" fmla="*/ 1389302 h 1756450"/>
              <a:gd name="connsiteX36" fmla="*/ 226740 w 1424119"/>
              <a:gd name="connsiteY36" fmla="*/ 1208327 h 1756450"/>
              <a:gd name="connsiteX37" fmla="*/ 274365 w 1424119"/>
              <a:gd name="connsiteY37" fmla="*/ 989252 h 1756450"/>
              <a:gd name="connsiteX38" fmla="*/ 261665 w 1424119"/>
              <a:gd name="connsiteY38" fmla="*/ 894002 h 1756450"/>
              <a:gd name="connsiteX39" fmla="*/ 188640 w 1424119"/>
              <a:gd name="connsiteY39" fmla="*/ 938452 h 1756450"/>
              <a:gd name="connsiteX40" fmla="*/ 106090 w 1424119"/>
              <a:gd name="connsiteY40" fmla="*/ 970202 h 1756450"/>
              <a:gd name="connsiteX41" fmla="*/ 17190 w 1424119"/>
              <a:gd name="connsiteY41" fmla="*/ 897177 h 1756450"/>
              <a:gd name="connsiteX42" fmla="*/ 1315 w 1424119"/>
              <a:gd name="connsiteY42" fmla="*/ 779702 h 1756450"/>
              <a:gd name="connsiteX43" fmla="*/ 36240 w 1424119"/>
              <a:gd name="connsiteY43" fmla="*/ 674927 h 1756450"/>
              <a:gd name="connsiteX44" fmla="*/ 96565 w 1424119"/>
              <a:gd name="connsiteY44" fmla="*/ 633652 h 1756450"/>
              <a:gd name="connsiteX45" fmla="*/ 194990 w 1424119"/>
              <a:gd name="connsiteY45" fmla="*/ 678102 h 1756450"/>
              <a:gd name="connsiteX46" fmla="*/ 271190 w 1424119"/>
              <a:gd name="connsiteY46" fmla="*/ 709852 h 1756450"/>
              <a:gd name="connsiteX47" fmla="*/ 280715 w 1424119"/>
              <a:gd name="connsiteY47" fmla="*/ 620952 h 1756450"/>
              <a:gd name="connsiteX48" fmla="*/ 271190 w 1424119"/>
              <a:gd name="connsiteY48" fmla="*/ 395527 h 1756450"/>
              <a:gd name="connsiteX49" fmla="*/ 242615 w 1424119"/>
              <a:gd name="connsiteY49" fmla="*/ 201852 h 1756450"/>
              <a:gd name="connsiteX50" fmla="*/ 221448 w 1424119"/>
              <a:gd name="connsiteY50" fmla="*/ 85435 h 1756450"/>
              <a:gd name="connsiteX51" fmla="*/ 163240 w 1424119"/>
              <a:gd name="connsiteY51" fmla="*/ 5002 h 1756450"/>
              <a:gd name="connsiteX0" fmla="*/ 163240 w 1424119"/>
              <a:gd name="connsiteY0" fmla="*/ 19982 h 1771430"/>
              <a:gd name="connsiteX1" fmla="*/ 696640 w 1424119"/>
              <a:gd name="connsiteY1" fmla="*/ 23157 h 1771430"/>
              <a:gd name="connsiteX2" fmla="*/ 1061765 w 1424119"/>
              <a:gd name="connsiteY2" fmla="*/ 32682 h 1771430"/>
              <a:gd name="connsiteX3" fmla="*/ 1277665 w 1424119"/>
              <a:gd name="connsiteY3" fmla="*/ 32682 h 1771430"/>
              <a:gd name="connsiteX4" fmla="*/ 1341165 w 1424119"/>
              <a:gd name="connsiteY4" fmla="*/ 70782 h 1771430"/>
              <a:gd name="connsiteX5" fmla="*/ 1382440 w 1424119"/>
              <a:gd name="connsiteY5" fmla="*/ 302557 h 1771430"/>
              <a:gd name="connsiteX6" fmla="*/ 1398315 w 1424119"/>
              <a:gd name="connsiteY6" fmla="*/ 458132 h 1771430"/>
              <a:gd name="connsiteX7" fmla="*/ 1407840 w 1424119"/>
              <a:gd name="connsiteY7" fmla="*/ 626407 h 1771430"/>
              <a:gd name="connsiteX8" fmla="*/ 1372915 w 1424119"/>
              <a:gd name="connsiteY8" fmla="*/ 696257 h 1771430"/>
              <a:gd name="connsiteX9" fmla="*/ 1306240 w 1424119"/>
              <a:gd name="connsiteY9" fmla="*/ 635932 h 1771430"/>
              <a:gd name="connsiteX10" fmla="*/ 1232157 w 1424119"/>
              <a:gd name="connsiteY10" fmla="*/ 649690 h 1771430"/>
              <a:gd name="connsiteX11" fmla="*/ 1207815 w 1424119"/>
              <a:gd name="connsiteY11" fmla="*/ 721657 h 1771430"/>
              <a:gd name="connsiteX12" fmla="*/ 1210990 w 1424119"/>
              <a:gd name="connsiteY12" fmla="*/ 839132 h 1771430"/>
              <a:gd name="connsiteX13" fmla="*/ 1244857 w 1424119"/>
              <a:gd name="connsiteY13" fmla="*/ 940732 h 1771430"/>
              <a:gd name="connsiteX14" fmla="*/ 1334815 w 1424119"/>
              <a:gd name="connsiteY14" fmla="*/ 947082 h 1771430"/>
              <a:gd name="connsiteX15" fmla="*/ 1407840 w 1424119"/>
              <a:gd name="connsiteY15" fmla="*/ 886757 h 1771430"/>
              <a:gd name="connsiteX16" fmla="*/ 1423715 w 1424119"/>
              <a:gd name="connsiteY16" fmla="*/ 1055032 h 1771430"/>
              <a:gd name="connsiteX17" fmla="*/ 1398315 w 1424119"/>
              <a:gd name="connsiteY17" fmla="*/ 1337607 h 1771430"/>
              <a:gd name="connsiteX18" fmla="*/ 1341165 w 1424119"/>
              <a:gd name="connsiteY18" fmla="*/ 1493182 h 1771430"/>
              <a:gd name="connsiteX19" fmla="*/ 1268140 w 1424119"/>
              <a:gd name="connsiteY19" fmla="*/ 1470957 h 1771430"/>
              <a:gd name="connsiteX20" fmla="*/ 1080815 w 1424119"/>
              <a:gd name="connsiteY20" fmla="*/ 1439207 h 1771430"/>
              <a:gd name="connsiteX21" fmla="*/ 956990 w 1424119"/>
              <a:gd name="connsiteY21" fmla="*/ 1451907 h 1771430"/>
              <a:gd name="connsiteX22" fmla="*/ 941115 w 1424119"/>
              <a:gd name="connsiteY22" fmla="*/ 1528107 h 1771430"/>
              <a:gd name="connsiteX23" fmla="*/ 1007790 w 1424119"/>
              <a:gd name="connsiteY23" fmla="*/ 1632882 h 1771430"/>
              <a:gd name="connsiteX24" fmla="*/ 1007790 w 1424119"/>
              <a:gd name="connsiteY24" fmla="*/ 1683682 h 1771430"/>
              <a:gd name="connsiteX25" fmla="*/ 972865 w 1424119"/>
              <a:gd name="connsiteY25" fmla="*/ 1737657 h 1771430"/>
              <a:gd name="connsiteX26" fmla="*/ 849040 w 1424119"/>
              <a:gd name="connsiteY26" fmla="*/ 1769407 h 1771430"/>
              <a:gd name="connsiteX27" fmla="*/ 674415 w 1424119"/>
              <a:gd name="connsiteY27" fmla="*/ 1750357 h 1771430"/>
              <a:gd name="connsiteX28" fmla="*/ 614090 w 1424119"/>
              <a:gd name="connsiteY28" fmla="*/ 1607482 h 1771430"/>
              <a:gd name="connsiteX29" fmla="*/ 652190 w 1424119"/>
              <a:gd name="connsiteY29" fmla="*/ 1556682 h 1771430"/>
              <a:gd name="connsiteX30" fmla="*/ 709340 w 1424119"/>
              <a:gd name="connsiteY30" fmla="*/ 1486832 h 1771430"/>
              <a:gd name="connsiteX31" fmla="*/ 620440 w 1424119"/>
              <a:gd name="connsiteY31" fmla="*/ 1451907 h 1771430"/>
              <a:gd name="connsiteX32" fmla="*/ 337865 w 1424119"/>
              <a:gd name="connsiteY32" fmla="*/ 1461432 h 1771430"/>
              <a:gd name="connsiteX33" fmla="*/ 223565 w 1424119"/>
              <a:gd name="connsiteY33" fmla="*/ 1458257 h 1771430"/>
              <a:gd name="connsiteX34" fmla="*/ 147365 w 1424119"/>
              <a:gd name="connsiteY34" fmla="*/ 1474132 h 1771430"/>
              <a:gd name="connsiteX35" fmla="*/ 185465 w 1424119"/>
              <a:gd name="connsiteY35" fmla="*/ 1404282 h 1771430"/>
              <a:gd name="connsiteX36" fmla="*/ 226740 w 1424119"/>
              <a:gd name="connsiteY36" fmla="*/ 1223307 h 1771430"/>
              <a:gd name="connsiteX37" fmla="*/ 274365 w 1424119"/>
              <a:gd name="connsiteY37" fmla="*/ 1004232 h 1771430"/>
              <a:gd name="connsiteX38" fmla="*/ 261665 w 1424119"/>
              <a:gd name="connsiteY38" fmla="*/ 908982 h 1771430"/>
              <a:gd name="connsiteX39" fmla="*/ 188640 w 1424119"/>
              <a:gd name="connsiteY39" fmla="*/ 953432 h 1771430"/>
              <a:gd name="connsiteX40" fmla="*/ 106090 w 1424119"/>
              <a:gd name="connsiteY40" fmla="*/ 985182 h 1771430"/>
              <a:gd name="connsiteX41" fmla="*/ 17190 w 1424119"/>
              <a:gd name="connsiteY41" fmla="*/ 912157 h 1771430"/>
              <a:gd name="connsiteX42" fmla="*/ 1315 w 1424119"/>
              <a:gd name="connsiteY42" fmla="*/ 794682 h 1771430"/>
              <a:gd name="connsiteX43" fmla="*/ 36240 w 1424119"/>
              <a:gd name="connsiteY43" fmla="*/ 689907 h 1771430"/>
              <a:gd name="connsiteX44" fmla="*/ 96565 w 1424119"/>
              <a:gd name="connsiteY44" fmla="*/ 648632 h 1771430"/>
              <a:gd name="connsiteX45" fmla="*/ 194990 w 1424119"/>
              <a:gd name="connsiteY45" fmla="*/ 693082 h 1771430"/>
              <a:gd name="connsiteX46" fmla="*/ 271190 w 1424119"/>
              <a:gd name="connsiteY46" fmla="*/ 724832 h 1771430"/>
              <a:gd name="connsiteX47" fmla="*/ 280715 w 1424119"/>
              <a:gd name="connsiteY47" fmla="*/ 635932 h 1771430"/>
              <a:gd name="connsiteX48" fmla="*/ 271190 w 1424119"/>
              <a:gd name="connsiteY48" fmla="*/ 410507 h 1771430"/>
              <a:gd name="connsiteX49" fmla="*/ 242615 w 1424119"/>
              <a:gd name="connsiteY49" fmla="*/ 216832 h 1771430"/>
              <a:gd name="connsiteX50" fmla="*/ 221448 w 1424119"/>
              <a:gd name="connsiteY50" fmla="*/ 100415 h 1771430"/>
              <a:gd name="connsiteX51" fmla="*/ 163240 w 1424119"/>
              <a:gd name="connsiteY51" fmla="*/ 19982 h 1771430"/>
              <a:gd name="connsiteX0" fmla="*/ 163240 w 1424119"/>
              <a:gd name="connsiteY0" fmla="*/ 4463 h 1755911"/>
              <a:gd name="connsiteX1" fmla="*/ 351623 w 1424119"/>
              <a:gd name="connsiteY1" fmla="*/ 9754 h 1755911"/>
              <a:gd name="connsiteX2" fmla="*/ 1061765 w 1424119"/>
              <a:gd name="connsiteY2" fmla="*/ 17163 h 1755911"/>
              <a:gd name="connsiteX3" fmla="*/ 1277665 w 1424119"/>
              <a:gd name="connsiteY3" fmla="*/ 17163 h 1755911"/>
              <a:gd name="connsiteX4" fmla="*/ 1341165 w 1424119"/>
              <a:gd name="connsiteY4" fmla="*/ 55263 h 1755911"/>
              <a:gd name="connsiteX5" fmla="*/ 1382440 w 1424119"/>
              <a:gd name="connsiteY5" fmla="*/ 287038 h 1755911"/>
              <a:gd name="connsiteX6" fmla="*/ 1398315 w 1424119"/>
              <a:gd name="connsiteY6" fmla="*/ 442613 h 1755911"/>
              <a:gd name="connsiteX7" fmla="*/ 1407840 w 1424119"/>
              <a:gd name="connsiteY7" fmla="*/ 610888 h 1755911"/>
              <a:gd name="connsiteX8" fmla="*/ 1372915 w 1424119"/>
              <a:gd name="connsiteY8" fmla="*/ 680738 h 1755911"/>
              <a:gd name="connsiteX9" fmla="*/ 1306240 w 1424119"/>
              <a:gd name="connsiteY9" fmla="*/ 620413 h 1755911"/>
              <a:gd name="connsiteX10" fmla="*/ 1232157 w 1424119"/>
              <a:gd name="connsiteY10" fmla="*/ 634171 h 1755911"/>
              <a:gd name="connsiteX11" fmla="*/ 1207815 w 1424119"/>
              <a:gd name="connsiteY11" fmla="*/ 706138 h 1755911"/>
              <a:gd name="connsiteX12" fmla="*/ 1210990 w 1424119"/>
              <a:gd name="connsiteY12" fmla="*/ 823613 h 1755911"/>
              <a:gd name="connsiteX13" fmla="*/ 1244857 w 1424119"/>
              <a:gd name="connsiteY13" fmla="*/ 925213 h 1755911"/>
              <a:gd name="connsiteX14" fmla="*/ 1334815 w 1424119"/>
              <a:gd name="connsiteY14" fmla="*/ 931563 h 1755911"/>
              <a:gd name="connsiteX15" fmla="*/ 1407840 w 1424119"/>
              <a:gd name="connsiteY15" fmla="*/ 871238 h 1755911"/>
              <a:gd name="connsiteX16" fmla="*/ 1423715 w 1424119"/>
              <a:gd name="connsiteY16" fmla="*/ 1039513 h 1755911"/>
              <a:gd name="connsiteX17" fmla="*/ 1398315 w 1424119"/>
              <a:gd name="connsiteY17" fmla="*/ 1322088 h 1755911"/>
              <a:gd name="connsiteX18" fmla="*/ 1341165 w 1424119"/>
              <a:gd name="connsiteY18" fmla="*/ 1477663 h 1755911"/>
              <a:gd name="connsiteX19" fmla="*/ 1268140 w 1424119"/>
              <a:gd name="connsiteY19" fmla="*/ 1455438 h 1755911"/>
              <a:gd name="connsiteX20" fmla="*/ 1080815 w 1424119"/>
              <a:gd name="connsiteY20" fmla="*/ 1423688 h 1755911"/>
              <a:gd name="connsiteX21" fmla="*/ 956990 w 1424119"/>
              <a:gd name="connsiteY21" fmla="*/ 1436388 h 1755911"/>
              <a:gd name="connsiteX22" fmla="*/ 941115 w 1424119"/>
              <a:gd name="connsiteY22" fmla="*/ 1512588 h 1755911"/>
              <a:gd name="connsiteX23" fmla="*/ 1007790 w 1424119"/>
              <a:gd name="connsiteY23" fmla="*/ 1617363 h 1755911"/>
              <a:gd name="connsiteX24" fmla="*/ 1007790 w 1424119"/>
              <a:gd name="connsiteY24" fmla="*/ 1668163 h 1755911"/>
              <a:gd name="connsiteX25" fmla="*/ 972865 w 1424119"/>
              <a:gd name="connsiteY25" fmla="*/ 1722138 h 1755911"/>
              <a:gd name="connsiteX26" fmla="*/ 849040 w 1424119"/>
              <a:gd name="connsiteY26" fmla="*/ 1753888 h 1755911"/>
              <a:gd name="connsiteX27" fmla="*/ 674415 w 1424119"/>
              <a:gd name="connsiteY27" fmla="*/ 1734838 h 1755911"/>
              <a:gd name="connsiteX28" fmla="*/ 614090 w 1424119"/>
              <a:gd name="connsiteY28" fmla="*/ 1591963 h 1755911"/>
              <a:gd name="connsiteX29" fmla="*/ 652190 w 1424119"/>
              <a:gd name="connsiteY29" fmla="*/ 1541163 h 1755911"/>
              <a:gd name="connsiteX30" fmla="*/ 709340 w 1424119"/>
              <a:gd name="connsiteY30" fmla="*/ 1471313 h 1755911"/>
              <a:gd name="connsiteX31" fmla="*/ 620440 w 1424119"/>
              <a:gd name="connsiteY31" fmla="*/ 1436388 h 1755911"/>
              <a:gd name="connsiteX32" fmla="*/ 337865 w 1424119"/>
              <a:gd name="connsiteY32" fmla="*/ 1445913 h 1755911"/>
              <a:gd name="connsiteX33" fmla="*/ 223565 w 1424119"/>
              <a:gd name="connsiteY33" fmla="*/ 1442738 h 1755911"/>
              <a:gd name="connsiteX34" fmla="*/ 147365 w 1424119"/>
              <a:gd name="connsiteY34" fmla="*/ 1458613 h 1755911"/>
              <a:gd name="connsiteX35" fmla="*/ 185465 w 1424119"/>
              <a:gd name="connsiteY35" fmla="*/ 1388763 h 1755911"/>
              <a:gd name="connsiteX36" fmla="*/ 226740 w 1424119"/>
              <a:gd name="connsiteY36" fmla="*/ 1207788 h 1755911"/>
              <a:gd name="connsiteX37" fmla="*/ 274365 w 1424119"/>
              <a:gd name="connsiteY37" fmla="*/ 988713 h 1755911"/>
              <a:gd name="connsiteX38" fmla="*/ 261665 w 1424119"/>
              <a:gd name="connsiteY38" fmla="*/ 893463 h 1755911"/>
              <a:gd name="connsiteX39" fmla="*/ 188640 w 1424119"/>
              <a:gd name="connsiteY39" fmla="*/ 937913 h 1755911"/>
              <a:gd name="connsiteX40" fmla="*/ 106090 w 1424119"/>
              <a:gd name="connsiteY40" fmla="*/ 969663 h 1755911"/>
              <a:gd name="connsiteX41" fmla="*/ 17190 w 1424119"/>
              <a:gd name="connsiteY41" fmla="*/ 896638 h 1755911"/>
              <a:gd name="connsiteX42" fmla="*/ 1315 w 1424119"/>
              <a:gd name="connsiteY42" fmla="*/ 779163 h 1755911"/>
              <a:gd name="connsiteX43" fmla="*/ 36240 w 1424119"/>
              <a:gd name="connsiteY43" fmla="*/ 674388 h 1755911"/>
              <a:gd name="connsiteX44" fmla="*/ 96565 w 1424119"/>
              <a:gd name="connsiteY44" fmla="*/ 633113 h 1755911"/>
              <a:gd name="connsiteX45" fmla="*/ 194990 w 1424119"/>
              <a:gd name="connsiteY45" fmla="*/ 677563 h 1755911"/>
              <a:gd name="connsiteX46" fmla="*/ 271190 w 1424119"/>
              <a:gd name="connsiteY46" fmla="*/ 709313 h 1755911"/>
              <a:gd name="connsiteX47" fmla="*/ 280715 w 1424119"/>
              <a:gd name="connsiteY47" fmla="*/ 620413 h 1755911"/>
              <a:gd name="connsiteX48" fmla="*/ 271190 w 1424119"/>
              <a:gd name="connsiteY48" fmla="*/ 394988 h 1755911"/>
              <a:gd name="connsiteX49" fmla="*/ 242615 w 1424119"/>
              <a:gd name="connsiteY49" fmla="*/ 201313 h 1755911"/>
              <a:gd name="connsiteX50" fmla="*/ 221448 w 1424119"/>
              <a:gd name="connsiteY50" fmla="*/ 84896 h 1755911"/>
              <a:gd name="connsiteX51" fmla="*/ 163240 w 1424119"/>
              <a:gd name="connsiteY51" fmla="*/ 4463 h 1755911"/>
              <a:gd name="connsiteX0" fmla="*/ 163240 w 1424119"/>
              <a:gd name="connsiteY0" fmla="*/ 5617 h 1757065"/>
              <a:gd name="connsiteX1" fmla="*/ 374906 w 1424119"/>
              <a:gd name="connsiteY1" fmla="*/ 6675 h 1757065"/>
              <a:gd name="connsiteX2" fmla="*/ 1061765 w 1424119"/>
              <a:gd name="connsiteY2" fmla="*/ 18317 h 1757065"/>
              <a:gd name="connsiteX3" fmla="*/ 1277665 w 1424119"/>
              <a:gd name="connsiteY3" fmla="*/ 18317 h 1757065"/>
              <a:gd name="connsiteX4" fmla="*/ 1341165 w 1424119"/>
              <a:gd name="connsiteY4" fmla="*/ 56417 h 1757065"/>
              <a:gd name="connsiteX5" fmla="*/ 1382440 w 1424119"/>
              <a:gd name="connsiteY5" fmla="*/ 288192 h 1757065"/>
              <a:gd name="connsiteX6" fmla="*/ 1398315 w 1424119"/>
              <a:gd name="connsiteY6" fmla="*/ 443767 h 1757065"/>
              <a:gd name="connsiteX7" fmla="*/ 1407840 w 1424119"/>
              <a:gd name="connsiteY7" fmla="*/ 612042 h 1757065"/>
              <a:gd name="connsiteX8" fmla="*/ 1372915 w 1424119"/>
              <a:gd name="connsiteY8" fmla="*/ 681892 h 1757065"/>
              <a:gd name="connsiteX9" fmla="*/ 1306240 w 1424119"/>
              <a:gd name="connsiteY9" fmla="*/ 621567 h 1757065"/>
              <a:gd name="connsiteX10" fmla="*/ 1232157 w 1424119"/>
              <a:gd name="connsiteY10" fmla="*/ 635325 h 1757065"/>
              <a:gd name="connsiteX11" fmla="*/ 1207815 w 1424119"/>
              <a:gd name="connsiteY11" fmla="*/ 707292 h 1757065"/>
              <a:gd name="connsiteX12" fmla="*/ 1210990 w 1424119"/>
              <a:gd name="connsiteY12" fmla="*/ 824767 h 1757065"/>
              <a:gd name="connsiteX13" fmla="*/ 1244857 w 1424119"/>
              <a:gd name="connsiteY13" fmla="*/ 926367 h 1757065"/>
              <a:gd name="connsiteX14" fmla="*/ 1334815 w 1424119"/>
              <a:gd name="connsiteY14" fmla="*/ 932717 h 1757065"/>
              <a:gd name="connsiteX15" fmla="*/ 1407840 w 1424119"/>
              <a:gd name="connsiteY15" fmla="*/ 872392 h 1757065"/>
              <a:gd name="connsiteX16" fmla="*/ 1423715 w 1424119"/>
              <a:gd name="connsiteY16" fmla="*/ 1040667 h 1757065"/>
              <a:gd name="connsiteX17" fmla="*/ 1398315 w 1424119"/>
              <a:gd name="connsiteY17" fmla="*/ 1323242 h 1757065"/>
              <a:gd name="connsiteX18" fmla="*/ 1341165 w 1424119"/>
              <a:gd name="connsiteY18" fmla="*/ 1478817 h 1757065"/>
              <a:gd name="connsiteX19" fmla="*/ 1268140 w 1424119"/>
              <a:gd name="connsiteY19" fmla="*/ 1456592 h 1757065"/>
              <a:gd name="connsiteX20" fmla="*/ 1080815 w 1424119"/>
              <a:gd name="connsiteY20" fmla="*/ 1424842 h 1757065"/>
              <a:gd name="connsiteX21" fmla="*/ 956990 w 1424119"/>
              <a:gd name="connsiteY21" fmla="*/ 1437542 h 1757065"/>
              <a:gd name="connsiteX22" fmla="*/ 941115 w 1424119"/>
              <a:gd name="connsiteY22" fmla="*/ 1513742 h 1757065"/>
              <a:gd name="connsiteX23" fmla="*/ 1007790 w 1424119"/>
              <a:gd name="connsiteY23" fmla="*/ 1618517 h 1757065"/>
              <a:gd name="connsiteX24" fmla="*/ 1007790 w 1424119"/>
              <a:gd name="connsiteY24" fmla="*/ 1669317 h 1757065"/>
              <a:gd name="connsiteX25" fmla="*/ 972865 w 1424119"/>
              <a:gd name="connsiteY25" fmla="*/ 1723292 h 1757065"/>
              <a:gd name="connsiteX26" fmla="*/ 849040 w 1424119"/>
              <a:gd name="connsiteY26" fmla="*/ 1755042 h 1757065"/>
              <a:gd name="connsiteX27" fmla="*/ 674415 w 1424119"/>
              <a:gd name="connsiteY27" fmla="*/ 1735992 h 1757065"/>
              <a:gd name="connsiteX28" fmla="*/ 614090 w 1424119"/>
              <a:gd name="connsiteY28" fmla="*/ 1593117 h 1757065"/>
              <a:gd name="connsiteX29" fmla="*/ 652190 w 1424119"/>
              <a:gd name="connsiteY29" fmla="*/ 1542317 h 1757065"/>
              <a:gd name="connsiteX30" fmla="*/ 709340 w 1424119"/>
              <a:gd name="connsiteY30" fmla="*/ 1472467 h 1757065"/>
              <a:gd name="connsiteX31" fmla="*/ 620440 w 1424119"/>
              <a:gd name="connsiteY31" fmla="*/ 1437542 h 1757065"/>
              <a:gd name="connsiteX32" fmla="*/ 337865 w 1424119"/>
              <a:gd name="connsiteY32" fmla="*/ 1447067 h 1757065"/>
              <a:gd name="connsiteX33" fmla="*/ 223565 w 1424119"/>
              <a:gd name="connsiteY33" fmla="*/ 1443892 h 1757065"/>
              <a:gd name="connsiteX34" fmla="*/ 147365 w 1424119"/>
              <a:gd name="connsiteY34" fmla="*/ 1459767 h 1757065"/>
              <a:gd name="connsiteX35" fmla="*/ 185465 w 1424119"/>
              <a:gd name="connsiteY35" fmla="*/ 1389917 h 1757065"/>
              <a:gd name="connsiteX36" fmla="*/ 226740 w 1424119"/>
              <a:gd name="connsiteY36" fmla="*/ 1208942 h 1757065"/>
              <a:gd name="connsiteX37" fmla="*/ 274365 w 1424119"/>
              <a:gd name="connsiteY37" fmla="*/ 989867 h 1757065"/>
              <a:gd name="connsiteX38" fmla="*/ 261665 w 1424119"/>
              <a:gd name="connsiteY38" fmla="*/ 894617 h 1757065"/>
              <a:gd name="connsiteX39" fmla="*/ 188640 w 1424119"/>
              <a:gd name="connsiteY39" fmla="*/ 939067 h 1757065"/>
              <a:gd name="connsiteX40" fmla="*/ 106090 w 1424119"/>
              <a:gd name="connsiteY40" fmla="*/ 970817 h 1757065"/>
              <a:gd name="connsiteX41" fmla="*/ 17190 w 1424119"/>
              <a:gd name="connsiteY41" fmla="*/ 897792 h 1757065"/>
              <a:gd name="connsiteX42" fmla="*/ 1315 w 1424119"/>
              <a:gd name="connsiteY42" fmla="*/ 780317 h 1757065"/>
              <a:gd name="connsiteX43" fmla="*/ 36240 w 1424119"/>
              <a:gd name="connsiteY43" fmla="*/ 675542 h 1757065"/>
              <a:gd name="connsiteX44" fmla="*/ 96565 w 1424119"/>
              <a:gd name="connsiteY44" fmla="*/ 634267 h 1757065"/>
              <a:gd name="connsiteX45" fmla="*/ 194990 w 1424119"/>
              <a:gd name="connsiteY45" fmla="*/ 678717 h 1757065"/>
              <a:gd name="connsiteX46" fmla="*/ 271190 w 1424119"/>
              <a:gd name="connsiteY46" fmla="*/ 710467 h 1757065"/>
              <a:gd name="connsiteX47" fmla="*/ 280715 w 1424119"/>
              <a:gd name="connsiteY47" fmla="*/ 621567 h 1757065"/>
              <a:gd name="connsiteX48" fmla="*/ 271190 w 1424119"/>
              <a:gd name="connsiteY48" fmla="*/ 396142 h 1757065"/>
              <a:gd name="connsiteX49" fmla="*/ 242615 w 1424119"/>
              <a:gd name="connsiteY49" fmla="*/ 202467 h 1757065"/>
              <a:gd name="connsiteX50" fmla="*/ 221448 w 1424119"/>
              <a:gd name="connsiteY50" fmla="*/ 86050 h 1757065"/>
              <a:gd name="connsiteX51" fmla="*/ 163240 w 1424119"/>
              <a:gd name="connsiteY51" fmla="*/ 5617 h 1757065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21448 w 1424119"/>
              <a:gd name="connsiteY50" fmla="*/ 88322 h 1757221"/>
              <a:gd name="connsiteX51" fmla="*/ 163240 w 1424119"/>
              <a:gd name="connsiteY51" fmla="*/ 5773 h 1757221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10865 w 1424119"/>
              <a:gd name="connsiteY50" fmla="*/ 88322 h 1757221"/>
              <a:gd name="connsiteX51" fmla="*/ 163240 w 1424119"/>
              <a:gd name="connsiteY51" fmla="*/ 5773 h 1757221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10865 w 1424119"/>
              <a:gd name="connsiteY50" fmla="*/ 88322 h 1757221"/>
              <a:gd name="connsiteX51" fmla="*/ 163240 w 1424119"/>
              <a:gd name="connsiteY51" fmla="*/ 5773 h 1757221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8140 w 1424119"/>
              <a:gd name="connsiteY19" fmla="*/ 145414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7515 w 1424119"/>
              <a:gd name="connsiteY18" fmla="*/ 1465785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4340 w 1424119"/>
              <a:gd name="connsiteY18" fmla="*/ 1473722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4340 w 1424119"/>
              <a:gd name="connsiteY18" fmla="*/ 1473722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996677 w 1424119"/>
              <a:gd name="connsiteY23" fmla="*/ 1614481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9340 w 1424119"/>
              <a:gd name="connsiteY30" fmla="*/ 1470018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9340 w 1424119"/>
              <a:gd name="connsiteY30" fmla="*/ 1470018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9915 w 1424119"/>
              <a:gd name="connsiteY33" fmla="*/ 1446205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9915 w 1424119"/>
              <a:gd name="connsiteY33" fmla="*/ 1446205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424119" h="1754485">
                <a:moveTo>
                  <a:pt x="180173" y="7401"/>
                </a:moveTo>
                <a:cubicBezTo>
                  <a:pt x="207513" y="-6181"/>
                  <a:pt x="227974" y="2815"/>
                  <a:pt x="374906" y="4226"/>
                </a:cubicBezTo>
                <a:lnTo>
                  <a:pt x="1061765" y="15868"/>
                </a:lnTo>
                <a:cubicBezTo>
                  <a:pt x="1212225" y="17808"/>
                  <a:pt x="1231098" y="9518"/>
                  <a:pt x="1277665" y="15868"/>
                </a:cubicBezTo>
                <a:cubicBezTo>
                  <a:pt x="1324232" y="22218"/>
                  <a:pt x="1323703" y="8989"/>
                  <a:pt x="1341165" y="53968"/>
                </a:cubicBezTo>
                <a:cubicBezTo>
                  <a:pt x="1358627" y="98947"/>
                  <a:pt x="1372915" y="221185"/>
                  <a:pt x="1382440" y="285743"/>
                </a:cubicBezTo>
                <a:cubicBezTo>
                  <a:pt x="1391965" y="350301"/>
                  <a:pt x="1394082" y="387343"/>
                  <a:pt x="1398315" y="441318"/>
                </a:cubicBezTo>
                <a:cubicBezTo>
                  <a:pt x="1402548" y="495293"/>
                  <a:pt x="1412073" y="569905"/>
                  <a:pt x="1407840" y="609593"/>
                </a:cubicBezTo>
                <a:cubicBezTo>
                  <a:pt x="1403607" y="649281"/>
                  <a:pt x="1389848" y="677856"/>
                  <a:pt x="1372915" y="679443"/>
                </a:cubicBezTo>
                <a:cubicBezTo>
                  <a:pt x="1355982" y="681031"/>
                  <a:pt x="1329700" y="626879"/>
                  <a:pt x="1306240" y="619118"/>
                </a:cubicBezTo>
                <a:cubicBezTo>
                  <a:pt x="1282780" y="611357"/>
                  <a:pt x="1248561" y="618588"/>
                  <a:pt x="1232157" y="632876"/>
                </a:cubicBezTo>
                <a:cubicBezTo>
                  <a:pt x="1215753" y="647164"/>
                  <a:pt x="1211343" y="673269"/>
                  <a:pt x="1207815" y="704843"/>
                </a:cubicBezTo>
                <a:cubicBezTo>
                  <a:pt x="1204287" y="736417"/>
                  <a:pt x="1204816" y="785806"/>
                  <a:pt x="1210990" y="822318"/>
                </a:cubicBezTo>
                <a:cubicBezTo>
                  <a:pt x="1217164" y="858830"/>
                  <a:pt x="1224220" y="905926"/>
                  <a:pt x="1244857" y="923918"/>
                </a:cubicBezTo>
                <a:cubicBezTo>
                  <a:pt x="1265495" y="941910"/>
                  <a:pt x="1307651" y="939264"/>
                  <a:pt x="1334815" y="930268"/>
                </a:cubicBezTo>
                <a:cubicBezTo>
                  <a:pt x="1361979" y="921272"/>
                  <a:pt x="1393023" y="851951"/>
                  <a:pt x="1407840" y="869943"/>
                </a:cubicBezTo>
                <a:cubicBezTo>
                  <a:pt x="1422657" y="887935"/>
                  <a:pt x="1425303" y="963076"/>
                  <a:pt x="1423715" y="1038218"/>
                </a:cubicBezTo>
                <a:cubicBezTo>
                  <a:pt x="1422128" y="1113360"/>
                  <a:pt x="1411544" y="1248209"/>
                  <a:pt x="1398315" y="1320793"/>
                </a:cubicBezTo>
                <a:cubicBezTo>
                  <a:pt x="1385086" y="1393377"/>
                  <a:pt x="1366388" y="1450439"/>
                  <a:pt x="1344340" y="1473722"/>
                </a:cubicBezTo>
                <a:cubicBezTo>
                  <a:pt x="1322292" y="1497005"/>
                  <a:pt x="1313120" y="1473811"/>
                  <a:pt x="1266024" y="1460493"/>
                </a:cubicBezTo>
                <a:cubicBezTo>
                  <a:pt x="1218928" y="1447175"/>
                  <a:pt x="1130910" y="1426274"/>
                  <a:pt x="1080815" y="1422393"/>
                </a:cubicBezTo>
                <a:cubicBezTo>
                  <a:pt x="1030721" y="1418512"/>
                  <a:pt x="988740" y="1422392"/>
                  <a:pt x="965457" y="1437209"/>
                </a:cubicBezTo>
                <a:cubicBezTo>
                  <a:pt x="942174" y="1452026"/>
                  <a:pt x="935912" y="1481748"/>
                  <a:pt x="941115" y="1511293"/>
                </a:cubicBezTo>
                <a:cubicBezTo>
                  <a:pt x="946318" y="1540838"/>
                  <a:pt x="985565" y="1588552"/>
                  <a:pt x="996677" y="1614481"/>
                </a:cubicBezTo>
                <a:cubicBezTo>
                  <a:pt x="1007790" y="1640410"/>
                  <a:pt x="1011759" y="1649141"/>
                  <a:pt x="1007790" y="1666868"/>
                </a:cubicBezTo>
                <a:cubicBezTo>
                  <a:pt x="1003821" y="1684595"/>
                  <a:pt x="999323" y="1706556"/>
                  <a:pt x="972865" y="1720843"/>
                </a:cubicBezTo>
                <a:cubicBezTo>
                  <a:pt x="946407" y="1735130"/>
                  <a:pt x="898782" y="1750476"/>
                  <a:pt x="849040" y="1752593"/>
                </a:cubicBezTo>
                <a:cubicBezTo>
                  <a:pt x="799298" y="1754710"/>
                  <a:pt x="712780" y="1760001"/>
                  <a:pt x="674415" y="1733543"/>
                </a:cubicBezTo>
                <a:cubicBezTo>
                  <a:pt x="636051" y="1707085"/>
                  <a:pt x="614620" y="1626122"/>
                  <a:pt x="618853" y="1593843"/>
                </a:cubicBezTo>
                <a:cubicBezTo>
                  <a:pt x="623086" y="1561564"/>
                  <a:pt x="637903" y="1559976"/>
                  <a:pt x="652190" y="1539868"/>
                </a:cubicBezTo>
                <a:cubicBezTo>
                  <a:pt x="666477" y="1519760"/>
                  <a:pt x="710134" y="1490126"/>
                  <a:pt x="704578" y="1473193"/>
                </a:cubicBezTo>
                <a:cubicBezTo>
                  <a:pt x="699022" y="1456260"/>
                  <a:pt x="679972" y="1443030"/>
                  <a:pt x="618853" y="1438268"/>
                </a:cubicBezTo>
                <a:cubicBezTo>
                  <a:pt x="557734" y="1433506"/>
                  <a:pt x="402688" y="1443295"/>
                  <a:pt x="337865" y="1444618"/>
                </a:cubicBezTo>
                <a:lnTo>
                  <a:pt x="229915" y="1446205"/>
                </a:lnTo>
                <a:cubicBezTo>
                  <a:pt x="198165" y="1448322"/>
                  <a:pt x="154773" y="1467107"/>
                  <a:pt x="147365" y="1457318"/>
                </a:cubicBezTo>
                <a:cubicBezTo>
                  <a:pt x="139957" y="1447529"/>
                  <a:pt x="172236" y="1429272"/>
                  <a:pt x="185465" y="1387468"/>
                </a:cubicBezTo>
                <a:cubicBezTo>
                  <a:pt x="198694" y="1345664"/>
                  <a:pt x="212629" y="1273521"/>
                  <a:pt x="226740" y="1206493"/>
                </a:cubicBezTo>
                <a:cubicBezTo>
                  <a:pt x="240851" y="1139465"/>
                  <a:pt x="265369" y="1037336"/>
                  <a:pt x="270131" y="985301"/>
                </a:cubicBezTo>
                <a:cubicBezTo>
                  <a:pt x="274893" y="933266"/>
                  <a:pt x="268897" y="902399"/>
                  <a:pt x="255315" y="894285"/>
                </a:cubicBezTo>
                <a:cubicBezTo>
                  <a:pt x="241733" y="886171"/>
                  <a:pt x="213511" y="924271"/>
                  <a:pt x="188640" y="936618"/>
                </a:cubicBezTo>
                <a:cubicBezTo>
                  <a:pt x="163769" y="948965"/>
                  <a:pt x="134665" y="975247"/>
                  <a:pt x="106090" y="968368"/>
                </a:cubicBezTo>
                <a:cubicBezTo>
                  <a:pt x="77515" y="961489"/>
                  <a:pt x="34652" y="927093"/>
                  <a:pt x="17190" y="895343"/>
                </a:cubicBezTo>
                <a:cubicBezTo>
                  <a:pt x="-272" y="863593"/>
                  <a:pt x="-1860" y="814910"/>
                  <a:pt x="1315" y="777868"/>
                </a:cubicBezTo>
                <a:cubicBezTo>
                  <a:pt x="4490" y="740826"/>
                  <a:pt x="20012" y="696376"/>
                  <a:pt x="36240" y="673093"/>
                </a:cubicBezTo>
                <a:cubicBezTo>
                  <a:pt x="52468" y="649810"/>
                  <a:pt x="72224" y="637639"/>
                  <a:pt x="98682" y="638168"/>
                </a:cubicBezTo>
                <a:cubicBezTo>
                  <a:pt x="125140" y="638697"/>
                  <a:pt x="166239" y="664626"/>
                  <a:pt x="194990" y="676268"/>
                </a:cubicBezTo>
                <a:cubicBezTo>
                  <a:pt x="223741" y="687910"/>
                  <a:pt x="256903" y="717543"/>
                  <a:pt x="271190" y="708018"/>
                </a:cubicBezTo>
                <a:cubicBezTo>
                  <a:pt x="285477" y="698493"/>
                  <a:pt x="280715" y="671505"/>
                  <a:pt x="280715" y="619118"/>
                </a:cubicBezTo>
                <a:cubicBezTo>
                  <a:pt x="280715" y="566731"/>
                  <a:pt x="277540" y="463543"/>
                  <a:pt x="271190" y="393693"/>
                </a:cubicBezTo>
                <a:cubicBezTo>
                  <a:pt x="264840" y="323843"/>
                  <a:pt x="251611" y="252405"/>
                  <a:pt x="242615" y="200018"/>
                </a:cubicBezTo>
                <a:cubicBezTo>
                  <a:pt x="233619" y="147631"/>
                  <a:pt x="221272" y="117820"/>
                  <a:pt x="210865" y="85717"/>
                </a:cubicBezTo>
                <a:cubicBezTo>
                  <a:pt x="200458" y="53614"/>
                  <a:pt x="152833" y="20983"/>
                  <a:pt x="180173" y="7401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9631EE08-3B0D-9E9D-12BD-49144A403D34}"/>
              </a:ext>
            </a:extLst>
          </p:cNvPr>
          <p:cNvSpPr/>
          <p:nvPr/>
        </p:nvSpPr>
        <p:spPr>
          <a:xfrm>
            <a:off x="4439441" y="3496733"/>
            <a:ext cx="2234971" cy="1642953"/>
          </a:xfrm>
          <a:custGeom>
            <a:avLst/>
            <a:gdLst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906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80229 w 2240308"/>
              <a:gd name="connsiteY28" fmla="*/ 673101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91826 w 2234971"/>
              <a:gd name="connsiteY19" fmla="*/ 1494367 h 1643604"/>
              <a:gd name="connsiteX20" fmla="*/ 200292 w 2234971"/>
              <a:gd name="connsiteY20" fmla="*/ 1350434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91826 w 2234971"/>
              <a:gd name="connsiteY19" fmla="*/ 1494367 h 1643604"/>
              <a:gd name="connsiteX20" fmla="*/ 193942 w 2234971"/>
              <a:gd name="connsiteY20" fmla="*/ 134620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93942 w 2234971"/>
              <a:gd name="connsiteY20" fmla="*/ 134620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4526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0293 w 2234971"/>
              <a:gd name="connsiteY22" fmla="*/ 85301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470292 w 2234971"/>
              <a:gd name="connsiteY10" fmla="*/ 1473200 h 1642674"/>
              <a:gd name="connsiteX11" fmla="*/ 1419492 w 2234971"/>
              <a:gd name="connsiteY11" fmla="*/ 15113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19492 w 2234971"/>
              <a:gd name="connsiteY11" fmla="*/ 15113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19492 w 2234971"/>
              <a:gd name="connsiteY11" fmla="*/ 1526116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27959 w 2234971"/>
              <a:gd name="connsiteY11" fmla="*/ 15367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27959 w 2234971"/>
              <a:gd name="connsiteY11" fmla="*/ 15367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78709 w 2234971"/>
              <a:gd name="connsiteY17" fmla="*/ 1464733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76592 w 2234971"/>
              <a:gd name="connsiteY16" fmla="*/ 1528234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32192 w 2234971"/>
              <a:gd name="connsiteY11" fmla="*/ 1547284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36425 w 2234971"/>
              <a:gd name="connsiteY11" fmla="*/ 1553634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4971" h="1642953">
                <a:moveTo>
                  <a:pt x="115626" y="0"/>
                </a:moveTo>
                <a:lnTo>
                  <a:pt x="1030026" y="4234"/>
                </a:lnTo>
                <a:lnTo>
                  <a:pt x="1927492" y="8467"/>
                </a:lnTo>
                <a:cubicBezTo>
                  <a:pt x="2110936" y="12700"/>
                  <a:pt x="2082009" y="-1411"/>
                  <a:pt x="2130692" y="29634"/>
                </a:cubicBezTo>
                <a:cubicBezTo>
                  <a:pt x="2179375" y="60679"/>
                  <a:pt x="2204775" y="81140"/>
                  <a:pt x="2219592" y="194734"/>
                </a:cubicBezTo>
                <a:cubicBezTo>
                  <a:pt x="2234409" y="308328"/>
                  <a:pt x="2217475" y="501650"/>
                  <a:pt x="2219592" y="711200"/>
                </a:cubicBezTo>
                <a:cubicBezTo>
                  <a:pt x="2221709" y="920750"/>
                  <a:pt x="2242170" y="1308101"/>
                  <a:pt x="2232292" y="1452034"/>
                </a:cubicBezTo>
                <a:cubicBezTo>
                  <a:pt x="2222414" y="1595967"/>
                  <a:pt x="2209009" y="1562100"/>
                  <a:pt x="2160326" y="1574800"/>
                </a:cubicBezTo>
                <a:cubicBezTo>
                  <a:pt x="2111643" y="1587500"/>
                  <a:pt x="2016392" y="1545167"/>
                  <a:pt x="1940192" y="1528234"/>
                </a:cubicBezTo>
                <a:cubicBezTo>
                  <a:pt x="1863992" y="1511301"/>
                  <a:pt x="1794848" y="1482725"/>
                  <a:pt x="1703126" y="1473200"/>
                </a:cubicBezTo>
                <a:cubicBezTo>
                  <a:pt x="1611404" y="1463675"/>
                  <a:pt x="1434308" y="1457678"/>
                  <a:pt x="1389858" y="1471084"/>
                </a:cubicBezTo>
                <a:cubicBezTo>
                  <a:pt x="1345408" y="1484490"/>
                  <a:pt x="1432545" y="1528939"/>
                  <a:pt x="1436425" y="1553634"/>
                </a:cubicBezTo>
                <a:cubicBezTo>
                  <a:pt x="1440305" y="1578329"/>
                  <a:pt x="1419492" y="1592440"/>
                  <a:pt x="1400442" y="1606551"/>
                </a:cubicBezTo>
                <a:cubicBezTo>
                  <a:pt x="1381392" y="1620662"/>
                  <a:pt x="1362695" y="1633009"/>
                  <a:pt x="1322126" y="1638300"/>
                </a:cubicBezTo>
                <a:cubicBezTo>
                  <a:pt x="1281557" y="1643591"/>
                  <a:pt x="1200065" y="1645356"/>
                  <a:pt x="1157026" y="1638300"/>
                </a:cubicBezTo>
                <a:cubicBezTo>
                  <a:pt x="1113987" y="1631244"/>
                  <a:pt x="1073770" y="1613957"/>
                  <a:pt x="1063892" y="1595966"/>
                </a:cubicBezTo>
                <a:cubicBezTo>
                  <a:pt x="1054014" y="1577975"/>
                  <a:pt x="1080472" y="1545873"/>
                  <a:pt x="1097758" y="1530351"/>
                </a:cubicBezTo>
                <a:cubicBezTo>
                  <a:pt x="1115044" y="1514829"/>
                  <a:pt x="1142914" y="1473553"/>
                  <a:pt x="1078709" y="1464733"/>
                </a:cubicBezTo>
                <a:cubicBezTo>
                  <a:pt x="1014504" y="1455914"/>
                  <a:pt x="861751" y="1472495"/>
                  <a:pt x="712526" y="1477434"/>
                </a:cubicBezTo>
                <a:cubicBezTo>
                  <a:pt x="563301" y="1482373"/>
                  <a:pt x="271201" y="1517298"/>
                  <a:pt x="183359" y="1494367"/>
                </a:cubicBezTo>
                <a:cubicBezTo>
                  <a:pt x="95517" y="1471437"/>
                  <a:pt x="179125" y="1409348"/>
                  <a:pt x="185475" y="1339851"/>
                </a:cubicBezTo>
                <a:cubicBezTo>
                  <a:pt x="191825" y="1270354"/>
                  <a:pt x="218989" y="1158522"/>
                  <a:pt x="221459" y="1077383"/>
                </a:cubicBezTo>
                <a:cubicBezTo>
                  <a:pt x="223929" y="996244"/>
                  <a:pt x="212287" y="882297"/>
                  <a:pt x="200293" y="853017"/>
                </a:cubicBezTo>
                <a:cubicBezTo>
                  <a:pt x="188299" y="823737"/>
                  <a:pt x="176303" y="892175"/>
                  <a:pt x="149492" y="901700"/>
                </a:cubicBezTo>
                <a:cubicBezTo>
                  <a:pt x="122681" y="911225"/>
                  <a:pt x="64120" y="933450"/>
                  <a:pt x="39426" y="910167"/>
                </a:cubicBezTo>
                <a:cubicBezTo>
                  <a:pt x="14732" y="886884"/>
                  <a:pt x="4854" y="809272"/>
                  <a:pt x="1326" y="762000"/>
                </a:cubicBezTo>
                <a:cubicBezTo>
                  <a:pt x="-2202" y="714728"/>
                  <a:pt x="620" y="654051"/>
                  <a:pt x="18259" y="626534"/>
                </a:cubicBezTo>
                <a:cubicBezTo>
                  <a:pt x="35898" y="599017"/>
                  <a:pt x="81406" y="590197"/>
                  <a:pt x="107159" y="596900"/>
                </a:cubicBezTo>
                <a:cubicBezTo>
                  <a:pt x="132912" y="603603"/>
                  <a:pt x="155842" y="673806"/>
                  <a:pt x="172775" y="666751"/>
                </a:cubicBezTo>
                <a:cubicBezTo>
                  <a:pt x="189708" y="659696"/>
                  <a:pt x="205584" y="600781"/>
                  <a:pt x="208759" y="554567"/>
                </a:cubicBezTo>
                <a:cubicBezTo>
                  <a:pt x="211934" y="508353"/>
                  <a:pt x="197471" y="445206"/>
                  <a:pt x="191826" y="389467"/>
                </a:cubicBezTo>
                <a:cubicBezTo>
                  <a:pt x="186182" y="333728"/>
                  <a:pt x="181242" y="273051"/>
                  <a:pt x="174892" y="220134"/>
                </a:cubicBezTo>
                <a:cubicBezTo>
                  <a:pt x="168542" y="167217"/>
                  <a:pt x="155137" y="110067"/>
                  <a:pt x="147376" y="71967"/>
                </a:cubicBezTo>
                <a:cubicBezTo>
                  <a:pt x="139615" y="33867"/>
                  <a:pt x="137145" y="12700"/>
                  <a:pt x="115626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F92EB9DD-C315-09C4-16B4-59E946FBE547}"/>
              </a:ext>
            </a:extLst>
          </p:cNvPr>
          <p:cNvSpPr/>
          <p:nvPr/>
        </p:nvSpPr>
        <p:spPr>
          <a:xfrm>
            <a:off x="4537668" y="4955086"/>
            <a:ext cx="2176133" cy="1432067"/>
          </a:xfrm>
          <a:custGeom>
            <a:avLst/>
            <a:gdLst>
              <a:gd name="connsiteX0" fmla="*/ 4851 w 2176285"/>
              <a:gd name="connsiteY0" fmla="*/ 1388004 h 1442090"/>
              <a:gd name="connsiteX1" fmla="*/ 85284 w 2176285"/>
              <a:gd name="connsiteY1" fmla="*/ 13033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360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3601 w 2176285"/>
              <a:gd name="connsiteY4" fmla="*/ 799570 h 1442090"/>
              <a:gd name="connsiteX5" fmla="*/ 121267 w 2176285"/>
              <a:gd name="connsiteY5" fmla="*/ 829203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737 w 2176171"/>
              <a:gd name="connsiteY0" fmla="*/ 1388004 h 1442090"/>
              <a:gd name="connsiteX1" fmla="*/ 91520 w 2176171"/>
              <a:gd name="connsiteY1" fmla="*/ 1277937 h 1442090"/>
              <a:gd name="connsiteX2" fmla="*/ 125387 w 2176171"/>
              <a:gd name="connsiteY2" fmla="*/ 1150937 h 1442090"/>
              <a:gd name="connsiteX3" fmla="*/ 152903 w 2176171"/>
              <a:gd name="connsiteY3" fmla="*/ 964670 h 1442090"/>
              <a:gd name="connsiteX4" fmla="*/ 163487 w 2176171"/>
              <a:gd name="connsiteY4" fmla="*/ 799570 h 1442090"/>
              <a:gd name="connsiteX5" fmla="*/ 121153 w 2176171"/>
              <a:gd name="connsiteY5" fmla="*/ 829203 h 1442090"/>
              <a:gd name="connsiteX6" fmla="*/ 61887 w 2176171"/>
              <a:gd name="connsiteY6" fmla="*/ 896937 h 1442090"/>
              <a:gd name="connsiteX7" fmla="*/ 17437 w 2176171"/>
              <a:gd name="connsiteY7" fmla="*/ 837670 h 1442090"/>
              <a:gd name="connsiteX8" fmla="*/ 503 w 2176171"/>
              <a:gd name="connsiteY8" fmla="*/ 685270 h 1442090"/>
              <a:gd name="connsiteX9" fmla="*/ 34370 w 2176171"/>
              <a:gd name="connsiteY9" fmla="*/ 600604 h 1442090"/>
              <a:gd name="connsiteX10" fmla="*/ 59770 w 2176171"/>
              <a:gd name="connsiteY10" fmla="*/ 562504 h 1442090"/>
              <a:gd name="connsiteX11" fmla="*/ 119037 w 2176171"/>
              <a:gd name="connsiteY11" fmla="*/ 613304 h 1442090"/>
              <a:gd name="connsiteX12" fmla="*/ 144437 w 2176171"/>
              <a:gd name="connsiteY12" fmla="*/ 655637 h 1442090"/>
              <a:gd name="connsiteX13" fmla="*/ 152903 w 2176171"/>
              <a:gd name="connsiteY13" fmla="*/ 503237 h 1442090"/>
              <a:gd name="connsiteX14" fmla="*/ 131737 w 2176171"/>
              <a:gd name="connsiteY14" fmla="*/ 245004 h 1442090"/>
              <a:gd name="connsiteX15" fmla="*/ 93637 w 2176171"/>
              <a:gd name="connsiteY15" fmla="*/ 84137 h 1442090"/>
              <a:gd name="connsiteX16" fmla="*/ 72470 w 2176171"/>
              <a:gd name="connsiteY16" fmla="*/ 37570 h 1442090"/>
              <a:gd name="connsiteX17" fmla="*/ 152903 w 2176171"/>
              <a:gd name="connsiteY17" fmla="*/ 62970 h 1442090"/>
              <a:gd name="connsiteX18" fmla="*/ 470403 w 2176171"/>
              <a:gd name="connsiteY18" fmla="*/ 33337 h 1442090"/>
              <a:gd name="connsiteX19" fmla="*/ 690537 w 2176171"/>
              <a:gd name="connsiteY19" fmla="*/ 24870 h 1442090"/>
              <a:gd name="connsiteX20" fmla="*/ 902203 w 2176171"/>
              <a:gd name="connsiteY20" fmla="*/ 3704 h 1442090"/>
              <a:gd name="connsiteX21" fmla="*/ 1016503 w 2176171"/>
              <a:gd name="connsiteY21" fmla="*/ 12170 h 1442090"/>
              <a:gd name="connsiteX22" fmla="*/ 974170 w 2176171"/>
              <a:gd name="connsiteY22" fmla="*/ 118004 h 1442090"/>
              <a:gd name="connsiteX23" fmla="*/ 991103 w 2176171"/>
              <a:gd name="connsiteY23" fmla="*/ 156104 h 1442090"/>
              <a:gd name="connsiteX24" fmla="*/ 1135037 w 2176171"/>
              <a:gd name="connsiteY24" fmla="*/ 198437 h 1442090"/>
              <a:gd name="connsiteX25" fmla="*/ 1278970 w 2176171"/>
              <a:gd name="connsiteY25" fmla="*/ 168804 h 1442090"/>
              <a:gd name="connsiteX26" fmla="*/ 1355170 w 2176171"/>
              <a:gd name="connsiteY26" fmla="*/ 122237 h 1442090"/>
              <a:gd name="connsiteX27" fmla="*/ 1342470 w 2176171"/>
              <a:gd name="connsiteY27" fmla="*/ 67204 h 1442090"/>
              <a:gd name="connsiteX28" fmla="*/ 1295903 w 2176171"/>
              <a:gd name="connsiteY28" fmla="*/ 24870 h 1442090"/>
              <a:gd name="connsiteX29" fmla="*/ 1410203 w 2176171"/>
              <a:gd name="connsiteY29" fmla="*/ 12170 h 1442090"/>
              <a:gd name="connsiteX30" fmla="*/ 1651503 w 2176171"/>
              <a:gd name="connsiteY30" fmla="*/ 29104 h 1442090"/>
              <a:gd name="connsiteX31" fmla="*/ 1969003 w 2176171"/>
              <a:gd name="connsiteY31" fmla="*/ 109537 h 1442090"/>
              <a:gd name="connsiteX32" fmla="*/ 2121403 w 2176171"/>
              <a:gd name="connsiteY32" fmla="*/ 109537 h 1442090"/>
              <a:gd name="connsiteX33" fmla="*/ 2155270 w 2176171"/>
              <a:gd name="connsiteY33" fmla="*/ 185737 h 1442090"/>
              <a:gd name="connsiteX34" fmla="*/ 2163737 w 2176171"/>
              <a:gd name="connsiteY34" fmla="*/ 951970 h 1442090"/>
              <a:gd name="connsiteX35" fmla="*/ 2167970 w 2176171"/>
              <a:gd name="connsiteY35" fmla="*/ 1354137 h 1442090"/>
              <a:gd name="connsiteX36" fmla="*/ 2045203 w 2176171"/>
              <a:gd name="connsiteY36" fmla="*/ 1438804 h 1442090"/>
              <a:gd name="connsiteX37" fmla="*/ 1490637 w 2176171"/>
              <a:gd name="connsiteY37" fmla="*/ 1426104 h 1442090"/>
              <a:gd name="connsiteX38" fmla="*/ 902203 w 2176171"/>
              <a:gd name="connsiteY38" fmla="*/ 1404937 h 1442090"/>
              <a:gd name="connsiteX39" fmla="*/ 474637 w 2176171"/>
              <a:gd name="connsiteY39" fmla="*/ 1400704 h 1442090"/>
              <a:gd name="connsiteX40" fmla="*/ 174070 w 2176171"/>
              <a:gd name="connsiteY40" fmla="*/ 1396470 h 1442090"/>
              <a:gd name="connsiteX41" fmla="*/ 4737 w 2176171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118999 w 2176133"/>
              <a:gd name="connsiteY11" fmla="*/ 613304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112649 w 2176133"/>
              <a:gd name="connsiteY11" fmla="*/ 615421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4016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21266 w 2176133"/>
              <a:gd name="connsiteY27" fmla="*/ 77788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21266 w 2176133"/>
              <a:gd name="connsiteY27" fmla="*/ 77788 h 1442090"/>
              <a:gd name="connsiteX28" fmla="*/ 12831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46665 w 2176133"/>
              <a:gd name="connsiteY26" fmla="*/ 124353 h 1442090"/>
              <a:gd name="connsiteX27" fmla="*/ 1321266 w 2176133"/>
              <a:gd name="connsiteY27" fmla="*/ 77788 h 1442090"/>
              <a:gd name="connsiteX28" fmla="*/ 12831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46665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2136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2136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0231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072682 w 2176133"/>
              <a:gd name="connsiteY32" fmla="*/ 114322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072682 w 2176133"/>
              <a:gd name="connsiteY32" fmla="*/ 114322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74132 w 2176133"/>
              <a:gd name="connsiteY22" fmla="*/ 107981 h 1432067"/>
              <a:gd name="connsiteX23" fmla="*/ 991065 w 2176133"/>
              <a:gd name="connsiteY23" fmla="*/ 146081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74132 w 2176133"/>
              <a:gd name="connsiteY22" fmla="*/ 1079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65665 w 2176133"/>
              <a:gd name="connsiteY22" fmla="*/ 1206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65665 w 2176133"/>
              <a:gd name="connsiteY22" fmla="*/ 1206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176133" h="1432067">
                <a:moveTo>
                  <a:pt x="4699" y="1377981"/>
                </a:moveTo>
                <a:cubicBezTo>
                  <a:pt x="9991" y="1358226"/>
                  <a:pt x="71374" y="1307425"/>
                  <a:pt x="91482" y="1267914"/>
                </a:cubicBezTo>
                <a:cubicBezTo>
                  <a:pt x="111590" y="1228403"/>
                  <a:pt x="115119" y="1193125"/>
                  <a:pt x="125349" y="1140914"/>
                </a:cubicBezTo>
                <a:cubicBezTo>
                  <a:pt x="135579" y="1088703"/>
                  <a:pt x="146515" y="1013208"/>
                  <a:pt x="152865" y="954647"/>
                </a:cubicBezTo>
                <a:cubicBezTo>
                  <a:pt x="159215" y="896086"/>
                  <a:pt x="168741" y="812125"/>
                  <a:pt x="163449" y="789547"/>
                </a:cubicBezTo>
                <a:cubicBezTo>
                  <a:pt x="158157" y="766969"/>
                  <a:pt x="139107" y="803305"/>
                  <a:pt x="121115" y="819180"/>
                </a:cubicBezTo>
                <a:cubicBezTo>
                  <a:pt x="103123" y="835055"/>
                  <a:pt x="72785" y="883386"/>
                  <a:pt x="55499" y="884797"/>
                </a:cubicBezTo>
                <a:cubicBezTo>
                  <a:pt x="38213" y="886208"/>
                  <a:pt x="26571" y="862572"/>
                  <a:pt x="17399" y="827647"/>
                </a:cubicBezTo>
                <a:cubicBezTo>
                  <a:pt x="8227" y="792722"/>
                  <a:pt x="-2357" y="714758"/>
                  <a:pt x="465" y="675247"/>
                </a:cubicBezTo>
                <a:cubicBezTo>
                  <a:pt x="3287" y="635736"/>
                  <a:pt x="24454" y="611042"/>
                  <a:pt x="34332" y="590581"/>
                </a:cubicBezTo>
                <a:cubicBezTo>
                  <a:pt x="44210" y="570120"/>
                  <a:pt x="48796" y="550364"/>
                  <a:pt x="59732" y="552481"/>
                </a:cubicBezTo>
                <a:cubicBezTo>
                  <a:pt x="70668" y="554598"/>
                  <a:pt x="85838" y="587760"/>
                  <a:pt x="99949" y="603282"/>
                </a:cubicBezTo>
                <a:cubicBezTo>
                  <a:pt x="114060" y="618804"/>
                  <a:pt x="136638" y="664312"/>
                  <a:pt x="144399" y="645614"/>
                </a:cubicBezTo>
                <a:cubicBezTo>
                  <a:pt x="152160" y="626916"/>
                  <a:pt x="148279" y="550363"/>
                  <a:pt x="146515" y="491097"/>
                </a:cubicBezTo>
                <a:cubicBezTo>
                  <a:pt x="144751" y="431831"/>
                  <a:pt x="142635" y="359512"/>
                  <a:pt x="133816" y="290015"/>
                </a:cubicBezTo>
                <a:cubicBezTo>
                  <a:pt x="124997" y="220518"/>
                  <a:pt x="103830" y="117859"/>
                  <a:pt x="93599" y="74114"/>
                </a:cubicBezTo>
                <a:cubicBezTo>
                  <a:pt x="83368" y="30369"/>
                  <a:pt x="62554" y="32839"/>
                  <a:pt x="72432" y="27547"/>
                </a:cubicBezTo>
                <a:cubicBezTo>
                  <a:pt x="82310" y="22255"/>
                  <a:pt x="86543" y="43069"/>
                  <a:pt x="152865" y="42364"/>
                </a:cubicBezTo>
                <a:cubicBezTo>
                  <a:pt x="219187" y="41659"/>
                  <a:pt x="380759" y="27900"/>
                  <a:pt x="470365" y="23314"/>
                </a:cubicBezTo>
                <a:cubicBezTo>
                  <a:pt x="559971" y="18728"/>
                  <a:pt x="617121" y="18728"/>
                  <a:pt x="690499" y="14847"/>
                </a:cubicBezTo>
                <a:cubicBezTo>
                  <a:pt x="763877" y="10966"/>
                  <a:pt x="855246" y="-674"/>
                  <a:pt x="910632" y="31"/>
                </a:cubicBezTo>
                <a:cubicBezTo>
                  <a:pt x="966018" y="736"/>
                  <a:pt x="1013643" y="-1028"/>
                  <a:pt x="1022815" y="19080"/>
                </a:cubicBezTo>
                <a:cubicBezTo>
                  <a:pt x="1031987" y="39188"/>
                  <a:pt x="969546" y="97045"/>
                  <a:pt x="965665" y="120681"/>
                </a:cubicBezTo>
                <a:cubicBezTo>
                  <a:pt x="961785" y="144317"/>
                  <a:pt x="971310" y="149609"/>
                  <a:pt x="999532" y="160898"/>
                </a:cubicBezTo>
                <a:cubicBezTo>
                  <a:pt x="1027754" y="172187"/>
                  <a:pt x="1088432" y="188767"/>
                  <a:pt x="1134999" y="188414"/>
                </a:cubicBezTo>
                <a:cubicBezTo>
                  <a:pt x="1181566" y="188061"/>
                  <a:pt x="1245065" y="171128"/>
                  <a:pt x="1278932" y="158781"/>
                </a:cubicBezTo>
                <a:cubicBezTo>
                  <a:pt x="1312799" y="146434"/>
                  <a:pt x="1331143" y="129499"/>
                  <a:pt x="1338199" y="114330"/>
                </a:cubicBezTo>
                <a:cubicBezTo>
                  <a:pt x="1345255" y="99161"/>
                  <a:pt x="1330438" y="84346"/>
                  <a:pt x="1321266" y="67765"/>
                </a:cubicBezTo>
                <a:cubicBezTo>
                  <a:pt x="1312094" y="51184"/>
                  <a:pt x="1268349" y="25783"/>
                  <a:pt x="1283165" y="14847"/>
                </a:cubicBezTo>
                <a:cubicBezTo>
                  <a:pt x="1297981" y="3911"/>
                  <a:pt x="1348782" y="1441"/>
                  <a:pt x="1410165" y="2147"/>
                </a:cubicBezTo>
                <a:cubicBezTo>
                  <a:pt x="1471548" y="2853"/>
                  <a:pt x="1558332" y="2853"/>
                  <a:pt x="1651465" y="19081"/>
                </a:cubicBezTo>
                <a:cubicBezTo>
                  <a:pt x="1744598" y="35309"/>
                  <a:pt x="1898762" y="84697"/>
                  <a:pt x="1968965" y="99514"/>
                </a:cubicBezTo>
                <a:cubicBezTo>
                  <a:pt x="2039168" y="114331"/>
                  <a:pt x="2037405" y="112215"/>
                  <a:pt x="2072682" y="107981"/>
                </a:cubicBezTo>
                <a:cubicBezTo>
                  <a:pt x="2107959" y="103747"/>
                  <a:pt x="2140063" y="36720"/>
                  <a:pt x="2155232" y="175714"/>
                </a:cubicBezTo>
                <a:cubicBezTo>
                  <a:pt x="2170401" y="314708"/>
                  <a:pt x="2161582" y="747214"/>
                  <a:pt x="2163699" y="941947"/>
                </a:cubicBezTo>
                <a:cubicBezTo>
                  <a:pt x="2165816" y="1136680"/>
                  <a:pt x="2187688" y="1262975"/>
                  <a:pt x="2167932" y="1344114"/>
                </a:cubicBezTo>
                <a:cubicBezTo>
                  <a:pt x="2148176" y="1425253"/>
                  <a:pt x="2158054" y="1416787"/>
                  <a:pt x="2045165" y="1428781"/>
                </a:cubicBezTo>
                <a:cubicBezTo>
                  <a:pt x="1932276" y="1440776"/>
                  <a:pt x="1490599" y="1416081"/>
                  <a:pt x="1490599" y="1416081"/>
                </a:cubicBezTo>
                <a:lnTo>
                  <a:pt x="902165" y="1394914"/>
                </a:lnTo>
                <a:cubicBezTo>
                  <a:pt x="732832" y="1390681"/>
                  <a:pt x="474599" y="1390681"/>
                  <a:pt x="474599" y="1390681"/>
                </a:cubicBezTo>
                <a:lnTo>
                  <a:pt x="174032" y="1386447"/>
                </a:lnTo>
                <a:cubicBezTo>
                  <a:pt x="102065" y="1383625"/>
                  <a:pt x="-593" y="1397736"/>
                  <a:pt x="4699" y="1377981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1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D45D3-0ABA-0326-DA07-7D29703D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CC6F5F-21DE-9567-3DF9-3AD7C67B6CA3}"/>
              </a:ext>
            </a:extLst>
          </p:cNvPr>
          <p:cNvSpPr/>
          <p:nvPr/>
        </p:nvSpPr>
        <p:spPr>
          <a:xfrm>
            <a:off x="71156" y="3460945"/>
            <a:ext cx="1282587" cy="1726131"/>
          </a:xfrm>
          <a:custGeom>
            <a:avLst/>
            <a:gdLst>
              <a:gd name="connsiteX0" fmla="*/ 43077 w 1595568"/>
              <a:gd name="connsiteY0" fmla="*/ 84674 h 1717782"/>
              <a:gd name="connsiteX1" fmla="*/ 576477 w 1595568"/>
              <a:gd name="connsiteY1" fmla="*/ 79594 h 1717782"/>
              <a:gd name="connsiteX2" fmla="*/ 957477 w 1595568"/>
              <a:gd name="connsiteY2" fmla="*/ 69434 h 1717782"/>
              <a:gd name="connsiteX3" fmla="*/ 1343557 w 1595568"/>
              <a:gd name="connsiteY3" fmla="*/ 69434 h 1717782"/>
              <a:gd name="connsiteX4" fmla="*/ 1434997 w 1595568"/>
              <a:gd name="connsiteY4" fmla="*/ 74514 h 1717782"/>
              <a:gd name="connsiteX5" fmla="*/ 1480717 w 1595568"/>
              <a:gd name="connsiteY5" fmla="*/ 171034 h 1717782"/>
              <a:gd name="connsiteX6" fmla="*/ 1572157 w 1595568"/>
              <a:gd name="connsiteY6" fmla="*/ 364074 h 1717782"/>
              <a:gd name="connsiteX7" fmla="*/ 1582317 w 1595568"/>
              <a:gd name="connsiteY7" fmla="*/ 628234 h 1717782"/>
              <a:gd name="connsiteX8" fmla="*/ 1465477 w 1595568"/>
              <a:gd name="connsiteY8" fmla="*/ 633314 h 1717782"/>
              <a:gd name="connsiteX9" fmla="*/ 1318157 w 1595568"/>
              <a:gd name="connsiteY9" fmla="*/ 577434 h 1717782"/>
              <a:gd name="connsiteX10" fmla="*/ 1201317 w 1595568"/>
              <a:gd name="connsiteY10" fmla="*/ 694274 h 1717782"/>
              <a:gd name="connsiteX11" fmla="*/ 1211477 w 1595568"/>
              <a:gd name="connsiteY11" fmla="*/ 892394 h 1717782"/>
              <a:gd name="connsiteX12" fmla="*/ 1379117 w 1595568"/>
              <a:gd name="connsiteY12" fmla="*/ 968594 h 1717782"/>
              <a:gd name="connsiteX13" fmla="*/ 1480717 w 1595568"/>
              <a:gd name="connsiteY13" fmla="*/ 907634 h 1717782"/>
              <a:gd name="connsiteX14" fmla="*/ 1577237 w 1595568"/>
              <a:gd name="connsiteY14" fmla="*/ 912714 h 1717782"/>
              <a:gd name="connsiteX15" fmla="*/ 1587397 w 1595568"/>
              <a:gd name="connsiteY15" fmla="*/ 1131154 h 1717782"/>
              <a:gd name="connsiteX16" fmla="*/ 1485797 w 1595568"/>
              <a:gd name="connsiteY16" fmla="*/ 1369914 h 1717782"/>
              <a:gd name="connsiteX17" fmla="*/ 1434997 w 1595568"/>
              <a:gd name="connsiteY17" fmla="*/ 1466434 h 1717782"/>
              <a:gd name="connsiteX18" fmla="*/ 1313077 w 1595568"/>
              <a:gd name="connsiteY18" fmla="*/ 1425794 h 1717782"/>
              <a:gd name="connsiteX19" fmla="*/ 1155597 w 1595568"/>
              <a:gd name="connsiteY19" fmla="*/ 1354674 h 1717782"/>
              <a:gd name="connsiteX20" fmla="*/ 932077 w 1595568"/>
              <a:gd name="connsiteY20" fmla="*/ 1334354 h 1717782"/>
              <a:gd name="connsiteX21" fmla="*/ 866037 w 1595568"/>
              <a:gd name="connsiteY21" fmla="*/ 1390234 h 1717782"/>
              <a:gd name="connsiteX22" fmla="*/ 916837 w 1595568"/>
              <a:gd name="connsiteY22" fmla="*/ 1507074 h 1717782"/>
              <a:gd name="connsiteX23" fmla="*/ 937157 w 1595568"/>
              <a:gd name="connsiteY23" fmla="*/ 1623914 h 1717782"/>
              <a:gd name="connsiteX24" fmla="*/ 815237 w 1595568"/>
              <a:gd name="connsiteY24" fmla="*/ 1705194 h 1717782"/>
              <a:gd name="connsiteX25" fmla="*/ 667917 w 1595568"/>
              <a:gd name="connsiteY25" fmla="*/ 1710274 h 1717782"/>
              <a:gd name="connsiteX26" fmla="*/ 551077 w 1595568"/>
              <a:gd name="connsiteY26" fmla="*/ 1634074 h 1717782"/>
              <a:gd name="connsiteX27" fmla="*/ 540917 w 1595568"/>
              <a:gd name="connsiteY27" fmla="*/ 1522314 h 1717782"/>
              <a:gd name="connsiteX28" fmla="*/ 612037 w 1595568"/>
              <a:gd name="connsiteY28" fmla="*/ 1395314 h 1717782"/>
              <a:gd name="connsiteX29" fmla="*/ 535837 w 1595568"/>
              <a:gd name="connsiteY29" fmla="*/ 1329274 h 1717782"/>
              <a:gd name="connsiteX30" fmla="*/ 312317 w 1595568"/>
              <a:gd name="connsiteY30" fmla="*/ 1349594 h 1717782"/>
              <a:gd name="connsiteX31" fmla="*/ 154837 w 1595568"/>
              <a:gd name="connsiteY31" fmla="*/ 1425794 h 1717782"/>
              <a:gd name="connsiteX32" fmla="*/ 83717 w 1595568"/>
              <a:gd name="connsiteY32" fmla="*/ 1471514 h 1717782"/>
              <a:gd name="connsiteX33" fmla="*/ 37997 w 1595568"/>
              <a:gd name="connsiteY33" fmla="*/ 1471514 h 1717782"/>
              <a:gd name="connsiteX34" fmla="*/ 32917 w 1595568"/>
              <a:gd name="connsiteY34" fmla="*/ 1212434 h 1717782"/>
              <a:gd name="connsiteX35" fmla="*/ 43077 w 1595568"/>
              <a:gd name="connsiteY35" fmla="*/ 84674 h 1717782"/>
              <a:gd name="connsiteX0" fmla="*/ 42868 w 1595359"/>
              <a:gd name="connsiteY0" fmla="*/ 112493 h 1654161"/>
              <a:gd name="connsiteX1" fmla="*/ 576268 w 1595359"/>
              <a:gd name="connsiteY1" fmla="*/ 15973 h 1654161"/>
              <a:gd name="connsiteX2" fmla="*/ 957268 w 1595359"/>
              <a:gd name="connsiteY2" fmla="*/ 5813 h 1654161"/>
              <a:gd name="connsiteX3" fmla="*/ 1343348 w 1595359"/>
              <a:gd name="connsiteY3" fmla="*/ 5813 h 1654161"/>
              <a:gd name="connsiteX4" fmla="*/ 1434788 w 1595359"/>
              <a:gd name="connsiteY4" fmla="*/ 10893 h 1654161"/>
              <a:gd name="connsiteX5" fmla="*/ 1480508 w 1595359"/>
              <a:gd name="connsiteY5" fmla="*/ 107413 h 1654161"/>
              <a:gd name="connsiteX6" fmla="*/ 1571948 w 1595359"/>
              <a:gd name="connsiteY6" fmla="*/ 300453 h 1654161"/>
              <a:gd name="connsiteX7" fmla="*/ 1582108 w 1595359"/>
              <a:gd name="connsiteY7" fmla="*/ 564613 h 1654161"/>
              <a:gd name="connsiteX8" fmla="*/ 1465268 w 1595359"/>
              <a:gd name="connsiteY8" fmla="*/ 569693 h 1654161"/>
              <a:gd name="connsiteX9" fmla="*/ 1317948 w 1595359"/>
              <a:gd name="connsiteY9" fmla="*/ 513813 h 1654161"/>
              <a:gd name="connsiteX10" fmla="*/ 1201108 w 1595359"/>
              <a:gd name="connsiteY10" fmla="*/ 630653 h 1654161"/>
              <a:gd name="connsiteX11" fmla="*/ 1211268 w 1595359"/>
              <a:gd name="connsiteY11" fmla="*/ 828773 h 1654161"/>
              <a:gd name="connsiteX12" fmla="*/ 1378908 w 1595359"/>
              <a:gd name="connsiteY12" fmla="*/ 904973 h 1654161"/>
              <a:gd name="connsiteX13" fmla="*/ 1480508 w 1595359"/>
              <a:gd name="connsiteY13" fmla="*/ 844013 h 1654161"/>
              <a:gd name="connsiteX14" fmla="*/ 1577028 w 1595359"/>
              <a:gd name="connsiteY14" fmla="*/ 849093 h 1654161"/>
              <a:gd name="connsiteX15" fmla="*/ 1587188 w 1595359"/>
              <a:gd name="connsiteY15" fmla="*/ 1067533 h 1654161"/>
              <a:gd name="connsiteX16" fmla="*/ 1485588 w 1595359"/>
              <a:gd name="connsiteY16" fmla="*/ 1306293 h 1654161"/>
              <a:gd name="connsiteX17" fmla="*/ 1434788 w 1595359"/>
              <a:gd name="connsiteY17" fmla="*/ 1402813 h 1654161"/>
              <a:gd name="connsiteX18" fmla="*/ 1312868 w 1595359"/>
              <a:gd name="connsiteY18" fmla="*/ 1362173 h 1654161"/>
              <a:gd name="connsiteX19" fmla="*/ 1155388 w 1595359"/>
              <a:gd name="connsiteY19" fmla="*/ 1291053 h 1654161"/>
              <a:gd name="connsiteX20" fmla="*/ 931868 w 1595359"/>
              <a:gd name="connsiteY20" fmla="*/ 1270733 h 1654161"/>
              <a:gd name="connsiteX21" fmla="*/ 865828 w 1595359"/>
              <a:gd name="connsiteY21" fmla="*/ 1326613 h 1654161"/>
              <a:gd name="connsiteX22" fmla="*/ 916628 w 1595359"/>
              <a:gd name="connsiteY22" fmla="*/ 1443453 h 1654161"/>
              <a:gd name="connsiteX23" fmla="*/ 936948 w 1595359"/>
              <a:gd name="connsiteY23" fmla="*/ 1560293 h 1654161"/>
              <a:gd name="connsiteX24" fmla="*/ 815028 w 1595359"/>
              <a:gd name="connsiteY24" fmla="*/ 1641573 h 1654161"/>
              <a:gd name="connsiteX25" fmla="*/ 667708 w 1595359"/>
              <a:gd name="connsiteY25" fmla="*/ 1646653 h 1654161"/>
              <a:gd name="connsiteX26" fmla="*/ 550868 w 1595359"/>
              <a:gd name="connsiteY26" fmla="*/ 1570453 h 1654161"/>
              <a:gd name="connsiteX27" fmla="*/ 540708 w 1595359"/>
              <a:gd name="connsiteY27" fmla="*/ 1458693 h 1654161"/>
              <a:gd name="connsiteX28" fmla="*/ 611828 w 1595359"/>
              <a:gd name="connsiteY28" fmla="*/ 1331693 h 1654161"/>
              <a:gd name="connsiteX29" fmla="*/ 535628 w 1595359"/>
              <a:gd name="connsiteY29" fmla="*/ 1265653 h 1654161"/>
              <a:gd name="connsiteX30" fmla="*/ 312108 w 1595359"/>
              <a:gd name="connsiteY30" fmla="*/ 1285973 h 1654161"/>
              <a:gd name="connsiteX31" fmla="*/ 154628 w 1595359"/>
              <a:gd name="connsiteY31" fmla="*/ 1362173 h 1654161"/>
              <a:gd name="connsiteX32" fmla="*/ 83508 w 1595359"/>
              <a:gd name="connsiteY32" fmla="*/ 1407893 h 1654161"/>
              <a:gd name="connsiteX33" fmla="*/ 37788 w 1595359"/>
              <a:gd name="connsiteY33" fmla="*/ 1407893 h 1654161"/>
              <a:gd name="connsiteX34" fmla="*/ 32708 w 1595359"/>
              <a:gd name="connsiteY34" fmla="*/ 1148813 h 1654161"/>
              <a:gd name="connsiteX35" fmla="*/ 42868 w 1595359"/>
              <a:gd name="connsiteY35" fmla="*/ 112493 h 1654161"/>
              <a:gd name="connsiteX0" fmla="*/ 48936 w 1601427"/>
              <a:gd name="connsiteY0" fmla="*/ 110461 h 1652129"/>
              <a:gd name="connsiteX1" fmla="*/ 582336 w 1601427"/>
              <a:gd name="connsiteY1" fmla="*/ 13941 h 1652129"/>
              <a:gd name="connsiteX2" fmla="*/ 963336 w 1601427"/>
              <a:gd name="connsiteY2" fmla="*/ 3781 h 1652129"/>
              <a:gd name="connsiteX3" fmla="*/ 1349416 w 1601427"/>
              <a:gd name="connsiteY3" fmla="*/ 3781 h 1652129"/>
              <a:gd name="connsiteX4" fmla="*/ 1440856 w 1601427"/>
              <a:gd name="connsiteY4" fmla="*/ 8861 h 1652129"/>
              <a:gd name="connsiteX5" fmla="*/ 1486576 w 1601427"/>
              <a:gd name="connsiteY5" fmla="*/ 105381 h 1652129"/>
              <a:gd name="connsiteX6" fmla="*/ 1578016 w 1601427"/>
              <a:gd name="connsiteY6" fmla="*/ 298421 h 1652129"/>
              <a:gd name="connsiteX7" fmla="*/ 1588176 w 1601427"/>
              <a:gd name="connsiteY7" fmla="*/ 562581 h 1652129"/>
              <a:gd name="connsiteX8" fmla="*/ 1471336 w 1601427"/>
              <a:gd name="connsiteY8" fmla="*/ 567661 h 1652129"/>
              <a:gd name="connsiteX9" fmla="*/ 1324016 w 1601427"/>
              <a:gd name="connsiteY9" fmla="*/ 511781 h 1652129"/>
              <a:gd name="connsiteX10" fmla="*/ 1207176 w 1601427"/>
              <a:gd name="connsiteY10" fmla="*/ 628621 h 1652129"/>
              <a:gd name="connsiteX11" fmla="*/ 1217336 w 1601427"/>
              <a:gd name="connsiteY11" fmla="*/ 826741 h 1652129"/>
              <a:gd name="connsiteX12" fmla="*/ 1384976 w 1601427"/>
              <a:gd name="connsiteY12" fmla="*/ 902941 h 1652129"/>
              <a:gd name="connsiteX13" fmla="*/ 1486576 w 1601427"/>
              <a:gd name="connsiteY13" fmla="*/ 841981 h 1652129"/>
              <a:gd name="connsiteX14" fmla="*/ 1583096 w 1601427"/>
              <a:gd name="connsiteY14" fmla="*/ 847061 h 1652129"/>
              <a:gd name="connsiteX15" fmla="*/ 1593256 w 1601427"/>
              <a:gd name="connsiteY15" fmla="*/ 1065501 h 1652129"/>
              <a:gd name="connsiteX16" fmla="*/ 1491656 w 1601427"/>
              <a:gd name="connsiteY16" fmla="*/ 1304261 h 1652129"/>
              <a:gd name="connsiteX17" fmla="*/ 1440856 w 1601427"/>
              <a:gd name="connsiteY17" fmla="*/ 1400781 h 1652129"/>
              <a:gd name="connsiteX18" fmla="*/ 1318936 w 1601427"/>
              <a:gd name="connsiteY18" fmla="*/ 1360141 h 1652129"/>
              <a:gd name="connsiteX19" fmla="*/ 1161456 w 1601427"/>
              <a:gd name="connsiteY19" fmla="*/ 1289021 h 1652129"/>
              <a:gd name="connsiteX20" fmla="*/ 937936 w 1601427"/>
              <a:gd name="connsiteY20" fmla="*/ 1268701 h 1652129"/>
              <a:gd name="connsiteX21" fmla="*/ 871896 w 1601427"/>
              <a:gd name="connsiteY21" fmla="*/ 1324581 h 1652129"/>
              <a:gd name="connsiteX22" fmla="*/ 922696 w 1601427"/>
              <a:gd name="connsiteY22" fmla="*/ 1441421 h 1652129"/>
              <a:gd name="connsiteX23" fmla="*/ 943016 w 1601427"/>
              <a:gd name="connsiteY23" fmla="*/ 1558261 h 1652129"/>
              <a:gd name="connsiteX24" fmla="*/ 821096 w 1601427"/>
              <a:gd name="connsiteY24" fmla="*/ 1639541 h 1652129"/>
              <a:gd name="connsiteX25" fmla="*/ 673776 w 1601427"/>
              <a:gd name="connsiteY25" fmla="*/ 1644621 h 1652129"/>
              <a:gd name="connsiteX26" fmla="*/ 556936 w 1601427"/>
              <a:gd name="connsiteY26" fmla="*/ 1568421 h 1652129"/>
              <a:gd name="connsiteX27" fmla="*/ 546776 w 1601427"/>
              <a:gd name="connsiteY27" fmla="*/ 1456661 h 1652129"/>
              <a:gd name="connsiteX28" fmla="*/ 617896 w 1601427"/>
              <a:gd name="connsiteY28" fmla="*/ 1329661 h 1652129"/>
              <a:gd name="connsiteX29" fmla="*/ 541696 w 1601427"/>
              <a:gd name="connsiteY29" fmla="*/ 1263621 h 1652129"/>
              <a:gd name="connsiteX30" fmla="*/ 318176 w 1601427"/>
              <a:gd name="connsiteY30" fmla="*/ 1283941 h 1652129"/>
              <a:gd name="connsiteX31" fmla="*/ 160696 w 1601427"/>
              <a:gd name="connsiteY31" fmla="*/ 1360141 h 1652129"/>
              <a:gd name="connsiteX32" fmla="*/ 89576 w 1601427"/>
              <a:gd name="connsiteY32" fmla="*/ 1405861 h 1652129"/>
              <a:gd name="connsiteX33" fmla="*/ 43856 w 1601427"/>
              <a:gd name="connsiteY33" fmla="*/ 1405861 h 1652129"/>
              <a:gd name="connsiteX34" fmla="*/ 23536 w 1601427"/>
              <a:gd name="connsiteY34" fmla="*/ 770861 h 1652129"/>
              <a:gd name="connsiteX35" fmla="*/ 48936 w 1601427"/>
              <a:gd name="connsiteY35" fmla="*/ 110461 h 1652129"/>
              <a:gd name="connsiteX0" fmla="*/ 45973 w 1608624"/>
              <a:gd name="connsiteY0" fmla="*/ 79981 h 1652129"/>
              <a:gd name="connsiteX1" fmla="*/ 589533 w 1608624"/>
              <a:gd name="connsiteY1" fmla="*/ 13941 h 1652129"/>
              <a:gd name="connsiteX2" fmla="*/ 970533 w 1608624"/>
              <a:gd name="connsiteY2" fmla="*/ 3781 h 1652129"/>
              <a:gd name="connsiteX3" fmla="*/ 1356613 w 1608624"/>
              <a:gd name="connsiteY3" fmla="*/ 3781 h 1652129"/>
              <a:gd name="connsiteX4" fmla="*/ 1448053 w 1608624"/>
              <a:gd name="connsiteY4" fmla="*/ 8861 h 1652129"/>
              <a:gd name="connsiteX5" fmla="*/ 1493773 w 1608624"/>
              <a:gd name="connsiteY5" fmla="*/ 105381 h 1652129"/>
              <a:gd name="connsiteX6" fmla="*/ 1585213 w 1608624"/>
              <a:gd name="connsiteY6" fmla="*/ 298421 h 1652129"/>
              <a:gd name="connsiteX7" fmla="*/ 1595373 w 1608624"/>
              <a:gd name="connsiteY7" fmla="*/ 562581 h 1652129"/>
              <a:gd name="connsiteX8" fmla="*/ 1478533 w 1608624"/>
              <a:gd name="connsiteY8" fmla="*/ 567661 h 1652129"/>
              <a:gd name="connsiteX9" fmla="*/ 1331213 w 1608624"/>
              <a:gd name="connsiteY9" fmla="*/ 511781 h 1652129"/>
              <a:gd name="connsiteX10" fmla="*/ 1214373 w 1608624"/>
              <a:gd name="connsiteY10" fmla="*/ 628621 h 1652129"/>
              <a:gd name="connsiteX11" fmla="*/ 1224533 w 1608624"/>
              <a:gd name="connsiteY11" fmla="*/ 826741 h 1652129"/>
              <a:gd name="connsiteX12" fmla="*/ 1392173 w 1608624"/>
              <a:gd name="connsiteY12" fmla="*/ 902941 h 1652129"/>
              <a:gd name="connsiteX13" fmla="*/ 1493773 w 1608624"/>
              <a:gd name="connsiteY13" fmla="*/ 841981 h 1652129"/>
              <a:gd name="connsiteX14" fmla="*/ 1590293 w 1608624"/>
              <a:gd name="connsiteY14" fmla="*/ 847061 h 1652129"/>
              <a:gd name="connsiteX15" fmla="*/ 1600453 w 1608624"/>
              <a:gd name="connsiteY15" fmla="*/ 1065501 h 1652129"/>
              <a:gd name="connsiteX16" fmla="*/ 1498853 w 1608624"/>
              <a:gd name="connsiteY16" fmla="*/ 1304261 h 1652129"/>
              <a:gd name="connsiteX17" fmla="*/ 1448053 w 1608624"/>
              <a:gd name="connsiteY17" fmla="*/ 1400781 h 1652129"/>
              <a:gd name="connsiteX18" fmla="*/ 1326133 w 1608624"/>
              <a:gd name="connsiteY18" fmla="*/ 1360141 h 1652129"/>
              <a:gd name="connsiteX19" fmla="*/ 1168653 w 1608624"/>
              <a:gd name="connsiteY19" fmla="*/ 1289021 h 1652129"/>
              <a:gd name="connsiteX20" fmla="*/ 945133 w 1608624"/>
              <a:gd name="connsiteY20" fmla="*/ 1268701 h 1652129"/>
              <a:gd name="connsiteX21" fmla="*/ 879093 w 1608624"/>
              <a:gd name="connsiteY21" fmla="*/ 1324581 h 1652129"/>
              <a:gd name="connsiteX22" fmla="*/ 929893 w 1608624"/>
              <a:gd name="connsiteY22" fmla="*/ 1441421 h 1652129"/>
              <a:gd name="connsiteX23" fmla="*/ 950213 w 1608624"/>
              <a:gd name="connsiteY23" fmla="*/ 1558261 h 1652129"/>
              <a:gd name="connsiteX24" fmla="*/ 828293 w 1608624"/>
              <a:gd name="connsiteY24" fmla="*/ 1639541 h 1652129"/>
              <a:gd name="connsiteX25" fmla="*/ 680973 w 1608624"/>
              <a:gd name="connsiteY25" fmla="*/ 1644621 h 1652129"/>
              <a:gd name="connsiteX26" fmla="*/ 564133 w 1608624"/>
              <a:gd name="connsiteY26" fmla="*/ 1568421 h 1652129"/>
              <a:gd name="connsiteX27" fmla="*/ 553973 w 1608624"/>
              <a:gd name="connsiteY27" fmla="*/ 1456661 h 1652129"/>
              <a:gd name="connsiteX28" fmla="*/ 625093 w 1608624"/>
              <a:gd name="connsiteY28" fmla="*/ 1329661 h 1652129"/>
              <a:gd name="connsiteX29" fmla="*/ 548893 w 1608624"/>
              <a:gd name="connsiteY29" fmla="*/ 1263621 h 1652129"/>
              <a:gd name="connsiteX30" fmla="*/ 325373 w 1608624"/>
              <a:gd name="connsiteY30" fmla="*/ 1283941 h 1652129"/>
              <a:gd name="connsiteX31" fmla="*/ 167893 w 1608624"/>
              <a:gd name="connsiteY31" fmla="*/ 1360141 h 1652129"/>
              <a:gd name="connsiteX32" fmla="*/ 96773 w 1608624"/>
              <a:gd name="connsiteY32" fmla="*/ 1405861 h 1652129"/>
              <a:gd name="connsiteX33" fmla="*/ 51053 w 1608624"/>
              <a:gd name="connsiteY33" fmla="*/ 1405861 h 1652129"/>
              <a:gd name="connsiteX34" fmla="*/ 30733 w 1608624"/>
              <a:gd name="connsiteY34" fmla="*/ 770861 h 1652129"/>
              <a:gd name="connsiteX35" fmla="*/ 45973 w 1608624"/>
              <a:gd name="connsiteY35" fmla="*/ 79981 h 1652129"/>
              <a:gd name="connsiteX0" fmla="*/ 30488 w 1593139"/>
              <a:gd name="connsiteY0" fmla="*/ 79981 h 1652129"/>
              <a:gd name="connsiteX1" fmla="*/ 574048 w 1593139"/>
              <a:gd name="connsiteY1" fmla="*/ 13941 h 1652129"/>
              <a:gd name="connsiteX2" fmla="*/ 955048 w 1593139"/>
              <a:gd name="connsiteY2" fmla="*/ 3781 h 1652129"/>
              <a:gd name="connsiteX3" fmla="*/ 1341128 w 1593139"/>
              <a:gd name="connsiteY3" fmla="*/ 3781 h 1652129"/>
              <a:gd name="connsiteX4" fmla="*/ 1432568 w 1593139"/>
              <a:gd name="connsiteY4" fmla="*/ 8861 h 1652129"/>
              <a:gd name="connsiteX5" fmla="*/ 1478288 w 1593139"/>
              <a:gd name="connsiteY5" fmla="*/ 105381 h 1652129"/>
              <a:gd name="connsiteX6" fmla="*/ 1569728 w 1593139"/>
              <a:gd name="connsiteY6" fmla="*/ 298421 h 1652129"/>
              <a:gd name="connsiteX7" fmla="*/ 1579888 w 1593139"/>
              <a:gd name="connsiteY7" fmla="*/ 562581 h 1652129"/>
              <a:gd name="connsiteX8" fmla="*/ 1463048 w 1593139"/>
              <a:gd name="connsiteY8" fmla="*/ 567661 h 1652129"/>
              <a:gd name="connsiteX9" fmla="*/ 1315728 w 1593139"/>
              <a:gd name="connsiteY9" fmla="*/ 511781 h 1652129"/>
              <a:gd name="connsiteX10" fmla="*/ 1198888 w 1593139"/>
              <a:gd name="connsiteY10" fmla="*/ 628621 h 1652129"/>
              <a:gd name="connsiteX11" fmla="*/ 1209048 w 1593139"/>
              <a:gd name="connsiteY11" fmla="*/ 826741 h 1652129"/>
              <a:gd name="connsiteX12" fmla="*/ 1376688 w 1593139"/>
              <a:gd name="connsiteY12" fmla="*/ 902941 h 1652129"/>
              <a:gd name="connsiteX13" fmla="*/ 1478288 w 1593139"/>
              <a:gd name="connsiteY13" fmla="*/ 841981 h 1652129"/>
              <a:gd name="connsiteX14" fmla="*/ 1574808 w 1593139"/>
              <a:gd name="connsiteY14" fmla="*/ 847061 h 1652129"/>
              <a:gd name="connsiteX15" fmla="*/ 1584968 w 1593139"/>
              <a:gd name="connsiteY15" fmla="*/ 1065501 h 1652129"/>
              <a:gd name="connsiteX16" fmla="*/ 1483368 w 1593139"/>
              <a:gd name="connsiteY16" fmla="*/ 1304261 h 1652129"/>
              <a:gd name="connsiteX17" fmla="*/ 1432568 w 1593139"/>
              <a:gd name="connsiteY17" fmla="*/ 1400781 h 1652129"/>
              <a:gd name="connsiteX18" fmla="*/ 1310648 w 1593139"/>
              <a:gd name="connsiteY18" fmla="*/ 1360141 h 1652129"/>
              <a:gd name="connsiteX19" fmla="*/ 1153168 w 1593139"/>
              <a:gd name="connsiteY19" fmla="*/ 1289021 h 1652129"/>
              <a:gd name="connsiteX20" fmla="*/ 929648 w 1593139"/>
              <a:gd name="connsiteY20" fmla="*/ 1268701 h 1652129"/>
              <a:gd name="connsiteX21" fmla="*/ 863608 w 1593139"/>
              <a:gd name="connsiteY21" fmla="*/ 1324581 h 1652129"/>
              <a:gd name="connsiteX22" fmla="*/ 914408 w 1593139"/>
              <a:gd name="connsiteY22" fmla="*/ 1441421 h 1652129"/>
              <a:gd name="connsiteX23" fmla="*/ 934728 w 1593139"/>
              <a:gd name="connsiteY23" fmla="*/ 1558261 h 1652129"/>
              <a:gd name="connsiteX24" fmla="*/ 812808 w 1593139"/>
              <a:gd name="connsiteY24" fmla="*/ 1639541 h 1652129"/>
              <a:gd name="connsiteX25" fmla="*/ 665488 w 1593139"/>
              <a:gd name="connsiteY25" fmla="*/ 1644621 h 1652129"/>
              <a:gd name="connsiteX26" fmla="*/ 548648 w 1593139"/>
              <a:gd name="connsiteY26" fmla="*/ 1568421 h 1652129"/>
              <a:gd name="connsiteX27" fmla="*/ 538488 w 1593139"/>
              <a:gd name="connsiteY27" fmla="*/ 1456661 h 1652129"/>
              <a:gd name="connsiteX28" fmla="*/ 609608 w 1593139"/>
              <a:gd name="connsiteY28" fmla="*/ 1329661 h 1652129"/>
              <a:gd name="connsiteX29" fmla="*/ 533408 w 1593139"/>
              <a:gd name="connsiteY29" fmla="*/ 1263621 h 1652129"/>
              <a:gd name="connsiteX30" fmla="*/ 309888 w 1593139"/>
              <a:gd name="connsiteY30" fmla="*/ 1283941 h 1652129"/>
              <a:gd name="connsiteX31" fmla="*/ 152408 w 1593139"/>
              <a:gd name="connsiteY31" fmla="*/ 1360141 h 1652129"/>
              <a:gd name="connsiteX32" fmla="*/ 81288 w 1593139"/>
              <a:gd name="connsiteY32" fmla="*/ 1405861 h 1652129"/>
              <a:gd name="connsiteX33" fmla="*/ 35568 w 1593139"/>
              <a:gd name="connsiteY33" fmla="*/ 1405861 h 1652129"/>
              <a:gd name="connsiteX34" fmla="*/ 15248 w 1593139"/>
              <a:gd name="connsiteY34" fmla="*/ 770861 h 1652129"/>
              <a:gd name="connsiteX35" fmla="*/ 30488 w 1593139"/>
              <a:gd name="connsiteY35" fmla="*/ 79981 h 1652129"/>
              <a:gd name="connsiteX0" fmla="*/ 26171 w 1588822"/>
              <a:gd name="connsiteY0" fmla="*/ 79981 h 1652129"/>
              <a:gd name="connsiteX1" fmla="*/ 56973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6171 w 1588822"/>
              <a:gd name="connsiteY0" fmla="*/ 79981 h 1652129"/>
              <a:gd name="connsiteX1" fmla="*/ 29541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6171 w 1588822"/>
              <a:gd name="connsiteY0" fmla="*/ 79981 h 1652129"/>
              <a:gd name="connsiteX1" fmla="*/ 295411 w 1588822"/>
              <a:gd name="connsiteY1" fmla="*/ 13941 h 1652129"/>
              <a:gd name="connsiteX2" fmla="*/ 950731 w 1588822"/>
              <a:gd name="connsiteY2" fmla="*/ 3781 h 1652129"/>
              <a:gd name="connsiteX3" fmla="*/ 1336811 w 1588822"/>
              <a:gd name="connsiteY3" fmla="*/ 3781 h 1652129"/>
              <a:gd name="connsiteX4" fmla="*/ 1428251 w 1588822"/>
              <a:gd name="connsiteY4" fmla="*/ 8861 h 1652129"/>
              <a:gd name="connsiteX5" fmla="*/ 1473971 w 1588822"/>
              <a:gd name="connsiteY5" fmla="*/ 105381 h 1652129"/>
              <a:gd name="connsiteX6" fmla="*/ 1565411 w 1588822"/>
              <a:gd name="connsiteY6" fmla="*/ 298421 h 1652129"/>
              <a:gd name="connsiteX7" fmla="*/ 1575571 w 1588822"/>
              <a:gd name="connsiteY7" fmla="*/ 562581 h 1652129"/>
              <a:gd name="connsiteX8" fmla="*/ 1458731 w 1588822"/>
              <a:gd name="connsiteY8" fmla="*/ 567661 h 1652129"/>
              <a:gd name="connsiteX9" fmla="*/ 1311411 w 1588822"/>
              <a:gd name="connsiteY9" fmla="*/ 511781 h 1652129"/>
              <a:gd name="connsiteX10" fmla="*/ 1194571 w 1588822"/>
              <a:gd name="connsiteY10" fmla="*/ 628621 h 1652129"/>
              <a:gd name="connsiteX11" fmla="*/ 1204731 w 1588822"/>
              <a:gd name="connsiteY11" fmla="*/ 826741 h 1652129"/>
              <a:gd name="connsiteX12" fmla="*/ 1372371 w 1588822"/>
              <a:gd name="connsiteY12" fmla="*/ 902941 h 1652129"/>
              <a:gd name="connsiteX13" fmla="*/ 1473971 w 1588822"/>
              <a:gd name="connsiteY13" fmla="*/ 841981 h 1652129"/>
              <a:gd name="connsiteX14" fmla="*/ 1570491 w 1588822"/>
              <a:gd name="connsiteY14" fmla="*/ 847061 h 1652129"/>
              <a:gd name="connsiteX15" fmla="*/ 1580651 w 1588822"/>
              <a:gd name="connsiteY15" fmla="*/ 1065501 h 1652129"/>
              <a:gd name="connsiteX16" fmla="*/ 1479051 w 1588822"/>
              <a:gd name="connsiteY16" fmla="*/ 1304261 h 1652129"/>
              <a:gd name="connsiteX17" fmla="*/ 1428251 w 1588822"/>
              <a:gd name="connsiteY17" fmla="*/ 1400781 h 1652129"/>
              <a:gd name="connsiteX18" fmla="*/ 1306331 w 1588822"/>
              <a:gd name="connsiteY18" fmla="*/ 1360141 h 1652129"/>
              <a:gd name="connsiteX19" fmla="*/ 1148851 w 1588822"/>
              <a:gd name="connsiteY19" fmla="*/ 1289021 h 1652129"/>
              <a:gd name="connsiteX20" fmla="*/ 925331 w 1588822"/>
              <a:gd name="connsiteY20" fmla="*/ 1268701 h 1652129"/>
              <a:gd name="connsiteX21" fmla="*/ 859291 w 1588822"/>
              <a:gd name="connsiteY21" fmla="*/ 1324581 h 1652129"/>
              <a:gd name="connsiteX22" fmla="*/ 910091 w 1588822"/>
              <a:gd name="connsiteY22" fmla="*/ 1441421 h 1652129"/>
              <a:gd name="connsiteX23" fmla="*/ 930411 w 1588822"/>
              <a:gd name="connsiteY23" fmla="*/ 1558261 h 1652129"/>
              <a:gd name="connsiteX24" fmla="*/ 808491 w 1588822"/>
              <a:gd name="connsiteY24" fmla="*/ 1639541 h 1652129"/>
              <a:gd name="connsiteX25" fmla="*/ 661171 w 1588822"/>
              <a:gd name="connsiteY25" fmla="*/ 1644621 h 1652129"/>
              <a:gd name="connsiteX26" fmla="*/ 544331 w 1588822"/>
              <a:gd name="connsiteY26" fmla="*/ 1568421 h 1652129"/>
              <a:gd name="connsiteX27" fmla="*/ 534171 w 1588822"/>
              <a:gd name="connsiteY27" fmla="*/ 1456661 h 1652129"/>
              <a:gd name="connsiteX28" fmla="*/ 605291 w 1588822"/>
              <a:gd name="connsiteY28" fmla="*/ 1329661 h 1652129"/>
              <a:gd name="connsiteX29" fmla="*/ 529091 w 1588822"/>
              <a:gd name="connsiteY29" fmla="*/ 1263621 h 1652129"/>
              <a:gd name="connsiteX30" fmla="*/ 305571 w 1588822"/>
              <a:gd name="connsiteY30" fmla="*/ 1283941 h 1652129"/>
              <a:gd name="connsiteX31" fmla="*/ 148091 w 1588822"/>
              <a:gd name="connsiteY31" fmla="*/ 1360141 h 1652129"/>
              <a:gd name="connsiteX32" fmla="*/ 76971 w 1588822"/>
              <a:gd name="connsiteY32" fmla="*/ 1405861 h 1652129"/>
              <a:gd name="connsiteX33" fmla="*/ 31251 w 1588822"/>
              <a:gd name="connsiteY33" fmla="*/ 1405861 h 1652129"/>
              <a:gd name="connsiteX34" fmla="*/ 10931 w 1588822"/>
              <a:gd name="connsiteY34" fmla="*/ 770861 h 1652129"/>
              <a:gd name="connsiteX35" fmla="*/ 26171 w 1588822"/>
              <a:gd name="connsiteY35" fmla="*/ 7998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197895 w 1592146"/>
              <a:gd name="connsiteY10" fmla="*/ 628621 h 1652129"/>
              <a:gd name="connsiteX11" fmla="*/ 1208055 w 1592146"/>
              <a:gd name="connsiteY11" fmla="*/ 826741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197895 w 1592146"/>
              <a:gd name="connsiteY10" fmla="*/ 628621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14735 w 1592146"/>
              <a:gd name="connsiteY9" fmla="*/ 511781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54253 w 1592146"/>
              <a:gd name="connsiteY9" fmla="*/ 553056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75695 w 1592146"/>
              <a:gd name="connsiteY12" fmla="*/ 9029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2146"/>
              <a:gd name="connsiteY0" fmla="*/ 104431 h 1652129"/>
              <a:gd name="connsiteX1" fmla="*/ 298735 w 1592146"/>
              <a:gd name="connsiteY1" fmla="*/ 13941 h 1652129"/>
              <a:gd name="connsiteX2" fmla="*/ 954055 w 1592146"/>
              <a:gd name="connsiteY2" fmla="*/ 3781 h 1652129"/>
              <a:gd name="connsiteX3" fmla="*/ 1340135 w 1592146"/>
              <a:gd name="connsiteY3" fmla="*/ 3781 h 1652129"/>
              <a:gd name="connsiteX4" fmla="*/ 1431575 w 1592146"/>
              <a:gd name="connsiteY4" fmla="*/ 8861 h 1652129"/>
              <a:gd name="connsiteX5" fmla="*/ 1477295 w 1592146"/>
              <a:gd name="connsiteY5" fmla="*/ 105381 h 1652129"/>
              <a:gd name="connsiteX6" fmla="*/ 1568735 w 1592146"/>
              <a:gd name="connsiteY6" fmla="*/ 298421 h 1652129"/>
              <a:gd name="connsiteX7" fmla="*/ 1578895 w 1592146"/>
              <a:gd name="connsiteY7" fmla="*/ 562581 h 1652129"/>
              <a:gd name="connsiteX8" fmla="*/ 1462055 w 1592146"/>
              <a:gd name="connsiteY8" fmla="*/ 567661 h 1652129"/>
              <a:gd name="connsiteX9" fmla="*/ 1354253 w 1592146"/>
              <a:gd name="connsiteY9" fmla="*/ 553056 h 1652129"/>
              <a:gd name="connsiteX10" fmla="*/ 1253220 w 1592146"/>
              <a:gd name="connsiteY10" fmla="*/ 650846 h 1652129"/>
              <a:gd name="connsiteX11" fmla="*/ 1263381 w 1592146"/>
              <a:gd name="connsiteY11" fmla="*/ 804516 h 1652129"/>
              <a:gd name="connsiteX12" fmla="*/ 1399406 w 1592146"/>
              <a:gd name="connsiteY12" fmla="*/ 864841 h 1652129"/>
              <a:gd name="connsiteX13" fmla="*/ 1477295 w 1592146"/>
              <a:gd name="connsiteY13" fmla="*/ 841981 h 1652129"/>
              <a:gd name="connsiteX14" fmla="*/ 1573815 w 1592146"/>
              <a:gd name="connsiteY14" fmla="*/ 847061 h 1652129"/>
              <a:gd name="connsiteX15" fmla="*/ 1583975 w 1592146"/>
              <a:gd name="connsiteY15" fmla="*/ 1065501 h 1652129"/>
              <a:gd name="connsiteX16" fmla="*/ 1482375 w 1592146"/>
              <a:gd name="connsiteY16" fmla="*/ 1304261 h 1652129"/>
              <a:gd name="connsiteX17" fmla="*/ 1431575 w 1592146"/>
              <a:gd name="connsiteY17" fmla="*/ 1400781 h 1652129"/>
              <a:gd name="connsiteX18" fmla="*/ 1309655 w 1592146"/>
              <a:gd name="connsiteY18" fmla="*/ 1360141 h 1652129"/>
              <a:gd name="connsiteX19" fmla="*/ 1152175 w 1592146"/>
              <a:gd name="connsiteY19" fmla="*/ 1289021 h 1652129"/>
              <a:gd name="connsiteX20" fmla="*/ 928655 w 1592146"/>
              <a:gd name="connsiteY20" fmla="*/ 1268701 h 1652129"/>
              <a:gd name="connsiteX21" fmla="*/ 862615 w 1592146"/>
              <a:gd name="connsiteY21" fmla="*/ 1324581 h 1652129"/>
              <a:gd name="connsiteX22" fmla="*/ 913415 w 1592146"/>
              <a:gd name="connsiteY22" fmla="*/ 1441421 h 1652129"/>
              <a:gd name="connsiteX23" fmla="*/ 933735 w 1592146"/>
              <a:gd name="connsiteY23" fmla="*/ 1558261 h 1652129"/>
              <a:gd name="connsiteX24" fmla="*/ 811815 w 1592146"/>
              <a:gd name="connsiteY24" fmla="*/ 1639541 h 1652129"/>
              <a:gd name="connsiteX25" fmla="*/ 664495 w 1592146"/>
              <a:gd name="connsiteY25" fmla="*/ 1644621 h 1652129"/>
              <a:gd name="connsiteX26" fmla="*/ 547655 w 1592146"/>
              <a:gd name="connsiteY26" fmla="*/ 1568421 h 1652129"/>
              <a:gd name="connsiteX27" fmla="*/ 537495 w 1592146"/>
              <a:gd name="connsiteY27" fmla="*/ 1456661 h 1652129"/>
              <a:gd name="connsiteX28" fmla="*/ 608615 w 1592146"/>
              <a:gd name="connsiteY28" fmla="*/ 1329661 h 1652129"/>
              <a:gd name="connsiteX29" fmla="*/ 532415 w 1592146"/>
              <a:gd name="connsiteY29" fmla="*/ 1263621 h 1652129"/>
              <a:gd name="connsiteX30" fmla="*/ 308895 w 1592146"/>
              <a:gd name="connsiteY30" fmla="*/ 1283941 h 1652129"/>
              <a:gd name="connsiteX31" fmla="*/ 151415 w 1592146"/>
              <a:gd name="connsiteY31" fmla="*/ 1360141 h 1652129"/>
              <a:gd name="connsiteX32" fmla="*/ 80295 w 1592146"/>
              <a:gd name="connsiteY32" fmla="*/ 1405861 h 1652129"/>
              <a:gd name="connsiteX33" fmla="*/ 34575 w 1592146"/>
              <a:gd name="connsiteY33" fmla="*/ 1405861 h 1652129"/>
              <a:gd name="connsiteX34" fmla="*/ 14255 w 1592146"/>
              <a:gd name="connsiteY34" fmla="*/ 770861 h 1652129"/>
              <a:gd name="connsiteX35" fmla="*/ 24605 w 1592146"/>
              <a:gd name="connsiteY35" fmla="*/ 104431 h 1652129"/>
              <a:gd name="connsiteX0" fmla="*/ 24605 w 1590752"/>
              <a:gd name="connsiteY0" fmla="*/ 104431 h 1652129"/>
              <a:gd name="connsiteX1" fmla="*/ 298735 w 1590752"/>
              <a:gd name="connsiteY1" fmla="*/ 13941 h 1652129"/>
              <a:gd name="connsiteX2" fmla="*/ 954055 w 1590752"/>
              <a:gd name="connsiteY2" fmla="*/ 3781 h 1652129"/>
              <a:gd name="connsiteX3" fmla="*/ 1340135 w 1590752"/>
              <a:gd name="connsiteY3" fmla="*/ 3781 h 1652129"/>
              <a:gd name="connsiteX4" fmla="*/ 1431575 w 1590752"/>
              <a:gd name="connsiteY4" fmla="*/ 8861 h 1652129"/>
              <a:gd name="connsiteX5" fmla="*/ 1477295 w 1590752"/>
              <a:gd name="connsiteY5" fmla="*/ 105381 h 1652129"/>
              <a:gd name="connsiteX6" fmla="*/ 1568735 w 1590752"/>
              <a:gd name="connsiteY6" fmla="*/ 298421 h 1652129"/>
              <a:gd name="connsiteX7" fmla="*/ 1578895 w 1590752"/>
              <a:gd name="connsiteY7" fmla="*/ 562581 h 1652129"/>
              <a:gd name="connsiteX8" fmla="*/ 1462055 w 1590752"/>
              <a:gd name="connsiteY8" fmla="*/ 567661 h 1652129"/>
              <a:gd name="connsiteX9" fmla="*/ 1354253 w 1590752"/>
              <a:gd name="connsiteY9" fmla="*/ 553056 h 1652129"/>
              <a:gd name="connsiteX10" fmla="*/ 1253220 w 1590752"/>
              <a:gd name="connsiteY10" fmla="*/ 650846 h 1652129"/>
              <a:gd name="connsiteX11" fmla="*/ 1263381 w 1590752"/>
              <a:gd name="connsiteY11" fmla="*/ 804516 h 1652129"/>
              <a:gd name="connsiteX12" fmla="*/ 1399406 w 1590752"/>
              <a:gd name="connsiteY12" fmla="*/ 864841 h 1652129"/>
              <a:gd name="connsiteX13" fmla="*/ 1477295 w 1590752"/>
              <a:gd name="connsiteY13" fmla="*/ 841981 h 1652129"/>
              <a:gd name="connsiteX14" fmla="*/ 1569863 w 1590752"/>
              <a:gd name="connsiteY14" fmla="*/ 808961 h 1652129"/>
              <a:gd name="connsiteX15" fmla="*/ 1583975 w 1590752"/>
              <a:gd name="connsiteY15" fmla="*/ 1065501 h 1652129"/>
              <a:gd name="connsiteX16" fmla="*/ 1482375 w 1590752"/>
              <a:gd name="connsiteY16" fmla="*/ 1304261 h 1652129"/>
              <a:gd name="connsiteX17" fmla="*/ 1431575 w 1590752"/>
              <a:gd name="connsiteY17" fmla="*/ 1400781 h 1652129"/>
              <a:gd name="connsiteX18" fmla="*/ 1309655 w 1590752"/>
              <a:gd name="connsiteY18" fmla="*/ 1360141 h 1652129"/>
              <a:gd name="connsiteX19" fmla="*/ 1152175 w 1590752"/>
              <a:gd name="connsiteY19" fmla="*/ 1289021 h 1652129"/>
              <a:gd name="connsiteX20" fmla="*/ 928655 w 1590752"/>
              <a:gd name="connsiteY20" fmla="*/ 1268701 h 1652129"/>
              <a:gd name="connsiteX21" fmla="*/ 862615 w 1590752"/>
              <a:gd name="connsiteY21" fmla="*/ 1324581 h 1652129"/>
              <a:gd name="connsiteX22" fmla="*/ 913415 w 1590752"/>
              <a:gd name="connsiteY22" fmla="*/ 1441421 h 1652129"/>
              <a:gd name="connsiteX23" fmla="*/ 933735 w 1590752"/>
              <a:gd name="connsiteY23" fmla="*/ 1558261 h 1652129"/>
              <a:gd name="connsiteX24" fmla="*/ 811815 w 1590752"/>
              <a:gd name="connsiteY24" fmla="*/ 1639541 h 1652129"/>
              <a:gd name="connsiteX25" fmla="*/ 664495 w 1590752"/>
              <a:gd name="connsiteY25" fmla="*/ 1644621 h 1652129"/>
              <a:gd name="connsiteX26" fmla="*/ 547655 w 1590752"/>
              <a:gd name="connsiteY26" fmla="*/ 1568421 h 1652129"/>
              <a:gd name="connsiteX27" fmla="*/ 537495 w 1590752"/>
              <a:gd name="connsiteY27" fmla="*/ 1456661 h 1652129"/>
              <a:gd name="connsiteX28" fmla="*/ 608615 w 1590752"/>
              <a:gd name="connsiteY28" fmla="*/ 1329661 h 1652129"/>
              <a:gd name="connsiteX29" fmla="*/ 532415 w 1590752"/>
              <a:gd name="connsiteY29" fmla="*/ 1263621 h 1652129"/>
              <a:gd name="connsiteX30" fmla="*/ 308895 w 1590752"/>
              <a:gd name="connsiteY30" fmla="*/ 1283941 h 1652129"/>
              <a:gd name="connsiteX31" fmla="*/ 151415 w 1590752"/>
              <a:gd name="connsiteY31" fmla="*/ 1360141 h 1652129"/>
              <a:gd name="connsiteX32" fmla="*/ 80295 w 1590752"/>
              <a:gd name="connsiteY32" fmla="*/ 1405861 h 1652129"/>
              <a:gd name="connsiteX33" fmla="*/ 34575 w 1590752"/>
              <a:gd name="connsiteY33" fmla="*/ 1405861 h 1652129"/>
              <a:gd name="connsiteX34" fmla="*/ 14255 w 1590752"/>
              <a:gd name="connsiteY34" fmla="*/ 770861 h 1652129"/>
              <a:gd name="connsiteX35" fmla="*/ 24605 w 1590752"/>
              <a:gd name="connsiteY35" fmla="*/ 104431 h 1652129"/>
              <a:gd name="connsiteX0" fmla="*/ 24605 w 1590752"/>
              <a:gd name="connsiteY0" fmla="*/ 104431 h 1652129"/>
              <a:gd name="connsiteX1" fmla="*/ 298735 w 1590752"/>
              <a:gd name="connsiteY1" fmla="*/ 13941 h 1652129"/>
              <a:gd name="connsiteX2" fmla="*/ 954055 w 1590752"/>
              <a:gd name="connsiteY2" fmla="*/ 3781 h 1652129"/>
              <a:gd name="connsiteX3" fmla="*/ 1340135 w 1590752"/>
              <a:gd name="connsiteY3" fmla="*/ 3781 h 1652129"/>
              <a:gd name="connsiteX4" fmla="*/ 1431575 w 1590752"/>
              <a:gd name="connsiteY4" fmla="*/ 8861 h 1652129"/>
              <a:gd name="connsiteX5" fmla="*/ 1477295 w 1590752"/>
              <a:gd name="connsiteY5" fmla="*/ 105381 h 1652129"/>
              <a:gd name="connsiteX6" fmla="*/ 1568735 w 1590752"/>
              <a:gd name="connsiteY6" fmla="*/ 298421 h 1652129"/>
              <a:gd name="connsiteX7" fmla="*/ 1567040 w 1590752"/>
              <a:gd name="connsiteY7" fmla="*/ 597506 h 1652129"/>
              <a:gd name="connsiteX8" fmla="*/ 1462055 w 1590752"/>
              <a:gd name="connsiteY8" fmla="*/ 567661 h 1652129"/>
              <a:gd name="connsiteX9" fmla="*/ 1354253 w 1590752"/>
              <a:gd name="connsiteY9" fmla="*/ 553056 h 1652129"/>
              <a:gd name="connsiteX10" fmla="*/ 1253220 w 1590752"/>
              <a:gd name="connsiteY10" fmla="*/ 650846 h 1652129"/>
              <a:gd name="connsiteX11" fmla="*/ 1263381 w 1590752"/>
              <a:gd name="connsiteY11" fmla="*/ 804516 h 1652129"/>
              <a:gd name="connsiteX12" fmla="*/ 1399406 w 1590752"/>
              <a:gd name="connsiteY12" fmla="*/ 864841 h 1652129"/>
              <a:gd name="connsiteX13" fmla="*/ 1477295 w 1590752"/>
              <a:gd name="connsiteY13" fmla="*/ 841981 h 1652129"/>
              <a:gd name="connsiteX14" fmla="*/ 1569863 w 1590752"/>
              <a:gd name="connsiteY14" fmla="*/ 808961 h 1652129"/>
              <a:gd name="connsiteX15" fmla="*/ 1583975 w 1590752"/>
              <a:gd name="connsiteY15" fmla="*/ 1065501 h 1652129"/>
              <a:gd name="connsiteX16" fmla="*/ 1482375 w 1590752"/>
              <a:gd name="connsiteY16" fmla="*/ 1304261 h 1652129"/>
              <a:gd name="connsiteX17" fmla="*/ 1431575 w 1590752"/>
              <a:gd name="connsiteY17" fmla="*/ 1400781 h 1652129"/>
              <a:gd name="connsiteX18" fmla="*/ 1309655 w 1590752"/>
              <a:gd name="connsiteY18" fmla="*/ 1360141 h 1652129"/>
              <a:gd name="connsiteX19" fmla="*/ 1152175 w 1590752"/>
              <a:gd name="connsiteY19" fmla="*/ 1289021 h 1652129"/>
              <a:gd name="connsiteX20" fmla="*/ 928655 w 1590752"/>
              <a:gd name="connsiteY20" fmla="*/ 1268701 h 1652129"/>
              <a:gd name="connsiteX21" fmla="*/ 862615 w 1590752"/>
              <a:gd name="connsiteY21" fmla="*/ 1324581 h 1652129"/>
              <a:gd name="connsiteX22" fmla="*/ 913415 w 1590752"/>
              <a:gd name="connsiteY22" fmla="*/ 1441421 h 1652129"/>
              <a:gd name="connsiteX23" fmla="*/ 933735 w 1590752"/>
              <a:gd name="connsiteY23" fmla="*/ 1558261 h 1652129"/>
              <a:gd name="connsiteX24" fmla="*/ 811815 w 1590752"/>
              <a:gd name="connsiteY24" fmla="*/ 1639541 h 1652129"/>
              <a:gd name="connsiteX25" fmla="*/ 664495 w 1590752"/>
              <a:gd name="connsiteY25" fmla="*/ 1644621 h 1652129"/>
              <a:gd name="connsiteX26" fmla="*/ 547655 w 1590752"/>
              <a:gd name="connsiteY26" fmla="*/ 1568421 h 1652129"/>
              <a:gd name="connsiteX27" fmla="*/ 537495 w 1590752"/>
              <a:gd name="connsiteY27" fmla="*/ 1456661 h 1652129"/>
              <a:gd name="connsiteX28" fmla="*/ 608615 w 1590752"/>
              <a:gd name="connsiteY28" fmla="*/ 1329661 h 1652129"/>
              <a:gd name="connsiteX29" fmla="*/ 532415 w 1590752"/>
              <a:gd name="connsiteY29" fmla="*/ 1263621 h 1652129"/>
              <a:gd name="connsiteX30" fmla="*/ 308895 w 1590752"/>
              <a:gd name="connsiteY30" fmla="*/ 1283941 h 1652129"/>
              <a:gd name="connsiteX31" fmla="*/ 151415 w 1590752"/>
              <a:gd name="connsiteY31" fmla="*/ 1360141 h 1652129"/>
              <a:gd name="connsiteX32" fmla="*/ 80295 w 1590752"/>
              <a:gd name="connsiteY32" fmla="*/ 1405861 h 1652129"/>
              <a:gd name="connsiteX33" fmla="*/ 34575 w 1590752"/>
              <a:gd name="connsiteY33" fmla="*/ 1405861 h 1652129"/>
              <a:gd name="connsiteX34" fmla="*/ 14255 w 1590752"/>
              <a:gd name="connsiteY34" fmla="*/ 770861 h 1652129"/>
              <a:gd name="connsiteX35" fmla="*/ 24605 w 1590752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263381 w 1600516"/>
              <a:gd name="connsiteY11" fmla="*/ 804516 h 1652129"/>
              <a:gd name="connsiteX12" fmla="*/ 1399406 w 1600516"/>
              <a:gd name="connsiteY12" fmla="*/ 864841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307917 w 1600516"/>
              <a:gd name="connsiteY11" fmla="*/ 774040 h 1652129"/>
              <a:gd name="connsiteX12" fmla="*/ 1399406 w 1600516"/>
              <a:gd name="connsiteY12" fmla="*/ 864841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53220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54253 w 1600516"/>
              <a:gd name="connsiteY9" fmla="*/ 553056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78995 w 1600516"/>
              <a:gd name="connsiteY9" fmla="*/ 568294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5 w 1600516"/>
              <a:gd name="connsiteY13" fmla="*/ 841981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605 w 1600516"/>
              <a:gd name="connsiteY0" fmla="*/ 104431 h 1652129"/>
              <a:gd name="connsiteX1" fmla="*/ 298735 w 1600516"/>
              <a:gd name="connsiteY1" fmla="*/ 13941 h 1652129"/>
              <a:gd name="connsiteX2" fmla="*/ 954055 w 1600516"/>
              <a:gd name="connsiteY2" fmla="*/ 3781 h 1652129"/>
              <a:gd name="connsiteX3" fmla="*/ 1340135 w 1600516"/>
              <a:gd name="connsiteY3" fmla="*/ 3781 h 1652129"/>
              <a:gd name="connsiteX4" fmla="*/ 1431575 w 1600516"/>
              <a:gd name="connsiteY4" fmla="*/ 8861 h 1652129"/>
              <a:gd name="connsiteX5" fmla="*/ 1477295 w 1600516"/>
              <a:gd name="connsiteY5" fmla="*/ 105381 h 1652129"/>
              <a:gd name="connsiteX6" fmla="*/ 1568735 w 1600516"/>
              <a:gd name="connsiteY6" fmla="*/ 298421 h 1652129"/>
              <a:gd name="connsiteX7" fmla="*/ 1567040 w 1600516"/>
              <a:gd name="connsiteY7" fmla="*/ 597506 h 1652129"/>
              <a:gd name="connsiteX8" fmla="*/ 1462055 w 1600516"/>
              <a:gd name="connsiteY8" fmla="*/ 567661 h 1652129"/>
              <a:gd name="connsiteX9" fmla="*/ 1378995 w 1600516"/>
              <a:gd name="connsiteY9" fmla="*/ 568294 h 1652129"/>
              <a:gd name="connsiteX10" fmla="*/ 1297755 w 1600516"/>
              <a:gd name="connsiteY10" fmla="*/ 650846 h 1652129"/>
              <a:gd name="connsiteX11" fmla="*/ 1307917 w 1600516"/>
              <a:gd name="connsiteY11" fmla="*/ 774040 h 1652129"/>
              <a:gd name="connsiteX12" fmla="*/ 1404353 w 1600516"/>
              <a:gd name="connsiteY12" fmla="*/ 819127 h 1652129"/>
              <a:gd name="connsiteX13" fmla="*/ 1477296 w 1600516"/>
              <a:gd name="connsiteY13" fmla="*/ 822934 h 1652129"/>
              <a:gd name="connsiteX14" fmla="*/ 1589657 w 1600516"/>
              <a:gd name="connsiteY14" fmla="*/ 770867 h 1652129"/>
              <a:gd name="connsiteX15" fmla="*/ 1583975 w 1600516"/>
              <a:gd name="connsiteY15" fmla="*/ 1065501 h 1652129"/>
              <a:gd name="connsiteX16" fmla="*/ 1482375 w 1600516"/>
              <a:gd name="connsiteY16" fmla="*/ 1304261 h 1652129"/>
              <a:gd name="connsiteX17" fmla="*/ 1431575 w 1600516"/>
              <a:gd name="connsiteY17" fmla="*/ 1400781 h 1652129"/>
              <a:gd name="connsiteX18" fmla="*/ 1309655 w 1600516"/>
              <a:gd name="connsiteY18" fmla="*/ 1360141 h 1652129"/>
              <a:gd name="connsiteX19" fmla="*/ 1152175 w 1600516"/>
              <a:gd name="connsiteY19" fmla="*/ 1289021 h 1652129"/>
              <a:gd name="connsiteX20" fmla="*/ 928655 w 1600516"/>
              <a:gd name="connsiteY20" fmla="*/ 1268701 h 1652129"/>
              <a:gd name="connsiteX21" fmla="*/ 862615 w 1600516"/>
              <a:gd name="connsiteY21" fmla="*/ 1324581 h 1652129"/>
              <a:gd name="connsiteX22" fmla="*/ 913415 w 1600516"/>
              <a:gd name="connsiteY22" fmla="*/ 1441421 h 1652129"/>
              <a:gd name="connsiteX23" fmla="*/ 933735 w 1600516"/>
              <a:gd name="connsiteY23" fmla="*/ 1558261 h 1652129"/>
              <a:gd name="connsiteX24" fmla="*/ 811815 w 1600516"/>
              <a:gd name="connsiteY24" fmla="*/ 1639541 h 1652129"/>
              <a:gd name="connsiteX25" fmla="*/ 664495 w 1600516"/>
              <a:gd name="connsiteY25" fmla="*/ 1644621 h 1652129"/>
              <a:gd name="connsiteX26" fmla="*/ 547655 w 1600516"/>
              <a:gd name="connsiteY26" fmla="*/ 1568421 h 1652129"/>
              <a:gd name="connsiteX27" fmla="*/ 537495 w 1600516"/>
              <a:gd name="connsiteY27" fmla="*/ 1456661 h 1652129"/>
              <a:gd name="connsiteX28" fmla="*/ 608615 w 1600516"/>
              <a:gd name="connsiteY28" fmla="*/ 1329661 h 1652129"/>
              <a:gd name="connsiteX29" fmla="*/ 532415 w 1600516"/>
              <a:gd name="connsiteY29" fmla="*/ 1263621 h 1652129"/>
              <a:gd name="connsiteX30" fmla="*/ 308895 w 1600516"/>
              <a:gd name="connsiteY30" fmla="*/ 1283941 h 1652129"/>
              <a:gd name="connsiteX31" fmla="*/ 151415 w 1600516"/>
              <a:gd name="connsiteY31" fmla="*/ 1360141 h 1652129"/>
              <a:gd name="connsiteX32" fmla="*/ 80295 w 1600516"/>
              <a:gd name="connsiteY32" fmla="*/ 1405861 h 1652129"/>
              <a:gd name="connsiteX33" fmla="*/ 34575 w 1600516"/>
              <a:gd name="connsiteY33" fmla="*/ 1405861 h 1652129"/>
              <a:gd name="connsiteX34" fmla="*/ 14255 w 1600516"/>
              <a:gd name="connsiteY34" fmla="*/ 770861 h 1652129"/>
              <a:gd name="connsiteX35" fmla="*/ 24605 w 1600516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151181 w 1600282"/>
              <a:gd name="connsiteY31" fmla="*/ 1360141 h 1652129"/>
              <a:gd name="connsiteX32" fmla="*/ 80061 w 1600282"/>
              <a:gd name="connsiteY32" fmla="*/ 140586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151181 w 1600282"/>
              <a:gd name="connsiteY31" fmla="*/ 1360141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08661 w 1600282"/>
              <a:gd name="connsiteY30" fmla="*/ 1283941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32181 w 1600282"/>
              <a:gd name="connsiteY29" fmla="*/ 1263621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8381 w 1600282"/>
              <a:gd name="connsiteY28" fmla="*/ 1329661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603434 w 1600282"/>
              <a:gd name="connsiteY28" fmla="*/ 1371565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484673 w 1600282"/>
              <a:gd name="connsiteY28" fmla="*/ 1428707 h 1652129"/>
              <a:gd name="connsiteX29" fmla="*/ 542077 w 1600282"/>
              <a:gd name="connsiteY29" fmla="*/ 1370286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37261 w 1600282"/>
              <a:gd name="connsiteY27" fmla="*/ 1456661 h 1652129"/>
              <a:gd name="connsiteX28" fmla="*/ 484673 w 1600282"/>
              <a:gd name="connsiteY28" fmla="*/ 1428707 h 1652129"/>
              <a:gd name="connsiteX29" fmla="*/ 467851 w 1600282"/>
              <a:gd name="connsiteY29" fmla="*/ 1427428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4673 w 1600282"/>
              <a:gd name="connsiteY28" fmla="*/ 1428707 h 1652129"/>
              <a:gd name="connsiteX29" fmla="*/ 467851 w 1600282"/>
              <a:gd name="connsiteY29" fmla="*/ 1427428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4673 w 1600282"/>
              <a:gd name="connsiteY28" fmla="*/ 1428707 h 1652129"/>
              <a:gd name="connsiteX29" fmla="*/ 463900 w 1600282"/>
              <a:gd name="connsiteY29" fmla="*/ 143655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0721 w 1600282"/>
              <a:gd name="connsiteY28" fmla="*/ 1442398 h 1652129"/>
              <a:gd name="connsiteX29" fmla="*/ 463900 w 1600282"/>
              <a:gd name="connsiteY29" fmla="*/ 143655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9478 w 1600282"/>
              <a:gd name="connsiteY27" fmla="*/ 1465788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15526 w 1600282"/>
              <a:gd name="connsiteY27" fmla="*/ 1474915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77938 w 1600282"/>
              <a:gd name="connsiteY30" fmla="*/ 1409654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44390 w 1600282"/>
              <a:gd name="connsiteY32" fmla="*/ 1470621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43188 w 1600282"/>
              <a:gd name="connsiteY27" fmla="*/ 1476436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62173 w 1600282"/>
              <a:gd name="connsiteY32" fmla="*/ 1478227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371 w 1600282"/>
              <a:gd name="connsiteY0" fmla="*/ 104431 h 1652129"/>
              <a:gd name="connsiteX1" fmla="*/ 298501 w 1600282"/>
              <a:gd name="connsiteY1" fmla="*/ 13941 h 1652129"/>
              <a:gd name="connsiteX2" fmla="*/ 953821 w 1600282"/>
              <a:gd name="connsiteY2" fmla="*/ 3781 h 1652129"/>
              <a:gd name="connsiteX3" fmla="*/ 1339901 w 1600282"/>
              <a:gd name="connsiteY3" fmla="*/ 3781 h 1652129"/>
              <a:gd name="connsiteX4" fmla="*/ 1431341 w 1600282"/>
              <a:gd name="connsiteY4" fmla="*/ 8861 h 1652129"/>
              <a:gd name="connsiteX5" fmla="*/ 1477061 w 1600282"/>
              <a:gd name="connsiteY5" fmla="*/ 105381 h 1652129"/>
              <a:gd name="connsiteX6" fmla="*/ 1568501 w 1600282"/>
              <a:gd name="connsiteY6" fmla="*/ 298421 h 1652129"/>
              <a:gd name="connsiteX7" fmla="*/ 1566806 w 1600282"/>
              <a:gd name="connsiteY7" fmla="*/ 597506 h 1652129"/>
              <a:gd name="connsiteX8" fmla="*/ 1461821 w 1600282"/>
              <a:gd name="connsiteY8" fmla="*/ 567661 h 1652129"/>
              <a:gd name="connsiteX9" fmla="*/ 1378761 w 1600282"/>
              <a:gd name="connsiteY9" fmla="*/ 568294 h 1652129"/>
              <a:gd name="connsiteX10" fmla="*/ 1297521 w 1600282"/>
              <a:gd name="connsiteY10" fmla="*/ 650846 h 1652129"/>
              <a:gd name="connsiteX11" fmla="*/ 1307683 w 1600282"/>
              <a:gd name="connsiteY11" fmla="*/ 774040 h 1652129"/>
              <a:gd name="connsiteX12" fmla="*/ 1404119 w 1600282"/>
              <a:gd name="connsiteY12" fmla="*/ 819127 h 1652129"/>
              <a:gd name="connsiteX13" fmla="*/ 1477062 w 1600282"/>
              <a:gd name="connsiteY13" fmla="*/ 822934 h 1652129"/>
              <a:gd name="connsiteX14" fmla="*/ 1589423 w 1600282"/>
              <a:gd name="connsiteY14" fmla="*/ 770867 h 1652129"/>
              <a:gd name="connsiteX15" fmla="*/ 1583741 w 1600282"/>
              <a:gd name="connsiteY15" fmla="*/ 1065501 h 1652129"/>
              <a:gd name="connsiteX16" fmla="*/ 1482141 w 1600282"/>
              <a:gd name="connsiteY16" fmla="*/ 1304261 h 1652129"/>
              <a:gd name="connsiteX17" fmla="*/ 1431341 w 1600282"/>
              <a:gd name="connsiteY17" fmla="*/ 1400781 h 1652129"/>
              <a:gd name="connsiteX18" fmla="*/ 1309421 w 1600282"/>
              <a:gd name="connsiteY18" fmla="*/ 1360141 h 1652129"/>
              <a:gd name="connsiteX19" fmla="*/ 1151941 w 1600282"/>
              <a:gd name="connsiteY19" fmla="*/ 1289021 h 1652129"/>
              <a:gd name="connsiteX20" fmla="*/ 928421 w 1600282"/>
              <a:gd name="connsiteY20" fmla="*/ 1268701 h 1652129"/>
              <a:gd name="connsiteX21" fmla="*/ 862381 w 1600282"/>
              <a:gd name="connsiteY21" fmla="*/ 1324581 h 1652129"/>
              <a:gd name="connsiteX22" fmla="*/ 913181 w 1600282"/>
              <a:gd name="connsiteY22" fmla="*/ 1441421 h 1652129"/>
              <a:gd name="connsiteX23" fmla="*/ 933501 w 1600282"/>
              <a:gd name="connsiteY23" fmla="*/ 1558261 h 1652129"/>
              <a:gd name="connsiteX24" fmla="*/ 811581 w 1600282"/>
              <a:gd name="connsiteY24" fmla="*/ 1639541 h 1652129"/>
              <a:gd name="connsiteX25" fmla="*/ 664261 w 1600282"/>
              <a:gd name="connsiteY25" fmla="*/ 1644621 h 1652129"/>
              <a:gd name="connsiteX26" fmla="*/ 547421 w 1600282"/>
              <a:gd name="connsiteY26" fmla="*/ 1568421 h 1652129"/>
              <a:gd name="connsiteX27" fmla="*/ 523429 w 1600282"/>
              <a:gd name="connsiteY27" fmla="*/ 1482520 h 1652129"/>
              <a:gd name="connsiteX28" fmla="*/ 480721 w 1600282"/>
              <a:gd name="connsiteY28" fmla="*/ 1442398 h 1652129"/>
              <a:gd name="connsiteX29" fmla="*/ 440189 w 1600282"/>
              <a:gd name="connsiteY29" fmla="*/ 1422865 h 1652129"/>
              <a:gd name="connsiteX30" fmla="*/ 352251 w 1600282"/>
              <a:gd name="connsiteY30" fmla="*/ 1424865 h 1652129"/>
              <a:gd name="connsiteX31" fmla="*/ 264993 w 1600282"/>
              <a:gd name="connsiteY31" fmla="*/ 1436330 h 1652129"/>
              <a:gd name="connsiteX32" fmla="*/ 162173 w 1600282"/>
              <a:gd name="connsiteY32" fmla="*/ 1478227 h 1652129"/>
              <a:gd name="connsiteX33" fmla="*/ 29394 w 1600282"/>
              <a:gd name="connsiteY33" fmla="*/ 1535383 h 1652129"/>
              <a:gd name="connsiteX34" fmla="*/ 14021 w 1600282"/>
              <a:gd name="connsiteY34" fmla="*/ 770861 h 1652129"/>
              <a:gd name="connsiteX35" fmla="*/ 24371 w 1600282"/>
              <a:gd name="connsiteY35" fmla="*/ 104431 h 1652129"/>
              <a:gd name="connsiteX0" fmla="*/ 24279 w 1600190"/>
              <a:gd name="connsiteY0" fmla="*/ 104431 h 1652129"/>
              <a:gd name="connsiteX1" fmla="*/ 298409 w 1600190"/>
              <a:gd name="connsiteY1" fmla="*/ 13941 h 1652129"/>
              <a:gd name="connsiteX2" fmla="*/ 953729 w 1600190"/>
              <a:gd name="connsiteY2" fmla="*/ 3781 h 1652129"/>
              <a:gd name="connsiteX3" fmla="*/ 1339809 w 1600190"/>
              <a:gd name="connsiteY3" fmla="*/ 3781 h 1652129"/>
              <a:gd name="connsiteX4" fmla="*/ 1431249 w 1600190"/>
              <a:gd name="connsiteY4" fmla="*/ 8861 h 1652129"/>
              <a:gd name="connsiteX5" fmla="*/ 1476969 w 1600190"/>
              <a:gd name="connsiteY5" fmla="*/ 105381 h 1652129"/>
              <a:gd name="connsiteX6" fmla="*/ 1568409 w 1600190"/>
              <a:gd name="connsiteY6" fmla="*/ 298421 h 1652129"/>
              <a:gd name="connsiteX7" fmla="*/ 1566714 w 1600190"/>
              <a:gd name="connsiteY7" fmla="*/ 597506 h 1652129"/>
              <a:gd name="connsiteX8" fmla="*/ 1461729 w 1600190"/>
              <a:gd name="connsiteY8" fmla="*/ 567661 h 1652129"/>
              <a:gd name="connsiteX9" fmla="*/ 1378669 w 1600190"/>
              <a:gd name="connsiteY9" fmla="*/ 568294 h 1652129"/>
              <a:gd name="connsiteX10" fmla="*/ 1297429 w 1600190"/>
              <a:gd name="connsiteY10" fmla="*/ 650846 h 1652129"/>
              <a:gd name="connsiteX11" fmla="*/ 1307591 w 1600190"/>
              <a:gd name="connsiteY11" fmla="*/ 774040 h 1652129"/>
              <a:gd name="connsiteX12" fmla="*/ 1404027 w 1600190"/>
              <a:gd name="connsiteY12" fmla="*/ 819127 h 1652129"/>
              <a:gd name="connsiteX13" fmla="*/ 1476970 w 1600190"/>
              <a:gd name="connsiteY13" fmla="*/ 822934 h 1652129"/>
              <a:gd name="connsiteX14" fmla="*/ 1589331 w 1600190"/>
              <a:gd name="connsiteY14" fmla="*/ 770867 h 1652129"/>
              <a:gd name="connsiteX15" fmla="*/ 1583649 w 1600190"/>
              <a:gd name="connsiteY15" fmla="*/ 1065501 h 1652129"/>
              <a:gd name="connsiteX16" fmla="*/ 1482049 w 1600190"/>
              <a:gd name="connsiteY16" fmla="*/ 1304261 h 1652129"/>
              <a:gd name="connsiteX17" fmla="*/ 1431249 w 1600190"/>
              <a:gd name="connsiteY17" fmla="*/ 1400781 h 1652129"/>
              <a:gd name="connsiteX18" fmla="*/ 1309329 w 1600190"/>
              <a:gd name="connsiteY18" fmla="*/ 1360141 h 1652129"/>
              <a:gd name="connsiteX19" fmla="*/ 1151849 w 1600190"/>
              <a:gd name="connsiteY19" fmla="*/ 1289021 h 1652129"/>
              <a:gd name="connsiteX20" fmla="*/ 928329 w 1600190"/>
              <a:gd name="connsiteY20" fmla="*/ 1268701 h 1652129"/>
              <a:gd name="connsiteX21" fmla="*/ 862289 w 1600190"/>
              <a:gd name="connsiteY21" fmla="*/ 1324581 h 1652129"/>
              <a:gd name="connsiteX22" fmla="*/ 913089 w 1600190"/>
              <a:gd name="connsiteY22" fmla="*/ 1441421 h 1652129"/>
              <a:gd name="connsiteX23" fmla="*/ 933409 w 1600190"/>
              <a:gd name="connsiteY23" fmla="*/ 1558261 h 1652129"/>
              <a:gd name="connsiteX24" fmla="*/ 811489 w 1600190"/>
              <a:gd name="connsiteY24" fmla="*/ 1639541 h 1652129"/>
              <a:gd name="connsiteX25" fmla="*/ 664169 w 1600190"/>
              <a:gd name="connsiteY25" fmla="*/ 1644621 h 1652129"/>
              <a:gd name="connsiteX26" fmla="*/ 547329 w 1600190"/>
              <a:gd name="connsiteY26" fmla="*/ 1568421 h 1652129"/>
              <a:gd name="connsiteX27" fmla="*/ 523337 w 1600190"/>
              <a:gd name="connsiteY27" fmla="*/ 1482520 h 1652129"/>
              <a:gd name="connsiteX28" fmla="*/ 480629 w 1600190"/>
              <a:gd name="connsiteY28" fmla="*/ 1442398 h 1652129"/>
              <a:gd name="connsiteX29" fmla="*/ 440097 w 1600190"/>
              <a:gd name="connsiteY29" fmla="*/ 1422865 h 1652129"/>
              <a:gd name="connsiteX30" fmla="*/ 352159 w 1600190"/>
              <a:gd name="connsiteY30" fmla="*/ 1424865 h 1652129"/>
              <a:gd name="connsiteX31" fmla="*/ 264901 w 1600190"/>
              <a:gd name="connsiteY31" fmla="*/ 1436330 h 1652129"/>
              <a:gd name="connsiteX32" fmla="*/ 162081 w 1600190"/>
              <a:gd name="connsiteY32" fmla="*/ 1478227 h 1652129"/>
              <a:gd name="connsiteX33" fmla="*/ 27325 w 1600190"/>
              <a:gd name="connsiteY33" fmla="*/ 1489749 h 1652129"/>
              <a:gd name="connsiteX34" fmla="*/ 13929 w 1600190"/>
              <a:gd name="connsiteY34" fmla="*/ 770861 h 1652129"/>
              <a:gd name="connsiteX35" fmla="*/ 24279 w 1600190"/>
              <a:gd name="connsiteY35" fmla="*/ 104431 h 1652129"/>
              <a:gd name="connsiteX0" fmla="*/ 24279 w 1600190"/>
              <a:gd name="connsiteY0" fmla="*/ 104431 h 1652129"/>
              <a:gd name="connsiteX1" fmla="*/ 298409 w 1600190"/>
              <a:gd name="connsiteY1" fmla="*/ 13941 h 1652129"/>
              <a:gd name="connsiteX2" fmla="*/ 953729 w 1600190"/>
              <a:gd name="connsiteY2" fmla="*/ 3781 h 1652129"/>
              <a:gd name="connsiteX3" fmla="*/ 1339809 w 1600190"/>
              <a:gd name="connsiteY3" fmla="*/ 3781 h 1652129"/>
              <a:gd name="connsiteX4" fmla="*/ 1431249 w 1600190"/>
              <a:gd name="connsiteY4" fmla="*/ 8861 h 1652129"/>
              <a:gd name="connsiteX5" fmla="*/ 1476969 w 1600190"/>
              <a:gd name="connsiteY5" fmla="*/ 105381 h 1652129"/>
              <a:gd name="connsiteX6" fmla="*/ 1568409 w 1600190"/>
              <a:gd name="connsiteY6" fmla="*/ 298421 h 1652129"/>
              <a:gd name="connsiteX7" fmla="*/ 1566714 w 1600190"/>
              <a:gd name="connsiteY7" fmla="*/ 597506 h 1652129"/>
              <a:gd name="connsiteX8" fmla="*/ 1461729 w 1600190"/>
              <a:gd name="connsiteY8" fmla="*/ 567661 h 1652129"/>
              <a:gd name="connsiteX9" fmla="*/ 1378669 w 1600190"/>
              <a:gd name="connsiteY9" fmla="*/ 568294 h 1652129"/>
              <a:gd name="connsiteX10" fmla="*/ 1297429 w 1600190"/>
              <a:gd name="connsiteY10" fmla="*/ 650846 h 1652129"/>
              <a:gd name="connsiteX11" fmla="*/ 1307591 w 1600190"/>
              <a:gd name="connsiteY11" fmla="*/ 774040 h 1652129"/>
              <a:gd name="connsiteX12" fmla="*/ 1404027 w 1600190"/>
              <a:gd name="connsiteY12" fmla="*/ 819127 h 1652129"/>
              <a:gd name="connsiteX13" fmla="*/ 1476970 w 1600190"/>
              <a:gd name="connsiteY13" fmla="*/ 822934 h 1652129"/>
              <a:gd name="connsiteX14" fmla="*/ 1589331 w 1600190"/>
              <a:gd name="connsiteY14" fmla="*/ 770867 h 1652129"/>
              <a:gd name="connsiteX15" fmla="*/ 1583649 w 1600190"/>
              <a:gd name="connsiteY15" fmla="*/ 1065501 h 1652129"/>
              <a:gd name="connsiteX16" fmla="*/ 1482049 w 1600190"/>
              <a:gd name="connsiteY16" fmla="*/ 1304261 h 1652129"/>
              <a:gd name="connsiteX17" fmla="*/ 1421370 w 1600190"/>
              <a:gd name="connsiteY17" fmla="*/ 1463147 h 1652129"/>
              <a:gd name="connsiteX18" fmla="*/ 1309329 w 1600190"/>
              <a:gd name="connsiteY18" fmla="*/ 1360141 h 1652129"/>
              <a:gd name="connsiteX19" fmla="*/ 1151849 w 1600190"/>
              <a:gd name="connsiteY19" fmla="*/ 1289021 h 1652129"/>
              <a:gd name="connsiteX20" fmla="*/ 928329 w 1600190"/>
              <a:gd name="connsiteY20" fmla="*/ 1268701 h 1652129"/>
              <a:gd name="connsiteX21" fmla="*/ 862289 w 1600190"/>
              <a:gd name="connsiteY21" fmla="*/ 1324581 h 1652129"/>
              <a:gd name="connsiteX22" fmla="*/ 913089 w 1600190"/>
              <a:gd name="connsiteY22" fmla="*/ 1441421 h 1652129"/>
              <a:gd name="connsiteX23" fmla="*/ 933409 w 1600190"/>
              <a:gd name="connsiteY23" fmla="*/ 1558261 h 1652129"/>
              <a:gd name="connsiteX24" fmla="*/ 811489 w 1600190"/>
              <a:gd name="connsiteY24" fmla="*/ 1639541 h 1652129"/>
              <a:gd name="connsiteX25" fmla="*/ 664169 w 1600190"/>
              <a:gd name="connsiteY25" fmla="*/ 1644621 h 1652129"/>
              <a:gd name="connsiteX26" fmla="*/ 547329 w 1600190"/>
              <a:gd name="connsiteY26" fmla="*/ 1568421 h 1652129"/>
              <a:gd name="connsiteX27" fmla="*/ 523337 w 1600190"/>
              <a:gd name="connsiteY27" fmla="*/ 1482520 h 1652129"/>
              <a:gd name="connsiteX28" fmla="*/ 480629 w 1600190"/>
              <a:gd name="connsiteY28" fmla="*/ 1442398 h 1652129"/>
              <a:gd name="connsiteX29" fmla="*/ 440097 w 1600190"/>
              <a:gd name="connsiteY29" fmla="*/ 1422865 h 1652129"/>
              <a:gd name="connsiteX30" fmla="*/ 352159 w 1600190"/>
              <a:gd name="connsiteY30" fmla="*/ 1424865 h 1652129"/>
              <a:gd name="connsiteX31" fmla="*/ 264901 w 1600190"/>
              <a:gd name="connsiteY31" fmla="*/ 1436330 h 1652129"/>
              <a:gd name="connsiteX32" fmla="*/ 162081 w 1600190"/>
              <a:gd name="connsiteY32" fmla="*/ 1478227 h 1652129"/>
              <a:gd name="connsiteX33" fmla="*/ 27325 w 1600190"/>
              <a:gd name="connsiteY33" fmla="*/ 1489749 h 1652129"/>
              <a:gd name="connsiteX34" fmla="*/ 13929 w 1600190"/>
              <a:gd name="connsiteY34" fmla="*/ 770861 h 1652129"/>
              <a:gd name="connsiteX35" fmla="*/ 24279 w 1600190"/>
              <a:gd name="connsiteY35" fmla="*/ 104431 h 1652129"/>
              <a:gd name="connsiteX0" fmla="*/ 24279 w 1599121"/>
              <a:gd name="connsiteY0" fmla="*/ 104431 h 1652129"/>
              <a:gd name="connsiteX1" fmla="*/ 298409 w 1599121"/>
              <a:gd name="connsiteY1" fmla="*/ 13941 h 1652129"/>
              <a:gd name="connsiteX2" fmla="*/ 953729 w 1599121"/>
              <a:gd name="connsiteY2" fmla="*/ 3781 h 1652129"/>
              <a:gd name="connsiteX3" fmla="*/ 1339809 w 1599121"/>
              <a:gd name="connsiteY3" fmla="*/ 3781 h 1652129"/>
              <a:gd name="connsiteX4" fmla="*/ 1431249 w 1599121"/>
              <a:gd name="connsiteY4" fmla="*/ 8861 h 1652129"/>
              <a:gd name="connsiteX5" fmla="*/ 1476969 w 1599121"/>
              <a:gd name="connsiteY5" fmla="*/ 105381 h 1652129"/>
              <a:gd name="connsiteX6" fmla="*/ 1568409 w 1599121"/>
              <a:gd name="connsiteY6" fmla="*/ 298421 h 1652129"/>
              <a:gd name="connsiteX7" fmla="*/ 1566714 w 1599121"/>
              <a:gd name="connsiteY7" fmla="*/ 597506 h 1652129"/>
              <a:gd name="connsiteX8" fmla="*/ 1461729 w 1599121"/>
              <a:gd name="connsiteY8" fmla="*/ 567661 h 1652129"/>
              <a:gd name="connsiteX9" fmla="*/ 1378669 w 1599121"/>
              <a:gd name="connsiteY9" fmla="*/ 568294 h 1652129"/>
              <a:gd name="connsiteX10" fmla="*/ 1297429 w 1599121"/>
              <a:gd name="connsiteY10" fmla="*/ 650846 h 1652129"/>
              <a:gd name="connsiteX11" fmla="*/ 1307591 w 1599121"/>
              <a:gd name="connsiteY11" fmla="*/ 774040 h 1652129"/>
              <a:gd name="connsiteX12" fmla="*/ 1404027 w 1599121"/>
              <a:gd name="connsiteY12" fmla="*/ 819127 h 1652129"/>
              <a:gd name="connsiteX13" fmla="*/ 1476970 w 1599121"/>
              <a:gd name="connsiteY13" fmla="*/ 822934 h 1652129"/>
              <a:gd name="connsiteX14" fmla="*/ 1589331 w 1599121"/>
              <a:gd name="connsiteY14" fmla="*/ 770867 h 1652129"/>
              <a:gd name="connsiteX15" fmla="*/ 1583649 w 1599121"/>
              <a:gd name="connsiteY15" fmla="*/ 1065501 h 1652129"/>
              <a:gd name="connsiteX16" fmla="*/ 1503783 w 1599121"/>
              <a:gd name="connsiteY16" fmla="*/ 1311867 h 1652129"/>
              <a:gd name="connsiteX17" fmla="*/ 1421370 w 1599121"/>
              <a:gd name="connsiteY17" fmla="*/ 1463147 h 1652129"/>
              <a:gd name="connsiteX18" fmla="*/ 1309329 w 1599121"/>
              <a:gd name="connsiteY18" fmla="*/ 1360141 h 1652129"/>
              <a:gd name="connsiteX19" fmla="*/ 1151849 w 1599121"/>
              <a:gd name="connsiteY19" fmla="*/ 1289021 h 1652129"/>
              <a:gd name="connsiteX20" fmla="*/ 928329 w 1599121"/>
              <a:gd name="connsiteY20" fmla="*/ 1268701 h 1652129"/>
              <a:gd name="connsiteX21" fmla="*/ 862289 w 1599121"/>
              <a:gd name="connsiteY21" fmla="*/ 1324581 h 1652129"/>
              <a:gd name="connsiteX22" fmla="*/ 913089 w 1599121"/>
              <a:gd name="connsiteY22" fmla="*/ 1441421 h 1652129"/>
              <a:gd name="connsiteX23" fmla="*/ 933409 w 1599121"/>
              <a:gd name="connsiteY23" fmla="*/ 1558261 h 1652129"/>
              <a:gd name="connsiteX24" fmla="*/ 811489 w 1599121"/>
              <a:gd name="connsiteY24" fmla="*/ 1639541 h 1652129"/>
              <a:gd name="connsiteX25" fmla="*/ 664169 w 1599121"/>
              <a:gd name="connsiteY25" fmla="*/ 1644621 h 1652129"/>
              <a:gd name="connsiteX26" fmla="*/ 547329 w 1599121"/>
              <a:gd name="connsiteY26" fmla="*/ 1568421 h 1652129"/>
              <a:gd name="connsiteX27" fmla="*/ 523337 w 1599121"/>
              <a:gd name="connsiteY27" fmla="*/ 1482520 h 1652129"/>
              <a:gd name="connsiteX28" fmla="*/ 480629 w 1599121"/>
              <a:gd name="connsiteY28" fmla="*/ 1442398 h 1652129"/>
              <a:gd name="connsiteX29" fmla="*/ 440097 w 1599121"/>
              <a:gd name="connsiteY29" fmla="*/ 1422865 h 1652129"/>
              <a:gd name="connsiteX30" fmla="*/ 352159 w 1599121"/>
              <a:gd name="connsiteY30" fmla="*/ 1424865 h 1652129"/>
              <a:gd name="connsiteX31" fmla="*/ 264901 w 1599121"/>
              <a:gd name="connsiteY31" fmla="*/ 1436330 h 1652129"/>
              <a:gd name="connsiteX32" fmla="*/ 162081 w 1599121"/>
              <a:gd name="connsiteY32" fmla="*/ 1478227 h 1652129"/>
              <a:gd name="connsiteX33" fmla="*/ 27325 w 1599121"/>
              <a:gd name="connsiteY33" fmla="*/ 1489749 h 1652129"/>
              <a:gd name="connsiteX34" fmla="*/ 13929 w 1599121"/>
              <a:gd name="connsiteY34" fmla="*/ 770861 h 1652129"/>
              <a:gd name="connsiteX35" fmla="*/ 24279 w 1599121"/>
              <a:gd name="connsiteY35" fmla="*/ 104431 h 1652129"/>
              <a:gd name="connsiteX0" fmla="*/ 24279 w 1598672"/>
              <a:gd name="connsiteY0" fmla="*/ 104431 h 1652129"/>
              <a:gd name="connsiteX1" fmla="*/ 298409 w 1598672"/>
              <a:gd name="connsiteY1" fmla="*/ 13941 h 1652129"/>
              <a:gd name="connsiteX2" fmla="*/ 953729 w 1598672"/>
              <a:gd name="connsiteY2" fmla="*/ 3781 h 1652129"/>
              <a:gd name="connsiteX3" fmla="*/ 1339809 w 1598672"/>
              <a:gd name="connsiteY3" fmla="*/ 3781 h 1652129"/>
              <a:gd name="connsiteX4" fmla="*/ 1431249 w 1598672"/>
              <a:gd name="connsiteY4" fmla="*/ 8861 h 1652129"/>
              <a:gd name="connsiteX5" fmla="*/ 1476969 w 1598672"/>
              <a:gd name="connsiteY5" fmla="*/ 105381 h 1652129"/>
              <a:gd name="connsiteX6" fmla="*/ 1568409 w 1598672"/>
              <a:gd name="connsiteY6" fmla="*/ 298421 h 1652129"/>
              <a:gd name="connsiteX7" fmla="*/ 1566714 w 1598672"/>
              <a:gd name="connsiteY7" fmla="*/ 597506 h 1652129"/>
              <a:gd name="connsiteX8" fmla="*/ 1461729 w 1598672"/>
              <a:gd name="connsiteY8" fmla="*/ 567661 h 1652129"/>
              <a:gd name="connsiteX9" fmla="*/ 1378669 w 1598672"/>
              <a:gd name="connsiteY9" fmla="*/ 568294 h 1652129"/>
              <a:gd name="connsiteX10" fmla="*/ 1297429 w 1598672"/>
              <a:gd name="connsiteY10" fmla="*/ 650846 h 1652129"/>
              <a:gd name="connsiteX11" fmla="*/ 1307591 w 1598672"/>
              <a:gd name="connsiteY11" fmla="*/ 774040 h 1652129"/>
              <a:gd name="connsiteX12" fmla="*/ 1404027 w 1598672"/>
              <a:gd name="connsiteY12" fmla="*/ 819127 h 1652129"/>
              <a:gd name="connsiteX13" fmla="*/ 1476970 w 1598672"/>
              <a:gd name="connsiteY13" fmla="*/ 822934 h 1652129"/>
              <a:gd name="connsiteX14" fmla="*/ 1589331 w 1598672"/>
              <a:gd name="connsiteY14" fmla="*/ 770867 h 1652129"/>
              <a:gd name="connsiteX15" fmla="*/ 1583649 w 1598672"/>
              <a:gd name="connsiteY15" fmla="*/ 1065501 h 1652129"/>
              <a:gd name="connsiteX16" fmla="*/ 1513662 w 1598672"/>
              <a:gd name="connsiteY16" fmla="*/ 1313389 h 1652129"/>
              <a:gd name="connsiteX17" fmla="*/ 1421370 w 1598672"/>
              <a:gd name="connsiteY17" fmla="*/ 1463147 h 1652129"/>
              <a:gd name="connsiteX18" fmla="*/ 1309329 w 1598672"/>
              <a:gd name="connsiteY18" fmla="*/ 1360141 h 1652129"/>
              <a:gd name="connsiteX19" fmla="*/ 1151849 w 1598672"/>
              <a:gd name="connsiteY19" fmla="*/ 1289021 h 1652129"/>
              <a:gd name="connsiteX20" fmla="*/ 928329 w 1598672"/>
              <a:gd name="connsiteY20" fmla="*/ 1268701 h 1652129"/>
              <a:gd name="connsiteX21" fmla="*/ 862289 w 1598672"/>
              <a:gd name="connsiteY21" fmla="*/ 1324581 h 1652129"/>
              <a:gd name="connsiteX22" fmla="*/ 913089 w 1598672"/>
              <a:gd name="connsiteY22" fmla="*/ 1441421 h 1652129"/>
              <a:gd name="connsiteX23" fmla="*/ 933409 w 1598672"/>
              <a:gd name="connsiteY23" fmla="*/ 1558261 h 1652129"/>
              <a:gd name="connsiteX24" fmla="*/ 811489 w 1598672"/>
              <a:gd name="connsiteY24" fmla="*/ 1639541 h 1652129"/>
              <a:gd name="connsiteX25" fmla="*/ 664169 w 1598672"/>
              <a:gd name="connsiteY25" fmla="*/ 1644621 h 1652129"/>
              <a:gd name="connsiteX26" fmla="*/ 547329 w 1598672"/>
              <a:gd name="connsiteY26" fmla="*/ 1568421 h 1652129"/>
              <a:gd name="connsiteX27" fmla="*/ 523337 w 1598672"/>
              <a:gd name="connsiteY27" fmla="*/ 1482520 h 1652129"/>
              <a:gd name="connsiteX28" fmla="*/ 480629 w 1598672"/>
              <a:gd name="connsiteY28" fmla="*/ 1442398 h 1652129"/>
              <a:gd name="connsiteX29" fmla="*/ 440097 w 1598672"/>
              <a:gd name="connsiteY29" fmla="*/ 1422865 h 1652129"/>
              <a:gd name="connsiteX30" fmla="*/ 352159 w 1598672"/>
              <a:gd name="connsiteY30" fmla="*/ 1424865 h 1652129"/>
              <a:gd name="connsiteX31" fmla="*/ 264901 w 1598672"/>
              <a:gd name="connsiteY31" fmla="*/ 1436330 h 1652129"/>
              <a:gd name="connsiteX32" fmla="*/ 162081 w 1598672"/>
              <a:gd name="connsiteY32" fmla="*/ 1478227 h 1652129"/>
              <a:gd name="connsiteX33" fmla="*/ 27325 w 1598672"/>
              <a:gd name="connsiteY33" fmla="*/ 1489749 h 1652129"/>
              <a:gd name="connsiteX34" fmla="*/ 13929 w 1598672"/>
              <a:gd name="connsiteY34" fmla="*/ 770861 h 1652129"/>
              <a:gd name="connsiteX35" fmla="*/ 24279 w 1598672"/>
              <a:gd name="connsiteY35" fmla="*/ 104431 h 1652129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862289 w 1598672"/>
              <a:gd name="connsiteY21" fmla="*/ 1324581 h 1652290"/>
              <a:gd name="connsiteX22" fmla="*/ 913089 w 1598672"/>
              <a:gd name="connsiteY22" fmla="*/ 1441421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862289 w 1598672"/>
              <a:gd name="connsiteY21" fmla="*/ 1324581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928329 w 1598672"/>
              <a:gd name="connsiteY20" fmla="*/ 1268701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51849 w 1598672"/>
              <a:gd name="connsiteY19" fmla="*/ 128902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9329 w 1598672"/>
              <a:gd name="connsiteY18" fmla="*/ 1360141 h 1652290"/>
              <a:gd name="connsiteX19" fmla="*/ 1185440 w 1598672"/>
              <a:gd name="connsiteY19" fmla="*/ 135595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85440 w 1598672"/>
              <a:gd name="connsiteY19" fmla="*/ 1355951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523337 w 1598672"/>
              <a:gd name="connsiteY27" fmla="*/ 1482520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480629 w 1598672"/>
              <a:gd name="connsiteY28" fmla="*/ 1442398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40097 w 1598672"/>
              <a:gd name="connsiteY29" fmla="*/ 1422865 h 1652290"/>
              <a:gd name="connsiteX30" fmla="*/ 352159 w 1598672"/>
              <a:gd name="connsiteY30" fmla="*/ 1424865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40097 w 1598672"/>
              <a:gd name="connsiteY29" fmla="*/ 1422865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09609 w 1598672"/>
              <a:gd name="connsiteY28" fmla="*/ 1424144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41223 w 1598672"/>
              <a:gd name="connsiteY28" fmla="*/ 1405890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71596 w 1598672"/>
              <a:gd name="connsiteY22" fmla="*/ 1456633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913663 w 1598672"/>
              <a:gd name="connsiteY21" fmla="*/ 1371736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17244 w 1598672"/>
              <a:gd name="connsiteY20" fmla="*/ 1355407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75560 w 1598672"/>
              <a:gd name="connsiteY19" fmla="*/ 1336177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305377 w 1598672"/>
              <a:gd name="connsiteY18" fmla="*/ 1395127 h 1652290"/>
              <a:gd name="connsiteX19" fmla="*/ 1180828 w 1598672"/>
              <a:gd name="connsiteY19" fmla="*/ 1374712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63519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31067 h 1652290"/>
              <a:gd name="connsiteX21" fmla="*/ 879413 w 1598672"/>
              <a:gd name="connsiteY21" fmla="*/ 1365652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22512 w 1598672"/>
              <a:gd name="connsiteY20" fmla="*/ 1331067 h 1652290"/>
              <a:gd name="connsiteX21" fmla="*/ 889952 w 1598672"/>
              <a:gd name="connsiteY21" fmla="*/ 1363623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2290"/>
              <a:gd name="connsiteX1" fmla="*/ 298409 w 1598672"/>
              <a:gd name="connsiteY1" fmla="*/ 13941 h 1652290"/>
              <a:gd name="connsiteX2" fmla="*/ 953729 w 1598672"/>
              <a:gd name="connsiteY2" fmla="*/ 3781 h 1652290"/>
              <a:gd name="connsiteX3" fmla="*/ 1339809 w 1598672"/>
              <a:gd name="connsiteY3" fmla="*/ 3781 h 1652290"/>
              <a:gd name="connsiteX4" fmla="*/ 1431249 w 1598672"/>
              <a:gd name="connsiteY4" fmla="*/ 8861 h 1652290"/>
              <a:gd name="connsiteX5" fmla="*/ 1476969 w 1598672"/>
              <a:gd name="connsiteY5" fmla="*/ 105381 h 1652290"/>
              <a:gd name="connsiteX6" fmla="*/ 1568409 w 1598672"/>
              <a:gd name="connsiteY6" fmla="*/ 298421 h 1652290"/>
              <a:gd name="connsiteX7" fmla="*/ 1566714 w 1598672"/>
              <a:gd name="connsiteY7" fmla="*/ 597506 h 1652290"/>
              <a:gd name="connsiteX8" fmla="*/ 1461729 w 1598672"/>
              <a:gd name="connsiteY8" fmla="*/ 567661 h 1652290"/>
              <a:gd name="connsiteX9" fmla="*/ 1378669 w 1598672"/>
              <a:gd name="connsiteY9" fmla="*/ 568294 h 1652290"/>
              <a:gd name="connsiteX10" fmla="*/ 1297429 w 1598672"/>
              <a:gd name="connsiteY10" fmla="*/ 650846 h 1652290"/>
              <a:gd name="connsiteX11" fmla="*/ 1307591 w 1598672"/>
              <a:gd name="connsiteY11" fmla="*/ 774040 h 1652290"/>
              <a:gd name="connsiteX12" fmla="*/ 1404027 w 1598672"/>
              <a:gd name="connsiteY12" fmla="*/ 819127 h 1652290"/>
              <a:gd name="connsiteX13" fmla="*/ 1476970 w 1598672"/>
              <a:gd name="connsiteY13" fmla="*/ 822934 h 1652290"/>
              <a:gd name="connsiteX14" fmla="*/ 1589331 w 1598672"/>
              <a:gd name="connsiteY14" fmla="*/ 770867 h 1652290"/>
              <a:gd name="connsiteX15" fmla="*/ 1583649 w 1598672"/>
              <a:gd name="connsiteY15" fmla="*/ 1065501 h 1652290"/>
              <a:gd name="connsiteX16" fmla="*/ 1513662 w 1598672"/>
              <a:gd name="connsiteY16" fmla="*/ 1313389 h 1652290"/>
              <a:gd name="connsiteX17" fmla="*/ 1421370 w 1598672"/>
              <a:gd name="connsiteY17" fmla="*/ 1463147 h 1652290"/>
              <a:gd name="connsiteX18" fmla="*/ 1297473 w 1598672"/>
              <a:gd name="connsiteY18" fmla="*/ 1421494 h 1652290"/>
              <a:gd name="connsiteX19" fmla="*/ 1180828 w 1598672"/>
              <a:gd name="connsiteY19" fmla="*/ 1374712 h 1652290"/>
              <a:gd name="connsiteX20" fmla="*/ 1035685 w 1598672"/>
              <a:gd name="connsiteY20" fmla="*/ 1349321 h 1652290"/>
              <a:gd name="connsiteX21" fmla="*/ 889952 w 1598672"/>
              <a:gd name="connsiteY21" fmla="*/ 1363623 h 1652290"/>
              <a:gd name="connsiteX22" fmla="*/ 855788 w 1598672"/>
              <a:gd name="connsiteY22" fmla="*/ 1450548 h 1652290"/>
              <a:gd name="connsiteX23" fmla="*/ 905747 w 1598672"/>
              <a:gd name="connsiteY23" fmla="*/ 1555219 h 1652290"/>
              <a:gd name="connsiteX24" fmla="*/ 811489 w 1598672"/>
              <a:gd name="connsiteY24" fmla="*/ 1639541 h 1652290"/>
              <a:gd name="connsiteX25" fmla="*/ 664169 w 1598672"/>
              <a:gd name="connsiteY25" fmla="*/ 1644621 h 1652290"/>
              <a:gd name="connsiteX26" fmla="*/ 547329 w 1598672"/>
              <a:gd name="connsiteY26" fmla="*/ 1568421 h 1652290"/>
              <a:gd name="connsiteX27" fmla="*/ 605007 w 1598672"/>
              <a:gd name="connsiteY27" fmla="*/ 1474407 h 1652290"/>
              <a:gd name="connsiteX28" fmla="*/ 554396 w 1598672"/>
              <a:gd name="connsiteY28" fmla="*/ 1411975 h 1652290"/>
              <a:gd name="connsiteX29" fmla="*/ 471711 w 1598672"/>
              <a:gd name="connsiteY29" fmla="*/ 1394471 h 1652290"/>
              <a:gd name="connsiteX30" fmla="*/ 373236 w 1598672"/>
              <a:gd name="connsiteY30" fmla="*/ 1408640 h 1652290"/>
              <a:gd name="connsiteX31" fmla="*/ 264901 w 1598672"/>
              <a:gd name="connsiteY31" fmla="*/ 1436330 h 1652290"/>
              <a:gd name="connsiteX32" fmla="*/ 162081 w 1598672"/>
              <a:gd name="connsiteY32" fmla="*/ 1478227 h 1652290"/>
              <a:gd name="connsiteX33" fmla="*/ 27325 w 1598672"/>
              <a:gd name="connsiteY33" fmla="*/ 1489749 h 1652290"/>
              <a:gd name="connsiteX34" fmla="*/ 13929 w 1598672"/>
              <a:gd name="connsiteY34" fmla="*/ 770861 h 1652290"/>
              <a:gd name="connsiteX35" fmla="*/ 24279 w 1598672"/>
              <a:gd name="connsiteY35" fmla="*/ 104431 h 1652290"/>
              <a:gd name="connsiteX0" fmla="*/ 24279 w 1598672"/>
              <a:gd name="connsiteY0" fmla="*/ 104431 h 1651971"/>
              <a:gd name="connsiteX1" fmla="*/ 298409 w 1598672"/>
              <a:gd name="connsiteY1" fmla="*/ 13941 h 1651971"/>
              <a:gd name="connsiteX2" fmla="*/ 953729 w 1598672"/>
              <a:gd name="connsiteY2" fmla="*/ 3781 h 1651971"/>
              <a:gd name="connsiteX3" fmla="*/ 1339809 w 1598672"/>
              <a:gd name="connsiteY3" fmla="*/ 3781 h 1651971"/>
              <a:gd name="connsiteX4" fmla="*/ 1431249 w 1598672"/>
              <a:gd name="connsiteY4" fmla="*/ 8861 h 1651971"/>
              <a:gd name="connsiteX5" fmla="*/ 1476969 w 1598672"/>
              <a:gd name="connsiteY5" fmla="*/ 105381 h 1651971"/>
              <a:gd name="connsiteX6" fmla="*/ 1568409 w 1598672"/>
              <a:gd name="connsiteY6" fmla="*/ 298421 h 1651971"/>
              <a:gd name="connsiteX7" fmla="*/ 1566714 w 1598672"/>
              <a:gd name="connsiteY7" fmla="*/ 597506 h 1651971"/>
              <a:gd name="connsiteX8" fmla="*/ 1461729 w 1598672"/>
              <a:gd name="connsiteY8" fmla="*/ 567661 h 1651971"/>
              <a:gd name="connsiteX9" fmla="*/ 1378669 w 1598672"/>
              <a:gd name="connsiteY9" fmla="*/ 568294 h 1651971"/>
              <a:gd name="connsiteX10" fmla="*/ 1297429 w 1598672"/>
              <a:gd name="connsiteY10" fmla="*/ 650846 h 1651971"/>
              <a:gd name="connsiteX11" fmla="*/ 1307591 w 1598672"/>
              <a:gd name="connsiteY11" fmla="*/ 774040 h 1651971"/>
              <a:gd name="connsiteX12" fmla="*/ 1404027 w 1598672"/>
              <a:gd name="connsiteY12" fmla="*/ 819127 h 1651971"/>
              <a:gd name="connsiteX13" fmla="*/ 1476970 w 1598672"/>
              <a:gd name="connsiteY13" fmla="*/ 822934 h 1651971"/>
              <a:gd name="connsiteX14" fmla="*/ 1589331 w 1598672"/>
              <a:gd name="connsiteY14" fmla="*/ 770867 h 1651971"/>
              <a:gd name="connsiteX15" fmla="*/ 1583649 w 1598672"/>
              <a:gd name="connsiteY15" fmla="*/ 1065501 h 1651971"/>
              <a:gd name="connsiteX16" fmla="*/ 1513662 w 1598672"/>
              <a:gd name="connsiteY16" fmla="*/ 1313389 h 1651971"/>
              <a:gd name="connsiteX17" fmla="*/ 1421370 w 1598672"/>
              <a:gd name="connsiteY17" fmla="*/ 1463147 h 1651971"/>
              <a:gd name="connsiteX18" fmla="*/ 1297473 w 1598672"/>
              <a:gd name="connsiteY18" fmla="*/ 1421494 h 1651971"/>
              <a:gd name="connsiteX19" fmla="*/ 1180828 w 1598672"/>
              <a:gd name="connsiteY19" fmla="*/ 1374712 h 1651971"/>
              <a:gd name="connsiteX20" fmla="*/ 1035685 w 1598672"/>
              <a:gd name="connsiteY20" fmla="*/ 1349321 h 1651971"/>
              <a:gd name="connsiteX21" fmla="*/ 889952 w 1598672"/>
              <a:gd name="connsiteY21" fmla="*/ 1363623 h 1651971"/>
              <a:gd name="connsiteX22" fmla="*/ 855788 w 1598672"/>
              <a:gd name="connsiteY22" fmla="*/ 1450548 h 1651971"/>
              <a:gd name="connsiteX23" fmla="*/ 947900 w 1598672"/>
              <a:gd name="connsiteY23" fmla="*/ 1561303 h 1651971"/>
              <a:gd name="connsiteX24" fmla="*/ 811489 w 1598672"/>
              <a:gd name="connsiteY24" fmla="*/ 1639541 h 1651971"/>
              <a:gd name="connsiteX25" fmla="*/ 664169 w 1598672"/>
              <a:gd name="connsiteY25" fmla="*/ 1644621 h 1651971"/>
              <a:gd name="connsiteX26" fmla="*/ 547329 w 1598672"/>
              <a:gd name="connsiteY26" fmla="*/ 1568421 h 1651971"/>
              <a:gd name="connsiteX27" fmla="*/ 605007 w 1598672"/>
              <a:gd name="connsiteY27" fmla="*/ 1474407 h 1651971"/>
              <a:gd name="connsiteX28" fmla="*/ 554396 w 1598672"/>
              <a:gd name="connsiteY28" fmla="*/ 1411975 h 1651971"/>
              <a:gd name="connsiteX29" fmla="*/ 471711 w 1598672"/>
              <a:gd name="connsiteY29" fmla="*/ 1394471 h 1651971"/>
              <a:gd name="connsiteX30" fmla="*/ 373236 w 1598672"/>
              <a:gd name="connsiteY30" fmla="*/ 1408640 h 1651971"/>
              <a:gd name="connsiteX31" fmla="*/ 264901 w 1598672"/>
              <a:gd name="connsiteY31" fmla="*/ 1436330 h 1651971"/>
              <a:gd name="connsiteX32" fmla="*/ 162081 w 1598672"/>
              <a:gd name="connsiteY32" fmla="*/ 1478227 h 1651971"/>
              <a:gd name="connsiteX33" fmla="*/ 27325 w 1598672"/>
              <a:gd name="connsiteY33" fmla="*/ 1489749 h 1651971"/>
              <a:gd name="connsiteX34" fmla="*/ 13929 w 1598672"/>
              <a:gd name="connsiteY34" fmla="*/ 770861 h 1651971"/>
              <a:gd name="connsiteX35" fmla="*/ 24279 w 1598672"/>
              <a:gd name="connsiteY35" fmla="*/ 104431 h 1651971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889952 w 1598672"/>
              <a:gd name="connsiteY21" fmla="*/ 1363623 h 1652114"/>
              <a:gd name="connsiteX22" fmla="*/ 855788 w 1598672"/>
              <a:gd name="connsiteY22" fmla="*/ 1450548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55788 w 1598672"/>
              <a:gd name="connsiteY22" fmla="*/ 1450548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605007 w 1598672"/>
              <a:gd name="connsiteY27" fmla="*/ 1474407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13663 w 1598672"/>
              <a:gd name="connsiteY21" fmla="*/ 136768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35685 w 1598672"/>
              <a:gd name="connsiteY20" fmla="*/ 1349321 h 1652114"/>
              <a:gd name="connsiteX21" fmla="*/ 945277 w 1598672"/>
              <a:gd name="connsiteY21" fmla="*/ 137985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59395 w 1598672"/>
              <a:gd name="connsiteY20" fmla="*/ 1365548 h 1652114"/>
              <a:gd name="connsiteX21" fmla="*/ 945277 w 1598672"/>
              <a:gd name="connsiteY21" fmla="*/ 1379851 h 1652114"/>
              <a:gd name="connsiteX22" fmla="*/ 876864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52114"/>
              <a:gd name="connsiteX1" fmla="*/ 298409 w 1598672"/>
              <a:gd name="connsiteY1" fmla="*/ 13941 h 1652114"/>
              <a:gd name="connsiteX2" fmla="*/ 953729 w 1598672"/>
              <a:gd name="connsiteY2" fmla="*/ 3781 h 1652114"/>
              <a:gd name="connsiteX3" fmla="*/ 1339809 w 1598672"/>
              <a:gd name="connsiteY3" fmla="*/ 3781 h 1652114"/>
              <a:gd name="connsiteX4" fmla="*/ 1431249 w 1598672"/>
              <a:gd name="connsiteY4" fmla="*/ 8861 h 1652114"/>
              <a:gd name="connsiteX5" fmla="*/ 1476969 w 1598672"/>
              <a:gd name="connsiteY5" fmla="*/ 105381 h 1652114"/>
              <a:gd name="connsiteX6" fmla="*/ 1568409 w 1598672"/>
              <a:gd name="connsiteY6" fmla="*/ 298421 h 1652114"/>
              <a:gd name="connsiteX7" fmla="*/ 1566714 w 1598672"/>
              <a:gd name="connsiteY7" fmla="*/ 597506 h 1652114"/>
              <a:gd name="connsiteX8" fmla="*/ 1461729 w 1598672"/>
              <a:gd name="connsiteY8" fmla="*/ 567661 h 1652114"/>
              <a:gd name="connsiteX9" fmla="*/ 1378669 w 1598672"/>
              <a:gd name="connsiteY9" fmla="*/ 568294 h 1652114"/>
              <a:gd name="connsiteX10" fmla="*/ 1297429 w 1598672"/>
              <a:gd name="connsiteY10" fmla="*/ 650846 h 1652114"/>
              <a:gd name="connsiteX11" fmla="*/ 1307591 w 1598672"/>
              <a:gd name="connsiteY11" fmla="*/ 774040 h 1652114"/>
              <a:gd name="connsiteX12" fmla="*/ 1404027 w 1598672"/>
              <a:gd name="connsiteY12" fmla="*/ 819127 h 1652114"/>
              <a:gd name="connsiteX13" fmla="*/ 1476970 w 1598672"/>
              <a:gd name="connsiteY13" fmla="*/ 822934 h 1652114"/>
              <a:gd name="connsiteX14" fmla="*/ 1589331 w 1598672"/>
              <a:gd name="connsiteY14" fmla="*/ 770867 h 1652114"/>
              <a:gd name="connsiteX15" fmla="*/ 1583649 w 1598672"/>
              <a:gd name="connsiteY15" fmla="*/ 1065501 h 1652114"/>
              <a:gd name="connsiteX16" fmla="*/ 1513662 w 1598672"/>
              <a:gd name="connsiteY16" fmla="*/ 1313389 h 1652114"/>
              <a:gd name="connsiteX17" fmla="*/ 1421370 w 1598672"/>
              <a:gd name="connsiteY17" fmla="*/ 1463147 h 1652114"/>
              <a:gd name="connsiteX18" fmla="*/ 1297473 w 1598672"/>
              <a:gd name="connsiteY18" fmla="*/ 1421494 h 1652114"/>
              <a:gd name="connsiteX19" fmla="*/ 1180828 w 1598672"/>
              <a:gd name="connsiteY19" fmla="*/ 1374712 h 1652114"/>
              <a:gd name="connsiteX20" fmla="*/ 1059395 w 1598672"/>
              <a:gd name="connsiteY20" fmla="*/ 1365548 h 1652114"/>
              <a:gd name="connsiteX21" fmla="*/ 945277 w 1598672"/>
              <a:gd name="connsiteY21" fmla="*/ 1379851 h 1652114"/>
              <a:gd name="connsiteX22" fmla="*/ 895306 w 1598672"/>
              <a:gd name="connsiteY22" fmla="*/ 1458661 h 1652114"/>
              <a:gd name="connsiteX23" fmla="*/ 947900 w 1598672"/>
              <a:gd name="connsiteY23" fmla="*/ 1561303 h 1652114"/>
              <a:gd name="connsiteX24" fmla="*/ 811489 w 1598672"/>
              <a:gd name="connsiteY24" fmla="*/ 1639541 h 1652114"/>
              <a:gd name="connsiteX25" fmla="*/ 664169 w 1598672"/>
              <a:gd name="connsiteY25" fmla="*/ 1644621 h 1652114"/>
              <a:gd name="connsiteX26" fmla="*/ 520984 w 1598672"/>
              <a:gd name="connsiteY26" fmla="*/ 1566392 h 1652114"/>
              <a:gd name="connsiteX27" fmla="*/ 581296 w 1598672"/>
              <a:gd name="connsiteY27" fmla="*/ 1470351 h 1652114"/>
              <a:gd name="connsiteX28" fmla="*/ 554396 w 1598672"/>
              <a:gd name="connsiteY28" fmla="*/ 1411975 h 1652114"/>
              <a:gd name="connsiteX29" fmla="*/ 471711 w 1598672"/>
              <a:gd name="connsiteY29" fmla="*/ 1394471 h 1652114"/>
              <a:gd name="connsiteX30" fmla="*/ 373236 w 1598672"/>
              <a:gd name="connsiteY30" fmla="*/ 1408640 h 1652114"/>
              <a:gd name="connsiteX31" fmla="*/ 264901 w 1598672"/>
              <a:gd name="connsiteY31" fmla="*/ 1436330 h 1652114"/>
              <a:gd name="connsiteX32" fmla="*/ 162081 w 1598672"/>
              <a:gd name="connsiteY32" fmla="*/ 1478227 h 1652114"/>
              <a:gd name="connsiteX33" fmla="*/ 27325 w 1598672"/>
              <a:gd name="connsiteY33" fmla="*/ 1489749 h 1652114"/>
              <a:gd name="connsiteX34" fmla="*/ 13929 w 1598672"/>
              <a:gd name="connsiteY34" fmla="*/ 770861 h 1652114"/>
              <a:gd name="connsiteX35" fmla="*/ 24279 w 1598672"/>
              <a:gd name="connsiteY35" fmla="*/ 104431 h 1652114"/>
              <a:gd name="connsiteX0" fmla="*/ 24279 w 1598672"/>
              <a:gd name="connsiteY0" fmla="*/ 104431 h 1649582"/>
              <a:gd name="connsiteX1" fmla="*/ 298409 w 1598672"/>
              <a:gd name="connsiteY1" fmla="*/ 13941 h 1649582"/>
              <a:gd name="connsiteX2" fmla="*/ 953729 w 1598672"/>
              <a:gd name="connsiteY2" fmla="*/ 3781 h 1649582"/>
              <a:gd name="connsiteX3" fmla="*/ 1339809 w 1598672"/>
              <a:gd name="connsiteY3" fmla="*/ 3781 h 1649582"/>
              <a:gd name="connsiteX4" fmla="*/ 1431249 w 1598672"/>
              <a:gd name="connsiteY4" fmla="*/ 8861 h 1649582"/>
              <a:gd name="connsiteX5" fmla="*/ 1476969 w 1598672"/>
              <a:gd name="connsiteY5" fmla="*/ 105381 h 1649582"/>
              <a:gd name="connsiteX6" fmla="*/ 1568409 w 1598672"/>
              <a:gd name="connsiteY6" fmla="*/ 298421 h 1649582"/>
              <a:gd name="connsiteX7" fmla="*/ 1566714 w 1598672"/>
              <a:gd name="connsiteY7" fmla="*/ 597506 h 1649582"/>
              <a:gd name="connsiteX8" fmla="*/ 1461729 w 1598672"/>
              <a:gd name="connsiteY8" fmla="*/ 567661 h 1649582"/>
              <a:gd name="connsiteX9" fmla="*/ 1378669 w 1598672"/>
              <a:gd name="connsiteY9" fmla="*/ 568294 h 1649582"/>
              <a:gd name="connsiteX10" fmla="*/ 1297429 w 1598672"/>
              <a:gd name="connsiteY10" fmla="*/ 650846 h 1649582"/>
              <a:gd name="connsiteX11" fmla="*/ 1307591 w 1598672"/>
              <a:gd name="connsiteY11" fmla="*/ 774040 h 1649582"/>
              <a:gd name="connsiteX12" fmla="*/ 1404027 w 1598672"/>
              <a:gd name="connsiteY12" fmla="*/ 819127 h 1649582"/>
              <a:gd name="connsiteX13" fmla="*/ 1476970 w 1598672"/>
              <a:gd name="connsiteY13" fmla="*/ 822934 h 1649582"/>
              <a:gd name="connsiteX14" fmla="*/ 1589331 w 1598672"/>
              <a:gd name="connsiteY14" fmla="*/ 770867 h 1649582"/>
              <a:gd name="connsiteX15" fmla="*/ 1583649 w 1598672"/>
              <a:gd name="connsiteY15" fmla="*/ 1065501 h 1649582"/>
              <a:gd name="connsiteX16" fmla="*/ 1513662 w 1598672"/>
              <a:gd name="connsiteY16" fmla="*/ 1313389 h 1649582"/>
              <a:gd name="connsiteX17" fmla="*/ 1421370 w 1598672"/>
              <a:gd name="connsiteY17" fmla="*/ 1463147 h 1649582"/>
              <a:gd name="connsiteX18" fmla="*/ 1297473 w 1598672"/>
              <a:gd name="connsiteY18" fmla="*/ 1421494 h 1649582"/>
              <a:gd name="connsiteX19" fmla="*/ 1180828 w 1598672"/>
              <a:gd name="connsiteY19" fmla="*/ 1374712 h 1649582"/>
              <a:gd name="connsiteX20" fmla="*/ 1059395 w 1598672"/>
              <a:gd name="connsiteY20" fmla="*/ 1365548 h 1649582"/>
              <a:gd name="connsiteX21" fmla="*/ 945277 w 1598672"/>
              <a:gd name="connsiteY21" fmla="*/ 1379851 h 1649582"/>
              <a:gd name="connsiteX22" fmla="*/ 895306 w 1598672"/>
              <a:gd name="connsiteY22" fmla="*/ 1458661 h 1649582"/>
              <a:gd name="connsiteX23" fmla="*/ 947900 w 1598672"/>
              <a:gd name="connsiteY23" fmla="*/ 1561303 h 1649582"/>
              <a:gd name="connsiteX24" fmla="*/ 811489 w 1598672"/>
              <a:gd name="connsiteY24" fmla="*/ 1639541 h 1649582"/>
              <a:gd name="connsiteX25" fmla="*/ 611478 w 1598672"/>
              <a:gd name="connsiteY25" fmla="*/ 1640565 h 1649582"/>
              <a:gd name="connsiteX26" fmla="*/ 520984 w 1598672"/>
              <a:gd name="connsiteY26" fmla="*/ 1566392 h 1649582"/>
              <a:gd name="connsiteX27" fmla="*/ 581296 w 1598672"/>
              <a:gd name="connsiteY27" fmla="*/ 1470351 h 1649582"/>
              <a:gd name="connsiteX28" fmla="*/ 554396 w 1598672"/>
              <a:gd name="connsiteY28" fmla="*/ 1411975 h 1649582"/>
              <a:gd name="connsiteX29" fmla="*/ 471711 w 1598672"/>
              <a:gd name="connsiteY29" fmla="*/ 1394471 h 1649582"/>
              <a:gd name="connsiteX30" fmla="*/ 373236 w 1598672"/>
              <a:gd name="connsiteY30" fmla="*/ 1408640 h 1649582"/>
              <a:gd name="connsiteX31" fmla="*/ 264901 w 1598672"/>
              <a:gd name="connsiteY31" fmla="*/ 1436330 h 1649582"/>
              <a:gd name="connsiteX32" fmla="*/ 162081 w 1598672"/>
              <a:gd name="connsiteY32" fmla="*/ 1478227 h 1649582"/>
              <a:gd name="connsiteX33" fmla="*/ 27325 w 1598672"/>
              <a:gd name="connsiteY33" fmla="*/ 1489749 h 1649582"/>
              <a:gd name="connsiteX34" fmla="*/ 13929 w 1598672"/>
              <a:gd name="connsiteY34" fmla="*/ 770861 h 1649582"/>
              <a:gd name="connsiteX35" fmla="*/ 24279 w 1598672"/>
              <a:gd name="connsiteY35" fmla="*/ 104431 h 1649582"/>
              <a:gd name="connsiteX0" fmla="*/ 24279 w 1598672"/>
              <a:gd name="connsiteY0" fmla="*/ 104431 h 1653356"/>
              <a:gd name="connsiteX1" fmla="*/ 298409 w 1598672"/>
              <a:gd name="connsiteY1" fmla="*/ 13941 h 1653356"/>
              <a:gd name="connsiteX2" fmla="*/ 953729 w 1598672"/>
              <a:gd name="connsiteY2" fmla="*/ 3781 h 1653356"/>
              <a:gd name="connsiteX3" fmla="*/ 1339809 w 1598672"/>
              <a:gd name="connsiteY3" fmla="*/ 3781 h 1653356"/>
              <a:gd name="connsiteX4" fmla="*/ 1431249 w 1598672"/>
              <a:gd name="connsiteY4" fmla="*/ 8861 h 1653356"/>
              <a:gd name="connsiteX5" fmla="*/ 1476969 w 1598672"/>
              <a:gd name="connsiteY5" fmla="*/ 105381 h 1653356"/>
              <a:gd name="connsiteX6" fmla="*/ 1568409 w 1598672"/>
              <a:gd name="connsiteY6" fmla="*/ 298421 h 1653356"/>
              <a:gd name="connsiteX7" fmla="*/ 1566714 w 1598672"/>
              <a:gd name="connsiteY7" fmla="*/ 597506 h 1653356"/>
              <a:gd name="connsiteX8" fmla="*/ 1461729 w 1598672"/>
              <a:gd name="connsiteY8" fmla="*/ 567661 h 1653356"/>
              <a:gd name="connsiteX9" fmla="*/ 1378669 w 1598672"/>
              <a:gd name="connsiteY9" fmla="*/ 568294 h 1653356"/>
              <a:gd name="connsiteX10" fmla="*/ 1297429 w 1598672"/>
              <a:gd name="connsiteY10" fmla="*/ 650846 h 1653356"/>
              <a:gd name="connsiteX11" fmla="*/ 1307591 w 1598672"/>
              <a:gd name="connsiteY11" fmla="*/ 774040 h 1653356"/>
              <a:gd name="connsiteX12" fmla="*/ 1404027 w 1598672"/>
              <a:gd name="connsiteY12" fmla="*/ 819127 h 1653356"/>
              <a:gd name="connsiteX13" fmla="*/ 1476970 w 1598672"/>
              <a:gd name="connsiteY13" fmla="*/ 822934 h 1653356"/>
              <a:gd name="connsiteX14" fmla="*/ 1589331 w 1598672"/>
              <a:gd name="connsiteY14" fmla="*/ 770867 h 1653356"/>
              <a:gd name="connsiteX15" fmla="*/ 1583649 w 1598672"/>
              <a:gd name="connsiteY15" fmla="*/ 1065501 h 1653356"/>
              <a:gd name="connsiteX16" fmla="*/ 1513662 w 1598672"/>
              <a:gd name="connsiteY16" fmla="*/ 1313389 h 1653356"/>
              <a:gd name="connsiteX17" fmla="*/ 1421370 w 1598672"/>
              <a:gd name="connsiteY17" fmla="*/ 1463147 h 1653356"/>
              <a:gd name="connsiteX18" fmla="*/ 1297473 w 1598672"/>
              <a:gd name="connsiteY18" fmla="*/ 1421494 h 1653356"/>
              <a:gd name="connsiteX19" fmla="*/ 1180828 w 1598672"/>
              <a:gd name="connsiteY19" fmla="*/ 1374712 h 1653356"/>
              <a:gd name="connsiteX20" fmla="*/ 1059395 w 1598672"/>
              <a:gd name="connsiteY20" fmla="*/ 1365548 h 1653356"/>
              <a:gd name="connsiteX21" fmla="*/ 945277 w 1598672"/>
              <a:gd name="connsiteY21" fmla="*/ 1379851 h 1653356"/>
              <a:gd name="connsiteX22" fmla="*/ 895306 w 1598672"/>
              <a:gd name="connsiteY22" fmla="*/ 1458661 h 1653356"/>
              <a:gd name="connsiteX23" fmla="*/ 947900 w 1598672"/>
              <a:gd name="connsiteY23" fmla="*/ 1561303 h 1653356"/>
              <a:gd name="connsiteX24" fmla="*/ 837835 w 1598672"/>
              <a:gd name="connsiteY24" fmla="*/ 1645626 h 1653356"/>
              <a:gd name="connsiteX25" fmla="*/ 611478 w 1598672"/>
              <a:gd name="connsiteY25" fmla="*/ 1640565 h 1653356"/>
              <a:gd name="connsiteX26" fmla="*/ 520984 w 1598672"/>
              <a:gd name="connsiteY26" fmla="*/ 1566392 h 1653356"/>
              <a:gd name="connsiteX27" fmla="*/ 581296 w 1598672"/>
              <a:gd name="connsiteY27" fmla="*/ 1470351 h 1653356"/>
              <a:gd name="connsiteX28" fmla="*/ 554396 w 1598672"/>
              <a:gd name="connsiteY28" fmla="*/ 1411975 h 1653356"/>
              <a:gd name="connsiteX29" fmla="*/ 471711 w 1598672"/>
              <a:gd name="connsiteY29" fmla="*/ 1394471 h 1653356"/>
              <a:gd name="connsiteX30" fmla="*/ 373236 w 1598672"/>
              <a:gd name="connsiteY30" fmla="*/ 1408640 h 1653356"/>
              <a:gd name="connsiteX31" fmla="*/ 264901 w 1598672"/>
              <a:gd name="connsiteY31" fmla="*/ 1436330 h 1653356"/>
              <a:gd name="connsiteX32" fmla="*/ 162081 w 1598672"/>
              <a:gd name="connsiteY32" fmla="*/ 1478227 h 1653356"/>
              <a:gd name="connsiteX33" fmla="*/ 27325 w 1598672"/>
              <a:gd name="connsiteY33" fmla="*/ 1489749 h 1653356"/>
              <a:gd name="connsiteX34" fmla="*/ 13929 w 1598672"/>
              <a:gd name="connsiteY34" fmla="*/ 770861 h 1653356"/>
              <a:gd name="connsiteX35" fmla="*/ 24279 w 1598672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4431 h 1653356"/>
              <a:gd name="connsiteX1" fmla="*/ 264512 w 1596389"/>
              <a:gd name="connsiteY1" fmla="*/ 17997 h 1653356"/>
              <a:gd name="connsiteX2" fmla="*/ 951446 w 1596389"/>
              <a:gd name="connsiteY2" fmla="*/ 3781 h 1653356"/>
              <a:gd name="connsiteX3" fmla="*/ 1337526 w 1596389"/>
              <a:gd name="connsiteY3" fmla="*/ 3781 h 1653356"/>
              <a:gd name="connsiteX4" fmla="*/ 1428966 w 1596389"/>
              <a:gd name="connsiteY4" fmla="*/ 8861 h 1653356"/>
              <a:gd name="connsiteX5" fmla="*/ 1474686 w 1596389"/>
              <a:gd name="connsiteY5" fmla="*/ 105381 h 1653356"/>
              <a:gd name="connsiteX6" fmla="*/ 1566126 w 1596389"/>
              <a:gd name="connsiteY6" fmla="*/ 298421 h 1653356"/>
              <a:gd name="connsiteX7" fmla="*/ 1564431 w 1596389"/>
              <a:gd name="connsiteY7" fmla="*/ 597506 h 1653356"/>
              <a:gd name="connsiteX8" fmla="*/ 1459446 w 1596389"/>
              <a:gd name="connsiteY8" fmla="*/ 567661 h 1653356"/>
              <a:gd name="connsiteX9" fmla="*/ 1376386 w 1596389"/>
              <a:gd name="connsiteY9" fmla="*/ 568294 h 1653356"/>
              <a:gd name="connsiteX10" fmla="*/ 1295146 w 1596389"/>
              <a:gd name="connsiteY10" fmla="*/ 650846 h 1653356"/>
              <a:gd name="connsiteX11" fmla="*/ 1305308 w 1596389"/>
              <a:gd name="connsiteY11" fmla="*/ 774040 h 1653356"/>
              <a:gd name="connsiteX12" fmla="*/ 1401744 w 1596389"/>
              <a:gd name="connsiteY12" fmla="*/ 819127 h 1653356"/>
              <a:gd name="connsiteX13" fmla="*/ 1474687 w 1596389"/>
              <a:gd name="connsiteY13" fmla="*/ 822934 h 1653356"/>
              <a:gd name="connsiteX14" fmla="*/ 1587048 w 1596389"/>
              <a:gd name="connsiteY14" fmla="*/ 770867 h 1653356"/>
              <a:gd name="connsiteX15" fmla="*/ 1581366 w 1596389"/>
              <a:gd name="connsiteY15" fmla="*/ 1065501 h 1653356"/>
              <a:gd name="connsiteX16" fmla="*/ 1511379 w 1596389"/>
              <a:gd name="connsiteY16" fmla="*/ 1313389 h 1653356"/>
              <a:gd name="connsiteX17" fmla="*/ 1419087 w 1596389"/>
              <a:gd name="connsiteY17" fmla="*/ 1463147 h 1653356"/>
              <a:gd name="connsiteX18" fmla="*/ 1295190 w 1596389"/>
              <a:gd name="connsiteY18" fmla="*/ 1421494 h 1653356"/>
              <a:gd name="connsiteX19" fmla="*/ 1178545 w 1596389"/>
              <a:gd name="connsiteY19" fmla="*/ 1374712 h 1653356"/>
              <a:gd name="connsiteX20" fmla="*/ 1057112 w 1596389"/>
              <a:gd name="connsiteY20" fmla="*/ 1365548 h 1653356"/>
              <a:gd name="connsiteX21" fmla="*/ 942994 w 1596389"/>
              <a:gd name="connsiteY21" fmla="*/ 1379851 h 1653356"/>
              <a:gd name="connsiteX22" fmla="*/ 893023 w 1596389"/>
              <a:gd name="connsiteY22" fmla="*/ 1458661 h 1653356"/>
              <a:gd name="connsiteX23" fmla="*/ 945617 w 1596389"/>
              <a:gd name="connsiteY23" fmla="*/ 1561303 h 1653356"/>
              <a:gd name="connsiteX24" fmla="*/ 835552 w 1596389"/>
              <a:gd name="connsiteY24" fmla="*/ 1645626 h 1653356"/>
              <a:gd name="connsiteX25" fmla="*/ 609195 w 1596389"/>
              <a:gd name="connsiteY25" fmla="*/ 1640565 h 1653356"/>
              <a:gd name="connsiteX26" fmla="*/ 518701 w 1596389"/>
              <a:gd name="connsiteY26" fmla="*/ 1566392 h 1653356"/>
              <a:gd name="connsiteX27" fmla="*/ 579013 w 1596389"/>
              <a:gd name="connsiteY27" fmla="*/ 1470351 h 1653356"/>
              <a:gd name="connsiteX28" fmla="*/ 552113 w 1596389"/>
              <a:gd name="connsiteY28" fmla="*/ 1411975 h 1653356"/>
              <a:gd name="connsiteX29" fmla="*/ 469428 w 1596389"/>
              <a:gd name="connsiteY29" fmla="*/ 1394471 h 1653356"/>
              <a:gd name="connsiteX30" fmla="*/ 370953 w 1596389"/>
              <a:gd name="connsiteY30" fmla="*/ 1408640 h 1653356"/>
              <a:gd name="connsiteX31" fmla="*/ 262618 w 1596389"/>
              <a:gd name="connsiteY31" fmla="*/ 1436330 h 1653356"/>
              <a:gd name="connsiteX32" fmla="*/ 159798 w 1596389"/>
              <a:gd name="connsiteY32" fmla="*/ 1478227 h 1653356"/>
              <a:gd name="connsiteX33" fmla="*/ 25042 w 1596389"/>
              <a:gd name="connsiteY33" fmla="*/ 1489749 h 1653356"/>
              <a:gd name="connsiteX34" fmla="*/ 11646 w 1596389"/>
              <a:gd name="connsiteY34" fmla="*/ 770861 h 1653356"/>
              <a:gd name="connsiteX35" fmla="*/ 21996 w 1596389"/>
              <a:gd name="connsiteY35" fmla="*/ 104431 h 1653356"/>
              <a:gd name="connsiteX0" fmla="*/ 21996 w 1596389"/>
              <a:gd name="connsiteY0" fmla="*/ 105050 h 1653975"/>
              <a:gd name="connsiteX1" fmla="*/ 264512 w 1596389"/>
              <a:gd name="connsiteY1" fmla="*/ 18616 h 1653975"/>
              <a:gd name="connsiteX2" fmla="*/ 603687 w 1596389"/>
              <a:gd name="connsiteY2" fmla="*/ 16569 h 1653975"/>
              <a:gd name="connsiteX3" fmla="*/ 1337526 w 1596389"/>
              <a:gd name="connsiteY3" fmla="*/ 4400 h 1653975"/>
              <a:gd name="connsiteX4" fmla="*/ 1428966 w 1596389"/>
              <a:gd name="connsiteY4" fmla="*/ 9480 h 1653975"/>
              <a:gd name="connsiteX5" fmla="*/ 1474686 w 1596389"/>
              <a:gd name="connsiteY5" fmla="*/ 106000 h 1653975"/>
              <a:gd name="connsiteX6" fmla="*/ 1566126 w 1596389"/>
              <a:gd name="connsiteY6" fmla="*/ 299040 h 1653975"/>
              <a:gd name="connsiteX7" fmla="*/ 1564431 w 1596389"/>
              <a:gd name="connsiteY7" fmla="*/ 598125 h 1653975"/>
              <a:gd name="connsiteX8" fmla="*/ 1459446 w 1596389"/>
              <a:gd name="connsiteY8" fmla="*/ 568280 h 1653975"/>
              <a:gd name="connsiteX9" fmla="*/ 1376386 w 1596389"/>
              <a:gd name="connsiteY9" fmla="*/ 568913 h 1653975"/>
              <a:gd name="connsiteX10" fmla="*/ 1295146 w 1596389"/>
              <a:gd name="connsiteY10" fmla="*/ 651465 h 1653975"/>
              <a:gd name="connsiteX11" fmla="*/ 1305308 w 1596389"/>
              <a:gd name="connsiteY11" fmla="*/ 774659 h 1653975"/>
              <a:gd name="connsiteX12" fmla="*/ 1401744 w 1596389"/>
              <a:gd name="connsiteY12" fmla="*/ 819746 h 1653975"/>
              <a:gd name="connsiteX13" fmla="*/ 1474687 w 1596389"/>
              <a:gd name="connsiteY13" fmla="*/ 823553 h 1653975"/>
              <a:gd name="connsiteX14" fmla="*/ 1587048 w 1596389"/>
              <a:gd name="connsiteY14" fmla="*/ 771486 h 1653975"/>
              <a:gd name="connsiteX15" fmla="*/ 1581366 w 1596389"/>
              <a:gd name="connsiteY15" fmla="*/ 1066120 h 1653975"/>
              <a:gd name="connsiteX16" fmla="*/ 1511379 w 1596389"/>
              <a:gd name="connsiteY16" fmla="*/ 1314008 h 1653975"/>
              <a:gd name="connsiteX17" fmla="*/ 1419087 w 1596389"/>
              <a:gd name="connsiteY17" fmla="*/ 1463766 h 1653975"/>
              <a:gd name="connsiteX18" fmla="*/ 1295190 w 1596389"/>
              <a:gd name="connsiteY18" fmla="*/ 1422113 h 1653975"/>
              <a:gd name="connsiteX19" fmla="*/ 1178545 w 1596389"/>
              <a:gd name="connsiteY19" fmla="*/ 1375331 h 1653975"/>
              <a:gd name="connsiteX20" fmla="*/ 1057112 w 1596389"/>
              <a:gd name="connsiteY20" fmla="*/ 1366167 h 1653975"/>
              <a:gd name="connsiteX21" fmla="*/ 942994 w 1596389"/>
              <a:gd name="connsiteY21" fmla="*/ 1380470 h 1653975"/>
              <a:gd name="connsiteX22" fmla="*/ 893023 w 1596389"/>
              <a:gd name="connsiteY22" fmla="*/ 1459280 h 1653975"/>
              <a:gd name="connsiteX23" fmla="*/ 945617 w 1596389"/>
              <a:gd name="connsiteY23" fmla="*/ 1561922 h 1653975"/>
              <a:gd name="connsiteX24" fmla="*/ 835552 w 1596389"/>
              <a:gd name="connsiteY24" fmla="*/ 1646245 h 1653975"/>
              <a:gd name="connsiteX25" fmla="*/ 609195 w 1596389"/>
              <a:gd name="connsiteY25" fmla="*/ 1641184 h 1653975"/>
              <a:gd name="connsiteX26" fmla="*/ 518701 w 1596389"/>
              <a:gd name="connsiteY26" fmla="*/ 1567011 h 1653975"/>
              <a:gd name="connsiteX27" fmla="*/ 579013 w 1596389"/>
              <a:gd name="connsiteY27" fmla="*/ 1470970 h 1653975"/>
              <a:gd name="connsiteX28" fmla="*/ 552113 w 1596389"/>
              <a:gd name="connsiteY28" fmla="*/ 1412594 h 1653975"/>
              <a:gd name="connsiteX29" fmla="*/ 469428 w 1596389"/>
              <a:gd name="connsiteY29" fmla="*/ 1395090 h 1653975"/>
              <a:gd name="connsiteX30" fmla="*/ 370953 w 1596389"/>
              <a:gd name="connsiteY30" fmla="*/ 1409259 h 1653975"/>
              <a:gd name="connsiteX31" fmla="*/ 262618 w 1596389"/>
              <a:gd name="connsiteY31" fmla="*/ 1436949 h 1653975"/>
              <a:gd name="connsiteX32" fmla="*/ 159798 w 1596389"/>
              <a:gd name="connsiteY32" fmla="*/ 1478846 h 1653975"/>
              <a:gd name="connsiteX33" fmla="*/ 25042 w 1596389"/>
              <a:gd name="connsiteY33" fmla="*/ 1490368 h 1653975"/>
              <a:gd name="connsiteX34" fmla="*/ 11646 w 1596389"/>
              <a:gd name="connsiteY34" fmla="*/ 771480 h 1653975"/>
              <a:gd name="connsiteX35" fmla="*/ 21996 w 1596389"/>
              <a:gd name="connsiteY35" fmla="*/ 105050 h 1653975"/>
              <a:gd name="connsiteX0" fmla="*/ 21996 w 1596389"/>
              <a:gd name="connsiteY0" fmla="*/ 105050 h 1653975"/>
              <a:gd name="connsiteX1" fmla="*/ 264512 w 1596389"/>
              <a:gd name="connsiteY1" fmla="*/ 18616 h 1653975"/>
              <a:gd name="connsiteX2" fmla="*/ 603687 w 1596389"/>
              <a:gd name="connsiteY2" fmla="*/ 16569 h 1653975"/>
              <a:gd name="connsiteX3" fmla="*/ 1337526 w 1596389"/>
              <a:gd name="connsiteY3" fmla="*/ 4400 h 1653975"/>
              <a:gd name="connsiteX4" fmla="*/ 1428966 w 1596389"/>
              <a:gd name="connsiteY4" fmla="*/ 9480 h 1653975"/>
              <a:gd name="connsiteX5" fmla="*/ 1474686 w 1596389"/>
              <a:gd name="connsiteY5" fmla="*/ 106000 h 1653975"/>
              <a:gd name="connsiteX6" fmla="*/ 1566126 w 1596389"/>
              <a:gd name="connsiteY6" fmla="*/ 299040 h 1653975"/>
              <a:gd name="connsiteX7" fmla="*/ 1564431 w 1596389"/>
              <a:gd name="connsiteY7" fmla="*/ 598125 h 1653975"/>
              <a:gd name="connsiteX8" fmla="*/ 1459446 w 1596389"/>
              <a:gd name="connsiteY8" fmla="*/ 568280 h 1653975"/>
              <a:gd name="connsiteX9" fmla="*/ 1376386 w 1596389"/>
              <a:gd name="connsiteY9" fmla="*/ 568913 h 1653975"/>
              <a:gd name="connsiteX10" fmla="*/ 1295146 w 1596389"/>
              <a:gd name="connsiteY10" fmla="*/ 651465 h 1653975"/>
              <a:gd name="connsiteX11" fmla="*/ 1305308 w 1596389"/>
              <a:gd name="connsiteY11" fmla="*/ 774659 h 1653975"/>
              <a:gd name="connsiteX12" fmla="*/ 1401744 w 1596389"/>
              <a:gd name="connsiteY12" fmla="*/ 819746 h 1653975"/>
              <a:gd name="connsiteX13" fmla="*/ 1474687 w 1596389"/>
              <a:gd name="connsiteY13" fmla="*/ 823553 h 1653975"/>
              <a:gd name="connsiteX14" fmla="*/ 1587048 w 1596389"/>
              <a:gd name="connsiteY14" fmla="*/ 771486 h 1653975"/>
              <a:gd name="connsiteX15" fmla="*/ 1581366 w 1596389"/>
              <a:gd name="connsiteY15" fmla="*/ 1066120 h 1653975"/>
              <a:gd name="connsiteX16" fmla="*/ 1511379 w 1596389"/>
              <a:gd name="connsiteY16" fmla="*/ 1314008 h 1653975"/>
              <a:gd name="connsiteX17" fmla="*/ 1419087 w 1596389"/>
              <a:gd name="connsiteY17" fmla="*/ 1463766 h 1653975"/>
              <a:gd name="connsiteX18" fmla="*/ 1295190 w 1596389"/>
              <a:gd name="connsiteY18" fmla="*/ 1422113 h 1653975"/>
              <a:gd name="connsiteX19" fmla="*/ 1178545 w 1596389"/>
              <a:gd name="connsiteY19" fmla="*/ 1375331 h 1653975"/>
              <a:gd name="connsiteX20" fmla="*/ 1057112 w 1596389"/>
              <a:gd name="connsiteY20" fmla="*/ 1366167 h 1653975"/>
              <a:gd name="connsiteX21" fmla="*/ 942994 w 1596389"/>
              <a:gd name="connsiteY21" fmla="*/ 1380470 h 1653975"/>
              <a:gd name="connsiteX22" fmla="*/ 893023 w 1596389"/>
              <a:gd name="connsiteY22" fmla="*/ 1459280 h 1653975"/>
              <a:gd name="connsiteX23" fmla="*/ 945617 w 1596389"/>
              <a:gd name="connsiteY23" fmla="*/ 1561922 h 1653975"/>
              <a:gd name="connsiteX24" fmla="*/ 835552 w 1596389"/>
              <a:gd name="connsiteY24" fmla="*/ 1646245 h 1653975"/>
              <a:gd name="connsiteX25" fmla="*/ 609195 w 1596389"/>
              <a:gd name="connsiteY25" fmla="*/ 1641184 h 1653975"/>
              <a:gd name="connsiteX26" fmla="*/ 518701 w 1596389"/>
              <a:gd name="connsiteY26" fmla="*/ 1567011 h 1653975"/>
              <a:gd name="connsiteX27" fmla="*/ 579013 w 1596389"/>
              <a:gd name="connsiteY27" fmla="*/ 1470970 h 1653975"/>
              <a:gd name="connsiteX28" fmla="*/ 552113 w 1596389"/>
              <a:gd name="connsiteY28" fmla="*/ 1412594 h 1653975"/>
              <a:gd name="connsiteX29" fmla="*/ 469428 w 1596389"/>
              <a:gd name="connsiteY29" fmla="*/ 1395090 h 1653975"/>
              <a:gd name="connsiteX30" fmla="*/ 370953 w 1596389"/>
              <a:gd name="connsiteY30" fmla="*/ 1409259 h 1653975"/>
              <a:gd name="connsiteX31" fmla="*/ 262618 w 1596389"/>
              <a:gd name="connsiteY31" fmla="*/ 1436949 h 1653975"/>
              <a:gd name="connsiteX32" fmla="*/ 159798 w 1596389"/>
              <a:gd name="connsiteY32" fmla="*/ 1478846 h 1653975"/>
              <a:gd name="connsiteX33" fmla="*/ 25042 w 1596389"/>
              <a:gd name="connsiteY33" fmla="*/ 1490368 h 1653975"/>
              <a:gd name="connsiteX34" fmla="*/ 11646 w 1596389"/>
              <a:gd name="connsiteY34" fmla="*/ 771480 h 1653975"/>
              <a:gd name="connsiteX35" fmla="*/ 21996 w 1596389"/>
              <a:gd name="connsiteY35" fmla="*/ 105050 h 165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96389" h="1653975">
                <a:moveTo>
                  <a:pt x="21996" y="105050"/>
                </a:moveTo>
                <a:cubicBezTo>
                  <a:pt x="64140" y="-20427"/>
                  <a:pt x="167564" y="23222"/>
                  <a:pt x="264512" y="18616"/>
                </a:cubicBezTo>
                <a:cubicBezTo>
                  <a:pt x="361460" y="14010"/>
                  <a:pt x="424851" y="18938"/>
                  <a:pt x="603687" y="16569"/>
                </a:cubicBezTo>
                <a:lnTo>
                  <a:pt x="1337526" y="4400"/>
                </a:lnTo>
                <a:cubicBezTo>
                  <a:pt x="1475072" y="3219"/>
                  <a:pt x="1406106" y="-7453"/>
                  <a:pt x="1428966" y="9480"/>
                </a:cubicBezTo>
                <a:cubicBezTo>
                  <a:pt x="1451826" y="26413"/>
                  <a:pt x="1474686" y="106000"/>
                  <a:pt x="1474686" y="106000"/>
                </a:cubicBezTo>
                <a:cubicBezTo>
                  <a:pt x="1497546" y="154260"/>
                  <a:pt x="1551169" y="217019"/>
                  <a:pt x="1566126" y="299040"/>
                </a:cubicBezTo>
                <a:cubicBezTo>
                  <a:pt x="1581083" y="381061"/>
                  <a:pt x="1582211" y="553252"/>
                  <a:pt x="1564431" y="598125"/>
                </a:cubicBezTo>
                <a:cubicBezTo>
                  <a:pt x="1546651" y="642998"/>
                  <a:pt x="1490787" y="573149"/>
                  <a:pt x="1459446" y="568280"/>
                </a:cubicBezTo>
                <a:cubicBezTo>
                  <a:pt x="1428105" y="563411"/>
                  <a:pt x="1403769" y="555049"/>
                  <a:pt x="1376386" y="568913"/>
                </a:cubicBezTo>
                <a:cubicBezTo>
                  <a:pt x="1349003" y="582777"/>
                  <a:pt x="1306992" y="617174"/>
                  <a:pt x="1295146" y="651465"/>
                </a:cubicBezTo>
                <a:cubicBezTo>
                  <a:pt x="1283300" y="685756"/>
                  <a:pt x="1287542" y="746612"/>
                  <a:pt x="1305308" y="774659"/>
                </a:cubicBezTo>
                <a:cubicBezTo>
                  <a:pt x="1323074" y="802706"/>
                  <a:pt x="1373514" y="811597"/>
                  <a:pt x="1401744" y="819746"/>
                </a:cubicBezTo>
                <a:cubicBezTo>
                  <a:pt x="1429974" y="827895"/>
                  <a:pt x="1443803" y="831596"/>
                  <a:pt x="1474687" y="823553"/>
                </a:cubicBezTo>
                <a:cubicBezTo>
                  <a:pt x="1505571" y="815510"/>
                  <a:pt x="1569268" y="731058"/>
                  <a:pt x="1587048" y="771486"/>
                </a:cubicBezTo>
                <a:cubicBezTo>
                  <a:pt x="1604828" y="811914"/>
                  <a:pt x="1593977" y="975700"/>
                  <a:pt x="1581366" y="1066120"/>
                </a:cubicBezTo>
                <a:cubicBezTo>
                  <a:pt x="1568755" y="1156540"/>
                  <a:pt x="1538425" y="1247734"/>
                  <a:pt x="1511379" y="1314008"/>
                </a:cubicBezTo>
                <a:cubicBezTo>
                  <a:pt x="1484333" y="1380282"/>
                  <a:pt x="1455118" y="1445749"/>
                  <a:pt x="1419087" y="1463766"/>
                </a:cubicBezTo>
                <a:cubicBezTo>
                  <a:pt x="1383056" y="1481783"/>
                  <a:pt x="1335280" y="1436852"/>
                  <a:pt x="1295190" y="1422113"/>
                </a:cubicBezTo>
                <a:cubicBezTo>
                  <a:pt x="1255100" y="1407374"/>
                  <a:pt x="1218225" y="1384655"/>
                  <a:pt x="1178545" y="1375331"/>
                </a:cubicBezTo>
                <a:cubicBezTo>
                  <a:pt x="1138865" y="1366007"/>
                  <a:pt x="1096370" y="1365311"/>
                  <a:pt x="1057112" y="1366167"/>
                </a:cubicBezTo>
                <a:cubicBezTo>
                  <a:pt x="1017854" y="1367023"/>
                  <a:pt x="970342" y="1364951"/>
                  <a:pt x="942994" y="1380470"/>
                </a:cubicBezTo>
                <a:cubicBezTo>
                  <a:pt x="915646" y="1395989"/>
                  <a:pt x="892586" y="1429038"/>
                  <a:pt x="893023" y="1459280"/>
                </a:cubicBezTo>
                <a:cubicBezTo>
                  <a:pt x="893460" y="1489522"/>
                  <a:pt x="955195" y="1530761"/>
                  <a:pt x="945617" y="1561922"/>
                </a:cubicBezTo>
                <a:cubicBezTo>
                  <a:pt x="936039" y="1593083"/>
                  <a:pt x="891622" y="1633035"/>
                  <a:pt x="835552" y="1646245"/>
                </a:cubicBezTo>
                <a:cubicBezTo>
                  <a:pt x="779482" y="1659455"/>
                  <a:pt x="662003" y="1654390"/>
                  <a:pt x="609195" y="1641184"/>
                </a:cubicBezTo>
                <a:cubicBezTo>
                  <a:pt x="556387" y="1627978"/>
                  <a:pt x="523731" y="1595380"/>
                  <a:pt x="518701" y="1567011"/>
                </a:cubicBezTo>
                <a:cubicBezTo>
                  <a:pt x="513671" y="1538642"/>
                  <a:pt x="573444" y="1496706"/>
                  <a:pt x="579013" y="1470970"/>
                </a:cubicBezTo>
                <a:cubicBezTo>
                  <a:pt x="584582" y="1445234"/>
                  <a:pt x="570377" y="1425241"/>
                  <a:pt x="552113" y="1412594"/>
                </a:cubicBezTo>
                <a:cubicBezTo>
                  <a:pt x="533849" y="1399947"/>
                  <a:pt x="499621" y="1395646"/>
                  <a:pt x="469428" y="1395090"/>
                </a:cubicBezTo>
                <a:cubicBezTo>
                  <a:pt x="439235" y="1394534"/>
                  <a:pt x="405421" y="1402283"/>
                  <a:pt x="370953" y="1409259"/>
                </a:cubicBezTo>
                <a:cubicBezTo>
                  <a:pt x="336485" y="1416235"/>
                  <a:pt x="297811" y="1425351"/>
                  <a:pt x="262618" y="1436949"/>
                </a:cubicBezTo>
                <a:cubicBezTo>
                  <a:pt x="227425" y="1448547"/>
                  <a:pt x="199394" y="1469943"/>
                  <a:pt x="159798" y="1478846"/>
                </a:cubicBezTo>
                <a:cubicBezTo>
                  <a:pt x="120202" y="1487749"/>
                  <a:pt x="33509" y="1533548"/>
                  <a:pt x="25042" y="1490368"/>
                </a:cubicBezTo>
                <a:cubicBezTo>
                  <a:pt x="16575" y="1447188"/>
                  <a:pt x="12154" y="1002366"/>
                  <a:pt x="11646" y="771480"/>
                </a:cubicBezTo>
                <a:cubicBezTo>
                  <a:pt x="11138" y="540594"/>
                  <a:pt x="-20148" y="230527"/>
                  <a:pt x="21996" y="105050"/>
                </a:cubicBezTo>
                <a:close/>
              </a:path>
            </a:pathLst>
          </a:custGeom>
          <a:solidFill>
            <a:srgbClr val="00B0F0">
              <a:alpha val="10196"/>
            </a:srgbClr>
          </a:solidFill>
          <a:ln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48DC68-956D-736E-6A6F-57DA1DCA9B63}"/>
              </a:ext>
            </a:extLst>
          </p:cNvPr>
          <p:cNvSpPr/>
          <p:nvPr/>
        </p:nvSpPr>
        <p:spPr>
          <a:xfrm>
            <a:off x="1109209" y="3462867"/>
            <a:ext cx="2405504" cy="1633099"/>
          </a:xfrm>
          <a:custGeom>
            <a:avLst/>
            <a:gdLst>
              <a:gd name="connsiteX0" fmla="*/ 118713 w 2412108"/>
              <a:gd name="connsiteY0" fmla="*/ 0 h 1617303"/>
              <a:gd name="connsiteX1" fmla="*/ 1261713 w 2412108"/>
              <a:gd name="connsiteY1" fmla="*/ 16933 h 1617303"/>
              <a:gd name="connsiteX2" fmla="*/ 1900946 w 2412108"/>
              <a:gd name="connsiteY2" fmla="*/ 16933 h 1617303"/>
              <a:gd name="connsiteX3" fmla="*/ 2222679 w 2412108"/>
              <a:gd name="connsiteY3" fmla="*/ 16933 h 1617303"/>
              <a:gd name="connsiteX4" fmla="*/ 2320046 w 2412108"/>
              <a:gd name="connsiteY4" fmla="*/ 59266 h 1617303"/>
              <a:gd name="connsiteX5" fmla="*/ 2370846 w 2412108"/>
              <a:gd name="connsiteY5" fmla="*/ 220133 h 1617303"/>
              <a:gd name="connsiteX6" fmla="*/ 2408946 w 2412108"/>
              <a:gd name="connsiteY6" fmla="*/ 474133 h 1617303"/>
              <a:gd name="connsiteX7" fmla="*/ 2408946 w 2412108"/>
              <a:gd name="connsiteY7" fmla="*/ 626533 h 1617303"/>
              <a:gd name="connsiteX8" fmla="*/ 2400479 w 2412108"/>
              <a:gd name="connsiteY8" fmla="*/ 719666 h 1617303"/>
              <a:gd name="connsiteX9" fmla="*/ 2307346 w 2412108"/>
              <a:gd name="connsiteY9" fmla="*/ 685800 h 1617303"/>
              <a:gd name="connsiteX10" fmla="*/ 2239613 w 2412108"/>
              <a:gd name="connsiteY10" fmla="*/ 660400 h 1617303"/>
              <a:gd name="connsiteX11" fmla="*/ 2184579 w 2412108"/>
              <a:gd name="connsiteY11" fmla="*/ 694266 h 1617303"/>
              <a:gd name="connsiteX12" fmla="*/ 2167646 w 2412108"/>
              <a:gd name="connsiteY12" fmla="*/ 817033 h 1617303"/>
              <a:gd name="connsiteX13" fmla="*/ 2167646 w 2412108"/>
              <a:gd name="connsiteY13" fmla="*/ 893233 h 1617303"/>
              <a:gd name="connsiteX14" fmla="*/ 2214213 w 2412108"/>
              <a:gd name="connsiteY14" fmla="*/ 982133 h 1617303"/>
              <a:gd name="connsiteX15" fmla="*/ 2307346 w 2412108"/>
              <a:gd name="connsiteY15" fmla="*/ 965200 h 1617303"/>
              <a:gd name="connsiteX16" fmla="*/ 2392013 w 2412108"/>
              <a:gd name="connsiteY16" fmla="*/ 918633 h 1617303"/>
              <a:gd name="connsiteX17" fmla="*/ 2387779 w 2412108"/>
              <a:gd name="connsiteY17" fmla="*/ 1083733 h 1617303"/>
              <a:gd name="connsiteX18" fmla="*/ 2328513 w 2412108"/>
              <a:gd name="connsiteY18" fmla="*/ 1299633 h 1617303"/>
              <a:gd name="connsiteX19" fmla="*/ 2243846 w 2412108"/>
              <a:gd name="connsiteY19" fmla="*/ 1566333 h 1617303"/>
              <a:gd name="connsiteX20" fmla="*/ 2188813 w 2412108"/>
              <a:gd name="connsiteY20" fmla="*/ 1617133 h 1617303"/>
              <a:gd name="connsiteX21" fmla="*/ 2019479 w 2412108"/>
              <a:gd name="connsiteY21" fmla="*/ 1583266 h 1617303"/>
              <a:gd name="connsiteX22" fmla="*/ 1536879 w 2412108"/>
              <a:gd name="connsiteY22" fmla="*/ 1595966 h 1617303"/>
              <a:gd name="connsiteX23" fmla="*/ 1354846 w 2412108"/>
              <a:gd name="connsiteY23" fmla="*/ 1600200 h 1617303"/>
              <a:gd name="connsiteX24" fmla="*/ 1426813 w 2412108"/>
              <a:gd name="connsiteY24" fmla="*/ 1511300 h 1617303"/>
              <a:gd name="connsiteX25" fmla="*/ 1418346 w 2412108"/>
              <a:gd name="connsiteY25" fmla="*/ 1397000 h 1617303"/>
              <a:gd name="connsiteX26" fmla="*/ 1215146 w 2412108"/>
              <a:gd name="connsiteY26" fmla="*/ 1354666 h 1617303"/>
              <a:gd name="connsiteX27" fmla="*/ 978079 w 2412108"/>
              <a:gd name="connsiteY27" fmla="*/ 1367366 h 1617303"/>
              <a:gd name="connsiteX28" fmla="*/ 897646 w 2412108"/>
              <a:gd name="connsiteY28" fmla="*/ 1439333 h 1617303"/>
              <a:gd name="connsiteX29" fmla="*/ 961146 w 2412108"/>
              <a:gd name="connsiteY29" fmla="*/ 1562100 h 1617303"/>
              <a:gd name="connsiteX30" fmla="*/ 588613 w 2412108"/>
              <a:gd name="connsiteY30" fmla="*/ 1591733 h 1617303"/>
              <a:gd name="connsiteX31" fmla="*/ 326146 w 2412108"/>
              <a:gd name="connsiteY31" fmla="*/ 1591733 h 1617303"/>
              <a:gd name="connsiteX32" fmla="*/ 122946 w 2412108"/>
              <a:gd name="connsiteY32" fmla="*/ 1540933 h 1617303"/>
              <a:gd name="connsiteX33" fmla="*/ 161046 w 2412108"/>
              <a:gd name="connsiteY33" fmla="*/ 1439333 h 1617303"/>
              <a:gd name="connsiteX34" fmla="*/ 233013 w 2412108"/>
              <a:gd name="connsiteY34" fmla="*/ 1176866 h 1617303"/>
              <a:gd name="connsiteX35" fmla="*/ 249946 w 2412108"/>
              <a:gd name="connsiteY35" fmla="*/ 897466 h 1617303"/>
              <a:gd name="connsiteX36" fmla="*/ 237246 w 2412108"/>
              <a:gd name="connsiteY36" fmla="*/ 774700 h 1617303"/>
              <a:gd name="connsiteX37" fmla="*/ 161046 w 2412108"/>
              <a:gd name="connsiteY37" fmla="*/ 846666 h 1617303"/>
              <a:gd name="connsiteX38" fmla="*/ 25579 w 2412108"/>
              <a:gd name="connsiteY38" fmla="*/ 833966 h 1617303"/>
              <a:gd name="connsiteX39" fmla="*/ 4413 w 2412108"/>
              <a:gd name="connsiteY39" fmla="*/ 664633 h 1617303"/>
              <a:gd name="connsiteX40" fmla="*/ 80613 w 2412108"/>
              <a:gd name="connsiteY40" fmla="*/ 579966 h 1617303"/>
              <a:gd name="connsiteX41" fmla="*/ 203379 w 2412108"/>
              <a:gd name="connsiteY41" fmla="*/ 635000 h 1617303"/>
              <a:gd name="connsiteX42" fmla="*/ 228779 w 2412108"/>
              <a:gd name="connsiteY42" fmla="*/ 626533 h 1617303"/>
              <a:gd name="connsiteX43" fmla="*/ 241479 w 2412108"/>
              <a:gd name="connsiteY43" fmla="*/ 436033 h 1617303"/>
              <a:gd name="connsiteX44" fmla="*/ 220313 w 2412108"/>
              <a:gd name="connsiteY44" fmla="*/ 254000 h 1617303"/>
              <a:gd name="connsiteX45" fmla="*/ 156813 w 2412108"/>
              <a:gd name="connsiteY45" fmla="*/ 118533 h 1617303"/>
              <a:gd name="connsiteX46" fmla="*/ 118713 w 2412108"/>
              <a:gd name="connsiteY46" fmla="*/ 0 h 1617303"/>
              <a:gd name="connsiteX0" fmla="*/ 118713 w 2412108"/>
              <a:gd name="connsiteY0" fmla="*/ 0 h 1626241"/>
              <a:gd name="connsiteX1" fmla="*/ 1261713 w 2412108"/>
              <a:gd name="connsiteY1" fmla="*/ 16933 h 1626241"/>
              <a:gd name="connsiteX2" fmla="*/ 1900946 w 2412108"/>
              <a:gd name="connsiteY2" fmla="*/ 16933 h 1626241"/>
              <a:gd name="connsiteX3" fmla="*/ 2222679 w 2412108"/>
              <a:gd name="connsiteY3" fmla="*/ 16933 h 1626241"/>
              <a:gd name="connsiteX4" fmla="*/ 2320046 w 2412108"/>
              <a:gd name="connsiteY4" fmla="*/ 59266 h 1626241"/>
              <a:gd name="connsiteX5" fmla="*/ 2370846 w 2412108"/>
              <a:gd name="connsiteY5" fmla="*/ 220133 h 1626241"/>
              <a:gd name="connsiteX6" fmla="*/ 2408946 w 2412108"/>
              <a:gd name="connsiteY6" fmla="*/ 474133 h 1626241"/>
              <a:gd name="connsiteX7" fmla="*/ 2408946 w 2412108"/>
              <a:gd name="connsiteY7" fmla="*/ 626533 h 1626241"/>
              <a:gd name="connsiteX8" fmla="*/ 2400479 w 2412108"/>
              <a:gd name="connsiteY8" fmla="*/ 719666 h 1626241"/>
              <a:gd name="connsiteX9" fmla="*/ 2307346 w 2412108"/>
              <a:gd name="connsiteY9" fmla="*/ 685800 h 1626241"/>
              <a:gd name="connsiteX10" fmla="*/ 2239613 w 2412108"/>
              <a:gd name="connsiteY10" fmla="*/ 660400 h 1626241"/>
              <a:gd name="connsiteX11" fmla="*/ 2184579 w 2412108"/>
              <a:gd name="connsiteY11" fmla="*/ 694266 h 1626241"/>
              <a:gd name="connsiteX12" fmla="*/ 2167646 w 2412108"/>
              <a:gd name="connsiteY12" fmla="*/ 817033 h 1626241"/>
              <a:gd name="connsiteX13" fmla="*/ 2167646 w 2412108"/>
              <a:gd name="connsiteY13" fmla="*/ 893233 h 1626241"/>
              <a:gd name="connsiteX14" fmla="*/ 2214213 w 2412108"/>
              <a:gd name="connsiteY14" fmla="*/ 982133 h 1626241"/>
              <a:gd name="connsiteX15" fmla="*/ 2307346 w 2412108"/>
              <a:gd name="connsiteY15" fmla="*/ 965200 h 1626241"/>
              <a:gd name="connsiteX16" fmla="*/ 2392013 w 2412108"/>
              <a:gd name="connsiteY16" fmla="*/ 918633 h 1626241"/>
              <a:gd name="connsiteX17" fmla="*/ 2387779 w 2412108"/>
              <a:gd name="connsiteY17" fmla="*/ 1083733 h 1626241"/>
              <a:gd name="connsiteX18" fmla="*/ 2328513 w 2412108"/>
              <a:gd name="connsiteY18" fmla="*/ 1299633 h 1626241"/>
              <a:gd name="connsiteX19" fmla="*/ 2243846 w 2412108"/>
              <a:gd name="connsiteY19" fmla="*/ 1566333 h 1626241"/>
              <a:gd name="connsiteX20" fmla="*/ 2188813 w 2412108"/>
              <a:gd name="connsiteY20" fmla="*/ 1617133 h 1626241"/>
              <a:gd name="connsiteX21" fmla="*/ 2019479 w 2412108"/>
              <a:gd name="connsiteY21" fmla="*/ 1583266 h 1626241"/>
              <a:gd name="connsiteX22" fmla="*/ 1536879 w 2412108"/>
              <a:gd name="connsiteY22" fmla="*/ 1595966 h 1626241"/>
              <a:gd name="connsiteX23" fmla="*/ 1354846 w 2412108"/>
              <a:gd name="connsiteY23" fmla="*/ 1600200 h 1626241"/>
              <a:gd name="connsiteX24" fmla="*/ 1426813 w 2412108"/>
              <a:gd name="connsiteY24" fmla="*/ 1511300 h 1626241"/>
              <a:gd name="connsiteX25" fmla="*/ 1418346 w 2412108"/>
              <a:gd name="connsiteY25" fmla="*/ 1397000 h 1626241"/>
              <a:gd name="connsiteX26" fmla="*/ 1215146 w 2412108"/>
              <a:gd name="connsiteY26" fmla="*/ 1354666 h 1626241"/>
              <a:gd name="connsiteX27" fmla="*/ 978079 w 2412108"/>
              <a:gd name="connsiteY27" fmla="*/ 1367366 h 1626241"/>
              <a:gd name="connsiteX28" fmla="*/ 897646 w 2412108"/>
              <a:gd name="connsiteY28" fmla="*/ 1439333 h 1626241"/>
              <a:gd name="connsiteX29" fmla="*/ 961146 w 2412108"/>
              <a:gd name="connsiteY29" fmla="*/ 1562100 h 1626241"/>
              <a:gd name="connsiteX30" fmla="*/ 605546 w 2412108"/>
              <a:gd name="connsiteY30" fmla="*/ 1625599 h 1626241"/>
              <a:gd name="connsiteX31" fmla="*/ 326146 w 2412108"/>
              <a:gd name="connsiteY31" fmla="*/ 1591733 h 1626241"/>
              <a:gd name="connsiteX32" fmla="*/ 122946 w 2412108"/>
              <a:gd name="connsiteY32" fmla="*/ 1540933 h 1626241"/>
              <a:gd name="connsiteX33" fmla="*/ 161046 w 2412108"/>
              <a:gd name="connsiteY33" fmla="*/ 1439333 h 1626241"/>
              <a:gd name="connsiteX34" fmla="*/ 233013 w 2412108"/>
              <a:gd name="connsiteY34" fmla="*/ 1176866 h 1626241"/>
              <a:gd name="connsiteX35" fmla="*/ 249946 w 2412108"/>
              <a:gd name="connsiteY35" fmla="*/ 897466 h 1626241"/>
              <a:gd name="connsiteX36" fmla="*/ 237246 w 2412108"/>
              <a:gd name="connsiteY36" fmla="*/ 774700 h 1626241"/>
              <a:gd name="connsiteX37" fmla="*/ 161046 w 2412108"/>
              <a:gd name="connsiteY37" fmla="*/ 846666 h 1626241"/>
              <a:gd name="connsiteX38" fmla="*/ 25579 w 2412108"/>
              <a:gd name="connsiteY38" fmla="*/ 833966 h 1626241"/>
              <a:gd name="connsiteX39" fmla="*/ 4413 w 2412108"/>
              <a:gd name="connsiteY39" fmla="*/ 664633 h 1626241"/>
              <a:gd name="connsiteX40" fmla="*/ 80613 w 2412108"/>
              <a:gd name="connsiteY40" fmla="*/ 579966 h 1626241"/>
              <a:gd name="connsiteX41" fmla="*/ 203379 w 2412108"/>
              <a:gd name="connsiteY41" fmla="*/ 635000 h 1626241"/>
              <a:gd name="connsiteX42" fmla="*/ 228779 w 2412108"/>
              <a:gd name="connsiteY42" fmla="*/ 626533 h 1626241"/>
              <a:gd name="connsiteX43" fmla="*/ 241479 w 2412108"/>
              <a:gd name="connsiteY43" fmla="*/ 436033 h 1626241"/>
              <a:gd name="connsiteX44" fmla="*/ 220313 w 2412108"/>
              <a:gd name="connsiteY44" fmla="*/ 254000 h 1626241"/>
              <a:gd name="connsiteX45" fmla="*/ 156813 w 2412108"/>
              <a:gd name="connsiteY45" fmla="*/ 118533 h 1626241"/>
              <a:gd name="connsiteX46" fmla="*/ 118713 w 2412108"/>
              <a:gd name="connsiteY46" fmla="*/ 0 h 1626241"/>
              <a:gd name="connsiteX0" fmla="*/ 118713 w 2412108"/>
              <a:gd name="connsiteY0" fmla="*/ 0 h 1632225"/>
              <a:gd name="connsiteX1" fmla="*/ 1261713 w 2412108"/>
              <a:gd name="connsiteY1" fmla="*/ 16933 h 1632225"/>
              <a:gd name="connsiteX2" fmla="*/ 1900946 w 2412108"/>
              <a:gd name="connsiteY2" fmla="*/ 16933 h 1632225"/>
              <a:gd name="connsiteX3" fmla="*/ 2222679 w 2412108"/>
              <a:gd name="connsiteY3" fmla="*/ 16933 h 1632225"/>
              <a:gd name="connsiteX4" fmla="*/ 2320046 w 2412108"/>
              <a:gd name="connsiteY4" fmla="*/ 59266 h 1632225"/>
              <a:gd name="connsiteX5" fmla="*/ 2370846 w 2412108"/>
              <a:gd name="connsiteY5" fmla="*/ 220133 h 1632225"/>
              <a:gd name="connsiteX6" fmla="*/ 2408946 w 2412108"/>
              <a:gd name="connsiteY6" fmla="*/ 474133 h 1632225"/>
              <a:gd name="connsiteX7" fmla="*/ 2408946 w 2412108"/>
              <a:gd name="connsiteY7" fmla="*/ 626533 h 1632225"/>
              <a:gd name="connsiteX8" fmla="*/ 2400479 w 2412108"/>
              <a:gd name="connsiteY8" fmla="*/ 719666 h 1632225"/>
              <a:gd name="connsiteX9" fmla="*/ 2307346 w 2412108"/>
              <a:gd name="connsiteY9" fmla="*/ 685800 h 1632225"/>
              <a:gd name="connsiteX10" fmla="*/ 2239613 w 2412108"/>
              <a:gd name="connsiteY10" fmla="*/ 660400 h 1632225"/>
              <a:gd name="connsiteX11" fmla="*/ 2184579 w 2412108"/>
              <a:gd name="connsiteY11" fmla="*/ 694266 h 1632225"/>
              <a:gd name="connsiteX12" fmla="*/ 2167646 w 2412108"/>
              <a:gd name="connsiteY12" fmla="*/ 817033 h 1632225"/>
              <a:gd name="connsiteX13" fmla="*/ 2167646 w 2412108"/>
              <a:gd name="connsiteY13" fmla="*/ 893233 h 1632225"/>
              <a:gd name="connsiteX14" fmla="*/ 2214213 w 2412108"/>
              <a:gd name="connsiteY14" fmla="*/ 982133 h 1632225"/>
              <a:gd name="connsiteX15" fmla="*/ 2307346 w 2412108"/>
              <a:gd name="connsiteY15" fmla="*/ 965200 h 1632225"/>
              <a:gd name="connsiteX16" fmla="*/ 2392013 w 2412108"/>
              <a:gd name="connsiteY16" fmla="*/ 918633 h 1632225"/>
              <a:gd name="connsiteX17" fmla="*/ 2387779 w 2412108"/>
              <a:gd name="connsiteY17" fmla="*/ 1083733 h 1632225"/>
              <a:gd name="connsiteX18" fmla="*/ 2328513 w 2412108"/>
              <a:gd name="connsiteY18" fmla="*/ 1299633 h 1632225"/>
              <a:gd name="connsiteX19" fmla="*/ 2243846 w 2412108"/>
              <a:gd name="connsiteY19" fmla="*/ 1566333 h 1632225"/>
              <a:gd name="connsiteX20" fmla="*/ 2188813 w 2412108"/>
              <a:gd name="connsiteY20" fmla="*/ 1617133 h 1632225"/>
              <a:gd name="connsiteX21" fmla="*/ 2019479 w 2412108"/>
              <a:gd name="connsiteY21" fmla="*/ 1583266 h 1632225"/>
              <a:gd name="connsiteX22" fmla="*/ 1536879 w 2412108"/>
              <a:gd name="connsiteY22" fmla="*/ 1595966 h 1632225"/>
              <a:gd name="connsiteX23" fmla="*/ 1354846 w 2412108"/>
              <a:gd name="connsiteY23" fmla="*/ 1600200 h 1632225"/>
              <a:gd name="connsiteX24" fmla="*/ 1426813 w 2412108"/>
              <a:gd name="connsiteY24" fmla="*/ 1511300 h 1632225"/>
              <a:gd name="connsiteX25" fmla="*/ 1418346 w 2412108"/>
              <a:gd name="connsiteY25" fmla="*/ 1397000 h 1632225"/>
              <a:gd name="connsiteX26" fmla="*/ 1215146 w 2412108"/>
              <a:gd name="connsiteY26" fmla="*/ 1354666 h 1632225"/>
              <a:gd name="connsiteX27" fmla="*/ 978079 w 2412108"/>
              <a:gd name="connsiteY27" fmla="*/ 1367366 h 1632225"/>
              <a:gd name="connsiteX28" fmla="*/ 897646 w 2412108"/>
              <a:gd name="connsiteY28" fmla="*/ 1439333 h 1632225"/>
              <a:gd name="connsiteX29" fmla="*/ 931513 w 2412108"/>
              <a:gd name="connsiteY29" fmla="*/ 1612900 h 1632225"/>
              <a:gd name="connsiteX30" fmla="*/ 605546 w 2412108"/>
              <a:gd name="connsiteY30" fmla="*/ 1625599 h 1632225"/>
              <a:gd name="connsiteX31" fmla="*/ 326146 w 2412108"/>
              <a:gd name="connsiteY31" fmla="*/ 1591733 h 1632225"/>
              <a:gd name="connsiteX32" fmla="*/ 122946 w 2412108"/>
              <a:gd name="connsiteY32" fmla="*/ 1540933 h 1632225"/>
              <a:gd name="connsiteX33" fmla="*/ 161046 w 2412108"/>
              <a:gd name="connsiteY33" fmla="*/ 1439333 h 1632225"/>
              <a:gd name="connsiteX34" fmla="*/ 233013 w 2412108"/>
              <a:gd name="connsiteY34" fmla="*/ 1176866 h 1632225"/>
              <a:gd name="connsiteX35" fmla="*/ 249946 w 2412108"/>
              <a:gd name="connsiteY35" fmla="*/ 897466 h 1632225"/>
              <a:gd name="connsiteX36" fmla="*/ 237246 w 2412108"/>
              <a:gd name="connsiteY36" fmla="*/ 774700 h 1632225"/>
              <a:gd name="connsiteX37" fmla="*/ 161046 w 2412108"/>
              <a:gd name="connsiteY37" fmla="*/ 846666 h 1632225"/>
              <a:gd name="connsiteX38" fmla="*/ 25579 w 2412108"/>
              <a:gd name="connsiteY38" fmla="*/ 833966 h 1632225"/>
              <a:gd name="connsiteX39" fmla="*/ 4413 w 2412108"/>
              <a:gd name="connsiteY39" fmla="*/ 664633 h 1632225"/>
              <a:gd name="connsiteX40" fmla="*/ 80613 w 2412108"/>
              <a:gd name="connsiteY40" fmla="*/ 579966 h 1632225"/>
              <a:gd name="connsiteX41" fmla="*/ 203379 w 2412108"/>
              <a:gd name="connsiteY41" fmla="*/ 635000 h 1632225"/>
              <a:gd name="connsiteX42" fmla="*/ 228779 w 2412108"/>
              <a:gd name="connsiteY42" fmla="*/ 626533 h 1632225"/>
              <a:gd name="connsiteX43" fmla="*/ 241479 w 2412108"/>
              <a:gd name="connsiteY43" fmla="*/ 436033 h 1632225"/>
              <a:gd name="connsiteX44" fmla="*/ 220313 w 2412108"/>
              <a:gd name="connsiteY44" fmla="*/ 254000 h 1632225"/>
              <a:gd name="connsiteX45" fmla="*/ 156813 w 2412108"/>
              <a:gd name="connsiteY45" fmla="*/ 118533 h 1632225"/>
              <a:gd name="connsiteX46" fmla="*/ 118713 w 2412108"/>
              <a:gd name="connsiteY46" fmla="*/ 0 h 1632225"/>
              <a:gd name="connsiteX0" fmla="*/ 118713 w 2412108"/>
              <a:gd name="connsiteY0" fmla="*/ 0 h 1634835"/>
              <a:gd name="connsiteX1" fmla="*/ 1261713 w 2412108"/>
              <a:gd name="connsiteY1" fmla="*/ 16933 h 1634835"/>
              <a:gd name="connsiteX2" fmla="*/ 1900946 w 2412108"/>
              <a:gd name="connsiteY2" fmla="*/ 16933 h 1634835"/>
              <a:gd name="connsiteX3" fmla="*/ 2222679 w 2412108"/>
              <a:gd name="connsiteY3" fmla="*/ 16933 h 1634835"/>
              <a:gd name="connsiteX4" fmla="*/ 2320046 w 2412108"/>
              <a:gd name="connsiteY4" fmla="*/ 59266 h 1634835"/>
              <a:gd name="connsiteX5" fmla="*/ 2370846 w 2412108"/>
              <a:gd name="connsiteY5" fmla="*/ 220133 h 1634835"/>
              <a:gd name="connsiteX6" fmla="*/ 2408946 w 2412108"/>
              <a:gd name="connsiteY6" fmla="*/ 474133 h 1634835"/>
              <a:gd name="connsiteX7" fmla="*/ 2408946 w 2412108"/>
              <a:gd name="connsiteY7" fmla="*/ 626533 h 1634835"/>
              <a:gd name="connsiteX8" fmla="*/ 2400479 w 2412108"/>
              <a:gd name="connsiteY8" fmla="*/ 719666 h 1634835"/>
              <a:gd name="connsiteX9" fmla="*/ 2307346 w 2412108"/>
              <a:gd name="connsiteY9" fmla="*/ 685800 h 1634835"/>
              <a:gd name="connsiteX10" fmla="*/ 2239613 w 2412108"/>
              <a:gd name="connsiteY10" fmla="*/ 660400 h 1634835"/>
              <a:gd name="connsiteX11" fmla="*/ 2184579 w 2412108"/>
              <a:gd name="connsiteY11" fmla="*/ 694266 h 1634835"/>
              <a:gd name="connsiteX12" fmla="*/ 2167646 w 2412108"/>
              <a:gd name="connsiteY12" fmla="*/ 817033 h 1634835"/>
              <a:gd name="connsiteX13" fmla="*/ 2167646 w 2412108"/>
              <a:gd name="connsiteY13" fmla="*/ 893233 h 1634835"/>
              <a:gd name="connsiteX14" fmla="*/ 2214213 w 2412108"/>
              <a:gd name="connsiteY14" fmla="*/ 982133 h 1634835"/>
              <a:gd name="connsiteX15" fmla="*/ 2307346 w 2412108"/>
              <a:gd name="connsiteY15" fmla="*/ 965200 h 1634835"/>
              <a:gd name="connsiteX16" fmla="*/ 2392013 w 2412108"/>
              <a:gd name="connsiteY16" fmla="*/ 918633 h 1634835"/>
              <a:gd name="connsiteX17" fmla="*/ 2387779 w 2412108"/>
              <a:gd name="connsiteY17" fmla="*/ 1083733 h 1634835"/>
              <a:gd name="connsiteX18" fmla="*/ 2328513 w 2412108"/>
              <a:gd name="connsiteY18" fmla="*/ 1299633 h 1634835"/>
              <a:gd name="connsiteX19" fmla="*/ 2243846 w 2412108"/>
              <a:gd name="connsiteY19" fmla="*/ 1566333 h 1634835"/>
              <a:gd name="connsiteX20" fmla="*/ 2188813 w 2412108"/>
              <a:gd name="connsiteY20" fmla="*/ 1617133 h 1634835"/>
              <a:gd name="connsiteX21" fmla="*/ 2019479 w 2412108"/>
              <a:gd name="connsiteY21" fmla="*/ 1583266 h 1634835"/>
              <a:gd name="connsiteX22" fmla="*/ 1536879 w 2412108"/>
              <a:gd name="connsiteY22" fmla="*/ 1595966 h 1634835"/>
              <a:gd name="connsiteX23" fmla="*/ 1354846 w 2412108"/>
              <a:gd name="connsiteY23" fmla="*/ 1600200 h 1634835"/>
              <a:gd name="connsiteX24" fmla="*/ 1426813 w 2412108"/>
              <a:gd name="connsiteY24" fmla="*/ 1511300 h 1634835"/>
              <a:gd name="connsiteX25" fmla="*/ 1418346 w 2412108"/>
              <a:gd name="connsiteY25" fmla="*/ 1397000 h 1634835"/>
              <a:gd name="connsiteX26" fmla="*/ 1215146 w 2412108"/>
              <a:gd name="connsiteY26" fmla="*/ 1354666 h 1634835"/>
              <a:gd name="connsiteX27" fmla="*/ 978079 w 2412108"/>
              <a:gd name="connsiteY27" fmla="*/ 1367366 h 1634835"/>
              <a:gd name="connsiteX28" fmla="*/ 897646 w 2412108"/>
              <a:gd name="connsiteY28" fmla="*/ 1439333 h 1634835"/>
              <a:gd name="connsiteX29" fmla="*/ 956913 w 2412108"/>
              <a:gd name="connsiteY29" fmla="*/ 1617133 h 1634835"/>
              <a:gd name="connsiteX30" fmla="*/ 605546 w 2412108"/>
              <a:gd name="connsiteY30" fmla="*/ 1625599 h 1634835"/>
              <a:gd name="connsiteX31" fmla="*/ 326146 w 2412108"/>
              <a:gd name="connsiteY31" fmla="*/ 1591733 h 1634835"/>
              <a:gd name="connsiteX32" fmla="*/ 122946 w 2412108"/>
              <a:gd name="connsiteY32" fmla="*/ 1540933 h 1634835"/>
              <a:gd name="connsiteX33" fmla="*/ 161046 w 2412108"/>
              <a:gd name="connsiteY33" fmla="*/ 1439333 h 1634835"/>
              <a:gd name="connsiteX34" fmla="*/ 233013 w 2412108"/>
              <a:gd name="connsiteY34" fmla="*/ 1176866 h 1634835"/>
              <a:gd name="connsiteX35" fmla="*/ 249946 w 2412108"/>
              <a:gd name="connsiteY35" fmla="*/ 897466 h 1634835"/>
              <a:gd name="connsiteX36" fmla="*/ 237246 w 2412108"/>
              <a:gd name="connsiteY36" fmla="*/ 774700 h 1634835"/>
              <a:gd name="connsiteX37" fmla="*/ 161046 w 2412108"/>
              <a:gd name="connsiteY37" fmla="*/ 846666 h 1634835"/>
              <a:gd name="connsiteX38" fmla="*/ 25579 w 2412108"/>
              <a:gd name="connsiteY38" fmla="*/ 833966 h 1634835"/>
              <a:gd name="connsiteX39" fmla="*/ 4413 w 2412108"/>
              <a:gd name="connsiteY39" fmla="*/ 664633 h 1634835"/>
              <a:gd name="connsiteX40" fmla="*/ 80613 w 2412108"/>
              <a:gd name="connsiteY40" fmla="*/ 579966 h 1634835"/>
              <a:gd name="connsiteX41" fmla="*/ 203379 w 2412108"/>
              <a:gd name="connsiteY41" fmla="*/ 635000 h 1634835"/>
              <a:gd name="connsiteX42" fmla="*/ 228779 w 2412108"/>
              <a:gd name="connsiteY42" fmla="*/ 626533 h 1634835"/>
              <a:gd name="connsiteX43" fmla="*/ 241479 w 2412108"/>
              <a:gd name="connsiteY43" fmla="*/ 436033 h 1634835"/>
              <a:gd name="connsiteX44" fmla="*/ 220313 w 2412108"/>
              <a:gd name="connsiteY44" fmla="*/ 254000 h 1634835"/>
              <a:gd name="connsiteX45" fmla="*/ 156813 w 2412108"/>
              <a:gd name="connsiteY45" fmla="*/ 118533 h 1634835"/>
              <a:gd name="connsiteX46" fmla="*/ 118713 w 2412108"/>
              <a:gd name="connsiteY46" fmla="*/ 0 h 1634835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418346 w 2412108"/>
              <a:gd name="connsiteY25" fmla="*/ 1397000 h 1633099"/>
              <a:gd name="connsiteX26" fmla="*/ 1215146 w 2412108"/>
              <a:gd name="connsiteY26" fmla="*/ 1354666 h 1633099"/>
              <a:gd name="connsiteX27" fmla="*/ 978079 w 2412108"/>
              <a:gd name="connsiteY27" fmla="*/ 1367366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5146 w 2412108"/>
              <a:gd name="connsiteY26" fmla="*/ 1354666 h 1633099"/>
              <a:gd name="connsiteX27" fmla="*/ 978079 w 2412108"/>
              <a:gd name="connsiteY27" fmla="*/ 1367366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5146 w 2412108"/>
              <a:gd name="connsiteY26" fmla="*/ 1354666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426813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230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0413 w 2412108"/>
              <a:gd name="connsiteY27" fmla="*/ 1388532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19379 w 2412108"/>
              <a:gd name="connsiteY26" fmla="*/ 13715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2019479 w 2412108"/>
              <a:gd name="connsiteY21" fmla="*/ 15832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676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84579 w 2412108"/>
              <a:gd name="connsiteY11" fmla="*/ 694266 h 1633099"/>
              <a:gd name="connsiteX12" fmla="*/ 21295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676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893233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7246 w 2412108"/>
              <a:gd name="connsiteY36" fmla="*/ 774700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36879 w 2412108"/>
              <a:gd name="connsiteY22" fmla="*/ 15959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43846 w 2412108"/>
              <a:gd name="connsiteY19" fmla="*/ 1566333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77713 w 2412108"/>
              <a:gd name="connsiteY19" fmla="*/ 1481666 h 1633099"/>
              <a:gd name="connsiteX20" fmla="*/ 2188813 w 2412108"/>
              <a:gd name="connsiteY20" fmla="*/ 1617133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77713 w 2412108"/>
              <a:gd name="connsiteY19" fmla="*/ 1481666 h 1633099"/>
              <a:gd name="connsiteX20" fmla="*/ 2205746 w 2412108"/>
              <a:gd name="connsiteY20" fmla="*/ 1562100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205746 w 2412108"/>
              <a:gd name="connsiteY20" fmla="*/ 1562100 h 1633099"/>
              <a:gd name="connsiteX21" fmla="*/ 1968679 w 2412108"/>
              <a:gd name="connsiteY21" fmla="*/ 1595966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205746 w 2412108"/>
              <a:gd name="connsiteY20" fmla="*/ 1562100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18713 w 2412108"/>
              <a:gd name="connsiteY0" fmla="*/ 0 h 1633099"/>
              <a:gd name="connsiteX1" fmla="*/ 1261713 w 2412108"/>
              <a:gd name="connsiteY1" fmla="*/ 16933 h 1633099"/>
              <a:gd name="connsiteX2" fmla="*/ 1900946 w 2412108"/>
              <a:gd name="connsiteY2" fmla="*/ 16933 h 1633099"/>
              <a:gd name="connsiteX3" fmla="*/ 2222679 w 2412108"/>
              <a:gd name="connsiteY3" fmla="*/ 16933 h 1633099"/>
              <a:gd name="connsiteX4" fmla="*/ 2320046 w 2412108"/>
              <a:gd name="connsiteY4" fmla="*/ 59266 h 1633099"/>
              <a:gd name="connsiteX5" fmla="*/ 2370846 w 2412108"/>
              <a:gd name="connsiteY5" fmla="*/ 220133 h 1633099"/>
              <a:gd name="connsiteX6" fmla="*/ 2408946 w 2412108"/>
              <a:gd name="connsiteY6" fmla="*/ 474133 h 1633099"/>
              <a:gd name="connsiteX7" fmla="*/ 2408946 w 2412108"/>
              <a:gd name="connsiteY7" fmla="*/ 626533 h 1633099"/>
              <a:gd name="connsiteX8" fmla="*/ 2400479 w 2412108"/>
              <a:gd name="connsiteY8" fmla="*/ 719666 h 1633099"/>
              <a:gd name="connsiteX9" fmla="*/ 2307346 w 2412108"/>
              <a:gd name="connsiteY9" fmla="*/ 685800 h 1633099"/>
              <a:gd name="connsiteX10" fmla="*/ 2239613 w 2412108"/>
              <a:gd name="connsiteY10" fmla="*/ 660400 h 1633099"/>
              <a:gd name="connsiteX11" fmla="*/ 2171879 w 2412108"/>
              <a:gd name="connsiteY11" fmla="*/ 690032 h 1633099"/>
              <a:gd name="connsiteX12" fmla="*/ 2129546 w 2412108"/>
              <a:gd name="connsiteY12" fmla="*/ 817033 h 1633099"/>
              <a:gd name="connsiteX13" fmla="*/ 2154946 w 2412108"/>
              <a:gd name="connsiteY13" fmla="*/ 915458 h 1633099"/>
              <a:gd name="connsiteX14" fmla="*/ 2214213 w 2412108"/>
              <a:gd name="connsiteY14" fmla="*/ 982133 h 1633099"/>
              <a:gd name="connsiteX15" fmla="*/ 2307346 w 2412108"/>
              <a:gd name="connsiteY15" fmla="*/ 965200 h 1633099"/>
              <a:gd name="connsiteX16" fmla="*/ 2392013 w 2412108"/>
              <a:gd name="connsiteY16" fmla="*/ 918633 h 1633099"/>
              <a:gd name="connsiteX17" fmla="*/ 2387779 w 2412108"/>
              <a:gd name="connsiteY17" fmla="*/ 1083733 h 1633099"/>
              <a:gd name="connsiteX18" fmla="*/ 2328513 w 2412108"/>
              <a:gd name="connsiteY18" fmla="*/ 1299633 h 1633099"/>
              <a:gd name="connsiteX19" fmla="*/ 2294647 w 2412108"/>
              <a:gd name="connsiteY19" fmla="*/ 1447800 h 1633099"/>
              <a:gd name="connsiteX20" fmla="*/ 2193046 w 2412108"/>
              <a:gd name="connsiteY20" fmla="*/ 1502833 h 1633099"/>
              <a:gd name="connsiteX21" fmla="*/ 1939045 w 2412108"/>
              <a:gd name="connsiteY21" fmla="*/ 1566332 h 1633099"/>
              <a:gd name="connsiteX22" fmla="*/ 1562279 w 2412108"/>
              <a:gd name="connsiteY22" fmla="*/ 1608666 h 1633099"/>
              <a:gd name="connsiteX23" fmla="*/ 1354846 w 2412108"/>
              <a:gd name="connsiteY23" fmla="*/ 1600200 h 1633099"/>
              <a:gd name="connsiteX24" fmla="*/ 1380246 w 2412108"/>
              <a:gd name="connsiteY24" fmla="*/ 1511300 h 1633099"/>
              <a:gd name="connsiteX25" fmla="*/ 1376013 w 2412108"/>
              <a:gd name="connsiteY25" fmla="*/ 1439333 h 1633099"/>
              <a:gd name="connsiteX26" fmla="*/ 1236312 w 2412108"/>
              <a:gd name="connsiteY26" fmla="*/ 1396999 h 1633099"/>
              <a:gd name="connsiteX27" fmla="*/ 1028880 w 2412108"/>
              <a:gd name="connsiteY27" fmla="*/ 1405465 h 1633099"/>
              <a:gd name="connsiteX28" fmla="*/ 935746 w 2412108"/>
              <a:gd name="connsiteY28" fmla="*/ 1464733 h 1633099"/>
              <a:gd name="connsiteX29" fmla="*/ 956913 w 2412108"/>
              <a:gd name="connsiteY29" fmla="*/ 1617133 h 1633099"/>
              <a:gd name="connsiteX30" fmla="*/ 605546 w 2412108"/>
              <a:gd name="connsiteY30" fmla="*/ 1625599 h 1633099"/>
              <a:gd name="connsiteX31" fmla="*/ 326146 w 2412108"/>
              <a:gd name="connsiteY31" fmla="*/ 1591733 h 1633099"/>
              <a:gd name="connsiteX32" fmla="*/ 122946 w 2412108"/>
              <a:gd name="connsiteY32" fmla="*/ 1540933 h 1633099"/>
              <a:gd name="connsiteX33" fmla="*/ 161046 w 2412108"/>
              <a:gd name="connsiteY33" fmla="*/ 1439333 h 1633099"/>
              <a:gd name="connsiteX34" fmla="*/ 233013 w 2412108"/>
              <a:gd name="connsiteY34" fmla="*/ 1176866 h 1633099"/>
              <a:gd name="connsiteX35" fmla="*/ 249946 w 2412108"/>
              <a:gd name="connsiteY35" fmla="*/ 897466 h 1633099"/>
              <a:gd name="connsiteX36" fmla="*/ 234071 w 2412108"/>
              <a:gd name="connsiteY36" fmla="*/ 784225 h 1633099"/>
              <a:gd name="connsiteX37" fmla="*/ 161046 w 2412108"/>
              <a:gd name="connsiteY37" fmla="*/ 846666 h 1633099"/>
              <a:gd name="connsiteX38" fmla="*/ 25579 w 2412108"/>
              <a:gd name="connsiteY38" fmla="*/ 833966 h 1633099"/>
              <a:gd name="connsiteX39" fmla="*/ 4413 w 2412108"/>
              <a:gd name="connsiteY39" fmla="*/ 664633 h 1633099"/>
              <a:gd name="connsiteX40" fmla="*/ 80613 w 2412108"/>
              <a:gd name="connsiteY40" fmla="*/ 579966 h 1633099"/>
              <a:gd name="connsiteX41" fmla="*/ 203379 w 2412108"/>
              <a:gd name="connsiteY41" fmla="*/ 635000 h 1633099"/>
              <a:gd name="connsiteX42" fmla="*/ 228779 w 2412108"/>
              <a:gd name="connsiteY42" fmla="*/ 626533 h 1633099"/>
              <a:gd name="connsiteX43" fmla="*/ 241479 w 2412108"/>
              <a:gd name="connsiteY43" fmla="*/ 436033 h 1633099"/>
              <a:gd name="connsiteX44" fmla="*/ 220313 w 2412108"/>
              <a:gd name="connsiteY44" fmla="*/ 254000 h 1633099"/>
              <a:gd name="connsiteX45" fmla="*/ 156813 w 2412108"/>
              <a:gd name="connsiteY45" fmla="*/ 118533 h 1633099"/>
              <a:gd name="connsiteX46" fmla="*/ 118713 w 2412108"/>
              <a:gd name="connsiteY46" fmla="*/ 0 h 1633099"/>
              <a:gd name="connsiteX0" fmla="*/ 109816 w 2403211"/>
              <a:gd name="connsiteY0" fmla="*/ 0 h 1633099"/>
              <a:gd name="connsiteX1" fmla="*/ 1252816 w 2403211"/>
              <a:gd name="connsiteY1" fmla="*/ 16933 h 1633099"/>
              <a:gd name="connsiteX2" fmla="*/ 1892049 w 2403211"/>
              <a:gd name="connsiteY2" fmla="*/ 16933 h 1633099"/>
              <a:gd name="connsiteX3" fmla="*/ 2213782 w 2403211"/>
              <a:gd name="connsiteY3" fmla="*/ 16933 h 1633099"/>
              <a:gd name="connsiteX4" fmla="*/ 2311149 w 2403211"/>
              <a:gd name="connsiteY4" fmla="*/ 59266 h 1633099"/>
              <a:gd name="connsiteX5" fmla="*/ 2361949 w 2403211"/>
              <a:gd name="connsiteY5" fmla="*/ 220133 h 1633099"/>
              <a:gd name="connsiteX6" fmla="*/ 2400049 w 2403211"/>
              <a:gd name="connsiteY6" fmla="*/ 474133 h 1633099"/>
              <a:gd name="connsiteX7" fmla="*/ 2400049 w 2403211"/>
              <a:gd name="connsiteY7" fmla="*/ 626533 h 1633099"/>
              <a:gd name="connsiteX8" fmla="*/ 2391582 w 2403211"/>
              <a:gd name="connsiteY8" fmla="*/ 719666 h 1633099"/>
              <a:gd name="connsiteX9" fmla="*/ 2298449 w 2403211"/>
              <a:gd name="connsiteY9" fmla="*/ 685800 h 1633099"/>
              <a:gd name="connsiteX10" fmla="*/ 2230716 w 2403211"/>
              <a:gd name="connsiteY10" fmla="*/ 660400 h 1633099"/>
              <a:gd name="connsiteX11" fmla="*/ 2162982 w 2403211"/>
              <a:gd name="connsiteY11" fmla="*/ 690032 h 1633099"/>
              <a:gd name="connsiteX12" fmla="*/ 2120649 w 2403211"/>
              <a:gd name="connsiteY12" fmla="*/ 817033 h 1633099"/>
              <a:gd name="connsiteX13" fmla="*/ 2146049 w 2403211"/>
              <a:gd name="connsiteY13" fmla="*/ 915458 h 1633099"/>
              <a:gd name="connsiteX14" fmla="*/ 2205316 w 2403211"/>
              <a:gd name="connsiteY14" fmla="*/ 982133 h 1633099"/>
              <a:gd name="connsiteX15" fmla="*/ 2298449 w 2403211"/>
              <a:gd name="connsiteY15" fmla="*/ 965200 h 1633099"/>
              <a:gd name="connsiteX16" fmla="*/ 2383116 w 2403211"/>
              <a:gd name="connsiteY16" fmla="*/ 918633 h 1633099"/>
              <a:gd name="connsiteX17" fmla="*/ 2378882 w 2403211"/>
              <a:gd name="connsiteY17" fmla="*/ 1083733 h 1633099"/>
              <a:gd name="connsiteX18" fmla="*/ 2319616 w 2403211"/>
              <a:gd name="connsiteY18" fmla="*/ 1299633 h 1633099"/>
              <a:gd name="connsiteX19" fmla="*/ 2285750 w 2403211"/>
              <a:gd name="connsiteY19" fmla="*/ 1447800 h 1633099"/>
              <a:gd name="connsiteX20" fmla="*/ 2184149 w 2403211"/>
              <a:gd name="connsiteY20" fmla="*/ 1502833 h 1633099"/>
              <a:gd name="connsiteX21" fmla="*/ 1930148 w 2403211"/>
              <a:gd name="connsiteY21" fmla="*/ 1566332 h 1633099"/>
              <a:gd name="connsiteX22" fmla="*/ 1553382 w 2403211"/>
              <a:gd name="connsiteY22" fmla="*/ 1608666 h 1633099"/>
              <a:gd name="connsiteX23" fmla="*/ 1345949 w 2403211"/>
              <a:gd name="connsiteY23" fmla="*/ 1600200 h 1633099"/>
              <a:gd name="connsiteX24" fmla="*/ 1371349 w 2403211"/>
              <a:gd name="connsiteY24" fmla="*/ 1511300 h 1633099"/>
              <a:gd name="connsiteX25" fmla="*/ 1367116 w 2403211"/>
              <a:gd name="connsiteY25" fmla="*/ 1439333 h 1633099"/>
              <a:gd name="connsiteX26" fmla="*/ 1227415 w 2403211"/>
              <a:gd name="connsiteY26" fmla="*/ 1396999 h 1633099"/>
              <a:gd name="connsiteX27" fmla="*/ 1019983 w 2403211"/>
              <a:gd name="connsiteY27" fmla="*/ 1405465 h 1633099"/>
              <a:gd name="connsiteX28" fmla="*/ 926849 w 2403211"/>
              <a:gd name="connsiteY28" fmla="*/ 1464733 h 1633099"/>
              <a:gd name="connsiteX29" fmla="*/ 948016 w 2403211"/>
              <a:gd name="connsiteY29" fmla="*/ 1617133 h 1633099"/>
              <a:gd name="connsiteX30" fmla="*/ 596649 w 2403211"/>
              <a:gd name="connsiteY30" fmla="*/ 1625599 h 1633099"/>
              <a:gd name="connsiteX31" fmla="*/ 317249 w 2403211"/>
              <a:gd name="connsiteY31" fmla="*/ 1591733 h 1633099"/>
              <a:gd name="connsiteX32" fmla="*/ 114049 w 2403211"/>
              <a:gd name="connsiteY32" fmla="*/ 1540933 h 1633099"/>
              <a:gd name="connsiteX33" fmla="*/ 152149 w 2403211"/>
              <a:gd name="connsiteY33" fmla="*/ 1439333 h 1633099"/>
              <a:gd name="connsiteX34" fmla="*/ 224116 w 2403211"/>
              <a:gd name="connsiteY34" fmla="*/ 1176866 h 1633099"/>
              <a:gd name="connsiteX35" fmla="*/ 241049 w 2403211"/>
              <a:gd name="connsiteY35" fmla="*/ 897466 h 1633099"/>
              <a:gd name="connsiteX36" fmla="*/ 225174 w 2403211"/>
              <a:gd name="connsiteY36" fmla="*/ 784225 h 1633099"/>
              <a:gd name="connsiteX37" fmla="*/ 152149 w 2403211"/>
              <a:gd name="connsiteY37" fmla="*/ 846666 h 1633099"/>
              <a:gd name="connsiteX38" fmla="*/ 16682 w 2403211"/>
              <a:gd name="connsiteY38" fmla="*/ 833966 h 1633099"/>
              <a:gd name="connsiteX39" fmla="*/ 8216 w 2403211"/>
              <a:gd name="connsiteY39" fmla="*/ 666750 h 1633099"/>
              <a:gd name="connsiteX40" fmla="*/ 71716 w 2403211"/>
              <a:gd name="connsiteY40" fmla="*/ 579966 h 1633099"/>
              <a:gd name="connsiteX41" fmla="*/ 194482 w 2403211"/>
              <a:gd name="connsiteY41" fmla="*/ 635000 h 1633099"/>
              <a:gd name="connsiteX42" fmla="*/ 219882 w 2403211"/>
              <a:gd name="connsiteY42" fmla="*/ 626533 h 1633099"/>
              <a:gd name="connsiteX43" fmla="*/ 232582 w 2403211"/>
              <a:gd name="connsiteY43" fmla="*/ 436033 h 1633099"/>
              <a:gd name="connsiteX44" fmla="*/ 211416 w 2403211"/>
              <a:gd name="connsiteY44" fmla="*/ 254000 h 1633099"/>
              <a:gd name="connsiteX45" fmla="*/ 147916 w 2403211"/>
              <a:gd name="connsiteY45" fmla="*/ 118533 h 1633099"/>
              <a:gd name="connsiteX46" fmla="*/ 109816 w 2403211"/>
              <a:gd name="connsiteY46" fmla="*/ 0 h 1633099"/>
              <a:gd name="connsiteX0" fmla="*/ 110227 w 2403622"/>
              <a:gd name="connsiteY0" fmla="*/ 0 h 1633099"/>
              <a:gd name="connsiteX1" fmla="*/ 1253227 w 2403622"/>
              <a:gd name="connsiteY1" fmla="*/ 16933 h 1633099"/>
              <a:gd name="connsiteX2" fmla="*/ 1892460 w 2403622"/>
              <a:gd name="connsiteY2" fmla="*/ 16933 h 1633099"/>
              <a:gd name="connsiteX3" fmla="*/ 2214193 w 2403622"/>
              <a:gd name="connsiteY3" fmla="*/ 16933 h 1633099"/>
              <a:gd name="connsiteX4" fmla="*/ 2311560 w 2403622"/>
              <a:gd name="connsiteY4" fmla="*/ 59266 h 1633099"/>
              <a:gd name="connsiteX5" fmla="*/ 2362360 w 2403622"/>
              <a:gd name="connsiteY5" fmla="*/ 220133 h 1633099"/>
              <a:gd name="connsiteX6" fmla="*/ 2400460 w 2403622"/>
              <a:gd name="connsiteY6" fmla="*/ 474133 h 1633099"/>
              <a:gd name="connsiteX7" fmla="*/ 2400460 w 2403622"/>
              <a:gd name="connsiteY7" fmla="*/ 626533 h 1633099"/>
              <a:gd name="connsiteX8" fmla="*/ 2391993 w 2403622"/>
              <a:gd name="connsiteY8" fmla="*/ 719666 h 1633099"/>
              <a:gd name="connsiteX9" fmla="*/ 2298860 w 2403622"/>
              <a:gd name="connsiteY9" fmla="*/ 685800 h 1633099"/>
              <a:gd name="connsiteX10" fmla="*/ 2231127 w 2403622"/>
              <a:gd name="connsiteY10" fmla="*/ 660400 h 1633099"/>
              <a:gd name="connsiteX11" fmla="*/ 2163393 w 2403622"/>
              <a:gd name="connsiteY11" fmla="*/ 690032 h 1633099"/>
              <a:gd name="connsiteX12" fmla="*/ 2121060 w 2403622"/>
              <a:gd name="connsiteY12" fmla="*/ 817033 h 1633099"/>
              <a:gd name="connsiteX13" fmla="*/ 2146460 w 2403622"/>
              <a:gd name="connsiteY13" fmla="*/ 915458 h 1633099"/>
              <a:gd name="connsiteX14" fmla="*/ 2205727 w 2403622"/>
              <a:gd name="connsiteY14" fmla="*/ 982133 h 1633099"/>
              <a:gd name="connsiteX15" fmla="*/ 2298860 w 2403622"/>
              <a:gd name="connsiteY15" fmla="*/ 965200 h 1633099"/>
              <a:gd name="connsiteX16" fmla="*/ 2383527 w 2403622"/>
              <a:gd name="connsiteY16" fmla="*/ 918633 h 1633099"/>
              <a:gd name="connsiteX17" fmla="*/ 2379293 w 2403622"/>
              <a:gd name="connsiteY17" fmla="*/ 1083733 h 1633099"/>
              <a:gd name="connsiteX18" fmla="*/ 2320027 w 2403622"/>
              <a:gd name="connsiteY18" fmla="*/ 1299633 h 1633099"/>
              <a:gd name="connsiteX19" fmla="*/ 2286161 w 2403622"/>
              <a:gd name="connsiteY19" fmla="*/ 1447800 h 1633099"/>
              <a:gd name="connsiteX20" fmla="*/ 2184560 w 2403622"/>
              <a:gd name="connsiteY20" fmla="*/ 1502833 h 1633099"/>
              <a:gd name="connsiteX21" fmla="*/ 1930559 w 2403622"/>
              <a:gd name="connsiteY21" fmla="*/ 1566332 h 1633099"/>
              <a:gd name="connsiteX22" fmla="*/ 1553793 w 2403622"/>
              <a:gd name="connsiteY22" fmla="*/ 1608666 h 1633099"/>
              <a:gd name="connsiteX23" fmla="*/ 1346360 w 2403622"/>
              <a:gd name="connsiteY23" fmla="*/ 1600200 h 1633099"/>
              <a:gd name="connsiteX24" fmla="*/ 1371760 w 2403622"/>
              <a:gd name="connsiteY24" fmla="*/ 1511300 h 1633099"/>
              <a:gd name="connsiteX25" fmla="*/ 1367527 w 2403622"/>
              <a:gd name="connsiteY25" fmla="*/ 1439333 h 1633099"/>
              <a:gd name="connsiteX26" fmla="*/ 1227826 w 2403622"/>
              <a:gd name="connsiteY26" fmla="*/ 1396999 h 1633099"/>
              <a:gd name="connsiteX27" fmla="*/ 1020394 w 2403622"/>
              <a:gd name="connsiteY27" fmla="*/ 1405465 h 1633099"/>
              <a:gd name="connsiteX28" fmla="*/ 927260 w 2403622"/>
              <a:gd name="connsiteY28" fmla="*/ 1464733 h 1633099"/>
              <a:gd name="connsiteX29" fmla="*/ 948427 w 2403622"/>
              <a:gd name="connsiteY29" fmla="*/ 1617133 h 1633099"/>
              <a:gd name="connsiteX30" fmla="*/ 597060 w 2403622"/>
              <a:gd name="connsiteY30" fmla="*/ 1625599 h 1633099"/>
              <a:gd name="connsiteX31" fmla="*/ 317660 w 2403622"/>
              <a:gd name="connsiteY31" fmla="*/ 1591733 h 1633099"/>
              <a:gd name="connsiteX32" fmla="*/ 114460 w 2403622"/>
              <a:gd name="connsiteY32" fmla="*/ 1540933 h 1633099"/>
              <a:gd name="connsiteX33" fmla="*/ 152560 w 2403622"/>
              <a:gd name="connsiteY33" fmla="*/ 1439333 h 1633099"/>
              <a:gd name="connsiteX34" fmla="*/ 224527 w 2403622"/>
              <a:gd name="connsiteY34" fmla="*/ 1176866 h 1633099"/>
              <a:gd name="connsiteX35" fmla="*/ 241460 w 2403622"/>
              <a:gd name="connsiteY35" fmla="*/ 897466 h 1633099"/>
              <a:gd name="connsiteX36" fmla="*/ 225585 w 2403622"/>
              <a:gd name="connsiteY36" fmla="*/ 784225 h 1633099"/>
              <a:gd name="connsiteX37" fmla="*/ 152560 w 2403622"/>
              <a:gd name="connsiteY37" fmla="*/ 846666 h 1633099"/>
              <a:gd name="connsiteX38" fmla="*/ 17093 w 2403622"/>
              <a:gd name="connsiteY38" fmla="*/ 833966 h 1633099"/>
              <a:gd name="connsiteX39" fmla="*/ 8627 w 2403622"/>
              <a:gd name="connsiteY39" fmla="*/ 666750 h 1633099"/>
              <a:gd name="connsiteX40" fmla="*/ 78477 w 2403622"/>
              <a:gd name="connsiteY40" fmla="*/ 579966 h 1633099"/>
              <a:gd name="connsiteX41" fmla="*/ 194893 w 2403622"/>
              <a:gd name="connsiteY41" fmla="*/ 635000 h 1633099"/>
              <a:gd name="connsiteX42" fmla="*/ 220293 w 2403622"/>
              <a:gd name="connsiteY42" fmla="*/ 626533 h 1633099"/>
              <a:gd name="connsiteX43" fmla="*/ 232993 w 2403622"/>
              <a:gd name="connsiteY43" fmla="*/ 436033 h 1633099"/>
              <a:gd name="connsiteX44" fmla="*/ 211827 w 2403622"/>
              <a:gd name="connsiteY44" fmla="*/ 254000 h 1633099"/>
              <a:gd name="connsiteX45" fmla="*/ 148327 w 2403622"/>
              <a:gd name="connsiteY45" fmla="*/ 118533 h 1633099"/>
              <a:gd name="connsiteX46" fmla="*/ 110227 w 2403622"/>
              <a:gd name="connsiteY46" fmla="*/ 0 h 1633099"/>
              <a:gd name="connsiteX0" fmla="*/ 110925 w 2404320"/>
              <a:gd name="connsiteY0" fmla="*/ 0 h 1633099"/>
              <a:gd name="connsiteX1" fmla="*/ 1253925 w 2404320"/>
              <a:gd name="connsiteY1" fmla="*/ 16933 h 1633099"/>
              <a:gd name="connsiteX2" fmla="*/ 1893158 w 2404320"/>
              <a:gd name="connsiteY2" fmla="*/ 16933 h 1633099"/>
              <a:gd name="connsiteX3" fmla="*/ 2214891 w 2404320"/>
              <a:gd name="connsiteY3" fmla="*/ 16933 h 1633099"/>
              <a:gd name="connsiteX4" fmla="*/ 2312258 w 2404320"/>
              <a:gd name="connsiteY4" fmla="*/ 59266 h 1633099"/>
              <a:gd name="connsiteX5" fmla="*/ 2363058 w 2404320"/>
              <a:gd name="connsiteY5" fmla="*/ 220133 h 1633099"/>
              <a:gd name="connsiteX6" fmla="*/ 2401158 w 2404320"/>
              <a:gd name="connsiteY6" fmla="*/ 474133 h 1633099"/>
              <a:gd name="connsiteX7" fmla="*/ 2401158 w 2404320"/>
              <a:gd name="connsiteY7" fmla="*/ 626533 h 1633099"/>
              <a:gd name="connsiteX8" fmla="*/ 2392691 w 2404320"/>
              <a:gd name="connsiteY8" fmla="*/ 719666 h 1633099"/>
              <a:gd name="connsiteX9" fmla="*/ 2299558 w 2404320"/>
              <a:gd name="connsiteY9" fmla="*/ 685800 h 1633099"/>
              <a:gd name="connsiteX10" fmla="*/ 2231825 w 2404320"/>
              <a:gd name="connsiteY10" fmla="*/ 660400 h 1633099"/>
              <a:gd name="connsiteX11" fmla="*/ 2164091 w 2404320"/>
              <a:gd name="connsiteY11" fmla="*/ 690032 h 1633099"/>
              <a:gd name="connsiteX12" fmla="*/ 2121758 w 2404320"/>
              <a:gd name="connsiteY12" fmla="*/ 817033 h 1633099"/>
              <a:gd name="connsiteX13" fmla="*/ 2147158 w 2404320"/>
              <a:gd name="connsiteY13" fmla="*/ 915458 h 1633099"/>
              <a:gd name="connsiteX14" fmla="*/ 2206425 w 2404320"/>
              <a:gd name="connsiteY14" fmla="*/ 982133 h 1633099"/>
              <a:gd name="connsiteX15" fmla="*/ 2299558 w 2404320"/>
              <a:gd name="connsiteY15" fmla="*/ 965200 h 1633099"/>
              <a:gd name="connsiteX16" fmla="*/ 2384225 w 2404320"/>
              <a:gd name="connsiteY16" fmla="*/ 918633 h 1633099"/>
              <a:gd name="connsiteX17" fmla="*/ 2379991 w 2404320"/>
              <a:gd name="connsiteY17" fmla="*/ 1083733 h 1633099"/>
              <a:gd name="connsiteX18" fmla="*/ 2320725 w 2404320"/>
              <a:gd name="connsiteY18" fmla="*/ 1299633 h 1633099"/>
              <a:gd name="connsiteX19" fmla="*/ 2286859 w 2404320"/>
              <a:gd name="connsiteY19" fmla="*/ 1447800 h 1633099"/>
              <a:gd name="connsiteX20" fmla="*/ 2185258 w 2404320"/>
              <a:gd name="connsiteY20" fmla="*/ 1502833 h 1633099"/>
              <a:gd name="connsiteX21" fmla="*/ 1931257 w 2404320"/>
              <a:gd name="connsiteY21" fmla="*/ 1566332 h 1633099"/>
              <a:gd name="connsiteX22" fmla="*/ 1554491 w 2404320"/>
              <a:gd name="connsiteY22" fmla="*/ 1608666 h 1633099"/>
              <a:gd name="connsiteX23" fmla="*/ 1347058 w 2404320"/>
              <a:gd name="connsiteY23" fmla="*/ 1600200 h 1633099"/>
              <a:gd name="connsiteX24" fmla="*/ 1372458 w 2404320"/>
              <a:gd name="connsiteY24" fmla="*/ 1511300 h 1633099"/>
              <a:gd name="connsiteX25" fmla="*/ 1368225 w 2404320"/>
              <a:gd name="connsiteY25" fmla="*/ 1439333 h 1633099"/>
              <a:gd name="connsiteX26" fmla="*/ 1228524 w 2404320"/>
              <a:gd name="connsiteY26" fmla="*/ 1396999 h 1633099"/>
              <a:gd name="connsiteX27" fmla="*/ 1021092 w 2404320"/>
              <a:gd name="connsiteY27" fmla="*/ 1405465 h 1633099"/>
              <a:gd name="connsiteX28" fmla="*/ 927958 w 2404320"/>
              <a:gd name="connsiteY28" fmla="*/ 1464733 h 1633099"/>
              <a:gd name="connsiteX29" fmla="*/ 949125 w 2404320"/>
              <a:gd name="connsiteY29" fmla="*/ 1617133 h 1633099"/>
              <a:gd name="connsiteX30" fmla="*/ 597758 w 2404320"/>
              <a:gd name="connsiteY30" fmla="*/ 1625599 h 1633099"/>
              <a:gd name="connsiteX31" fmla="*/ 318358 w 2404320"/>
              <a:gd name="connsiteY31" fmla="*/ 1591733 h 1633099"/>
              <a:gd name="connsiteX32" fmla="*/ 115158 w 2404320"/>
              <a:gd name="connsiteY32" fmla="*/ 1540933 h 1633099"/>
              <a:gd name="connsiteX33" fmla="*/ 153258 w 2404320"/>
              <a:gd name="connsiteY33" fmla="*/ 1439333 h 1633099"/>
              <a:gd name="connsiteX34" fmla="*/ 225225 w 2404320"/>
              <a:gd name="connsiteY34" fmla="*/ 1176866 h 1633099"/>
              <a:gd name="connsiteX35" fmla="*/ 242158 w 2404320"/>
              <a:gd name="connsiteY35" fmla="*/ 897466 h 1633099"/>
              <a:gd name="connsiteX36" fmla="*/ 226283 w 2404320"/>
              <a:gd name="connsiteY36" fmla="*/ 784225 h 1633099"/>
              <a:gd name="connsiteX37" fmla="*/ 153258 w 2404320"/>
              <a:gd name="connsiteY37" fmla="*/ 846666 h 1633099"/>
              <a:gd name="connsiteX38" fmla="*/ 17791 w 2404320"/>
              <a:gd name="connsiteY38" fmla="*/ 833966 h 1633099"/>
              <a:gd name="connsiteX39" fmla="*/ 9325 w 2404320"/>
              <a:gd name="connsiteY39" fmla="*/ 666750 h 1633099"/>
              <a:gd name="connsiteX40" fmla="*/ 89758 w 2404320"/>
              <a:gd name="connsiteY40" fmla="*/ 582082 h 1633099"/>
              <a:gd name="connsiteX41" fmla="*/ 195591 w 2404320"/>
              <a:gd name="connsiteY41" fmla="*/ 635000 h 1633099"/>
              <a:gd name="connsiteX42" fmla="*/ 220991 w 2404320"/>
              <a:gd name="connsiteY42" fmla="*/ 626533 h 1633099"/>
              <a:gd name="connsiteX43" fmla="*/ 233691 w 2404320"/>
              <a:gd name="connsiteY43" fmla="*/ 436033 h 1633099"/>
              <a:gd name="connsiteX44" fmla="*/ 212525 w 2404320"/>
              <a:gd name="connsiteY44" fmla="*/ 254000 h 1633099"/>
              <a:gd name="connsiteX45" fmla="*/ 149025 w 2404320"/>
              <a:gd name="connsiteY45" fmla="*/ 118533 h 1633099"/>
              <a:gd name="connsiteX46" fmla="*/ 110925 w 2404320"/>
              <a:gd name="connsiteY46" fmla="*/ 0 h 1633099"/>
              <a:gd name="connsiteX0" fmla="*/ 105922 w 2399317"/>
              <a:gd name="connsiteY0" fmla="*/ 0 h 1633099"/>
              <a:gd name="connsiteX1" fmla="*/ 1248922 w 2399317"/>
              <a:gd name="connsiteY1" fmla="*/ 16933 h 1633099"/>
              <a:gd name="connsiteX2" fmla="*/ 1888155 w 2399317"/>
              <a:gd name="connsiteY2" fmla="*/ 16933 h 1633099"/>
              <a:gd name="connsiteX3" fmla="*/ 2209888 w 2399317"/>
              <a:gd name="connsiteY3" fmla="*/ 16933 h 1633099"/>
              <a:gd name="connsiteX4" fmla="*/ 2307255 w 2399317"/>
              <a:gd name="connsiteY4" fmla="*/ 59266 h 1633099"/>
              <a:gd name="connsiteX5" fmla="*/ 2358055 w 2399317"/>
              <a:gd name="connsiteY5" fmla="*/ 220133 h 1633099"/>
              <a:gd name="connsiteX6" fmla="*/ 2396155 w 2399317"/>
              <a:gd name="connsiteY6" fmla="*/ 474133 h 1633099"/>
              <a:gd name="connsiteX7" fmla="*/ 2396155 w 2399317"/>
              <a:gd name="connsiteY7" fmla="*/ 626533 h 1633099"/>
              <a:gd name="connsiteX8" fmla="*/ 2387688 w 2399317"/>
              <a:gd name="connsiteY8" fmla="*/ 719666 h 1633099"/>
              <a:gd name="connsiteX9" fmla="*/ 2294555 w 2399317"/>
              <a:gd name="connsiteY9" fmla="*/ 685800 h 1633099"/>
              <a:gd name="connsiteX10" fmla="*/ 2226822 w 2399317"/>
              <a:gd name="connsiteY10" fmla="*/ 660400 h 1633099"/>
              <a:gd name="connsiteX11" fmla="*/ 2159088 w 2399317"/>
              <a:gd name="connsiteY11" fmla="*/ 690032 h 1633099"/>
              <a:gd name="connsiteX12" fmla="*/ 2116755 w 2399317"/>
              <a:gd name="connsiteY12" fmla="*/ 817033 h 1633099"/>
              <a:gd name="connsiteX13" fmla="*/ 2142155 w 2399317"/>
              <a:gd name="connsiteY13" fmla="*/ 915458 h 1633099"/>
              <a:gd name="connsiteX14" fmla="*/ 2201422 w 2399317"/>
              <a:gd name="connsiteY14" fmla="*/ 982133 h 1633099"/>
              <a:gd name="connsiteX15" fmla="*/ 2294555 w 2399317"/>
              <a:gd name="connsiteY15" fmla="*/ 965200 h 1633099"/>
              <a:gd name="connsiteX16" fmla="*/ 2379222 w 2399317"/>
              <a:gd name="connsiteY16" fmla="*/ 918633 h 1633099"/>
              <a:gd name="connsiteX17" fmla="*/ 2374988 w 2399317"/>
              <a:gd name="connsiteY17" fmla="*/ 1083733 h 1633099"/>
              <a:gd name="connsiteX18" fmla="*/ 2315722 w 2399317"/>
              <a:gd name="connsiteY18" fmla="*/ 1299633 h 1633099"/>
              <a:gd name="connsiteX19" fmla="*/ 2281856 w 2399317"/>
              <a:gd name="connsiteY19" fmla="*/ 1447800 h 1633099"/>
              <a:gd name="connsiteX20" fmla="*/ 2180255 w 2399317"/>
              <a:gd name="connsiteY20" fmla="*/ 1502833 h 1633099"/>
              <a:gd name="connsiteX21" fmla="*/ 1926254 w 2399317"/>
              <a:gd name="connsiteY21" fmla="*/ 1566332 h 1633099"/>
              <a:gd name="connsiteX22" fmla="*/ 1549488 w 2399317"/>
              <a:gd name="connsiteY22" fmla="*/ 1608666 h 1633099"/>
              <a:gd name="connsiteX23" fmla="*/ 1342055 w 2399317"/>
              <a:gd name="connsiteY23" fmla="*/ 1600200 h 1633099"/>
              <a:gd name="connsiteX24" fmla="*/ 1367455 w 2399317"/>
              <a:gd name="connsiteY24" fmla="*/ 1511300 h 1633099"/>
              <a:gd name="connsiteX25" fmla="*/ 1363222 w 2399317"/>
              <a:gd name="connsiteY25" fmla="*/ 1439333 h 1633099"/>
              <a:gd name="connsiteX26" fmla="*/ 1223521 w 2399317"/>
              <a:gd name="connsiteY26" fmla="*/ 1396999 h 1633099"/>
              <a:gd name="connsiteX27" fmla="*/ 1016089 w 2399317"/>
              <a:gd name="connsiteY27" fmla="*/ 1405465 h 1633099"/>
              <a:gd name="connsiteX28" fmla="*/ 922955 w 2399317"/>
              <a:gd name="connsiteY28" fmla="*/ 1464733 h 1633099"/>
              <a:gd name="connsiteX29" fmla="*/ 944122 w 2399317"/>
              <a:gd name="connsiteY29" fmla="*/ 1617133 h 1633099"/>
              <a:gd name="connsiteX30" fmla="*/ 592755 w 2399317"/>
              <a:gd name="connsiteY30" fmla="*/ 1625599 h 1633099"/>
              <a:gd name="connsiteX31" fmla="*/ 313355 w 2399317"/>
              <a:gd name="connsiteY31" fmla="*/ 1591733 h 1633099"/>
              <a:gd name="connsiteX32" fmla="*/ 110155 w 2399317"/>
              <a:gd name="connsiteY32" fmla="*/ 1540933 h 1633099"/>
              <a:gd name="connsiteX33" fmla="*/ 148255 w 2399317"/>
              <a:gd name="connsiteY33" fmla="*/ 1439333 h 1633099"/>
              <a:gd name="connsiteX34" fmla="*/ 220222 w 2399317"/>
              <a:gd name="connsiteY34" fmla="*/ 1176866 h 1633099"/>
              <a:gd name="connsiteX35" fmla="*/ 237155 w 2399317"/>
              <a:gd name="connsiteY35" fmla="*/ 897466 h 1633099"/>
              <a:gd name="connsiteX36" fmla="*/ 221280 w 2399317"/>
              <a:gd name="connsiteY36" fmla="*/ 784225 h 1633099"/>
              <a:gd name="connsiteX37" fmla="*/ 148255 w 2399317"/>
              <a:gd name="connsiteY37" fmla="*/ 846666 h 1633099"/>
              <a:gd name="connsiteX38" fmla="*/ 25488 w 2399317"/>
              <a:gd name="connsiteY38" fmla="*/ 833966 h 1633099"/>
              <a:gd name="connsiteX39" fmla="*/ 4322 w 2399317"/>
              <a:gd name="connsiteY39" fmla="*/ 666750 h 1633099"/>
              <a:gd name="connsiteX40" fmla="*/ 84755 w 2399317"/>
              <a:gd name="connsiteY40" fmla="*/ 582082 h 1633099"/>
              <a:gd name="connsiteX41" fmla="*/ 190588 w 2399317"/>
              <a:gd name="connsiteY41" fmla="*/ 635000 h 1633099"/>
              <a:gd name="connsiteX42" fmla="*/ 215988 w 2399317"/>
              <a:gd name="connsiteY42" fmla="*/ 626533 h 1633099"/>
              <a:gd name="connsiteX43" fmla="*/ 228688 w 2399317"/>
              <a:gd name="connsiteY43" fmla="*/ 436033 h 1633099"/>
              <a:gd name="connsiteX44" fmla="*/ 207522 w 2399317"/>
              <a:gd name="connsiteY44" fmla="*/ 254000 h 1633099"/>
              <a:gd name="connsiteX45" fmla="*/ 144022 w 2399317"/>
              <a:gd name="connsiteY45" fmla="*/ 118533 h 1633099"/>
              <a:gd name="connsiteX46" fmla="*/ 105922 w 2399317"/>
              <a:gd name="connsiteY46" fmla="*/ 0 h 1633099"/>
              <a:gd name="connsiteX0" fmla="*/ 105618 w 2399013"/>
              <a:gd name="connsiteY0" fmla="*/ 0 h 1633099"/>
              <a:gd name="connsiteX1" fmla="*/ 1248618 w 2399013"/>
              <a:gd name="connsiteY1" fmla="*/ 16933 h 1633099"/>
              <a:gd name="connsiteX2" fmla="*/ 1887851 w 2399013"/>
              <a:gd name="connsiteY2" fmla="*/ 16933 h 1633099"/>
              <a:gd name="connsiteX3" fmla="*/ 2209584 w 2399013"/>
              <a:gd name="connsiteY3" fmla="*/ 16933 h 1633099"/>
              <a:gd name="connsiteX4" fmla="*/ 2306951 w 2399013"/>
              <a:gd name="connsiteY4" fmla="*/ 59266 h 1633099"/>
              <a:gd name="connsiteX5" fmla="*/ 2357751 w 2399013"/>
              <a:gd name="connsiteY5" fmla="*/ 220133 h 1633099"/>
              <a:gd name="connsiteX6" fmla="*/ 2395851 w 2399013"/>
              <a:gd name="connsiteY6" fmla="*/ 474133 h 1633099"/>
              <a:gd name="connsiteX7" fmla="*/ 2395851 w 2399013"/>
              <a:gd name="connsiteY7" fmla="*/ 626533 h 1633099"/>
              <a:gd name="connsiteX8" fmla="*/ 2387384 w 2399013"/>
              <a:gd name="connsiteY8" fmla="*/ 719666 h 1633099"/>
              <a:gd name="connsiteX9" fmla="*/ 2294251 w 2399013"/>
              <a:gd name="connsiteY9" fmla="*/ 685800 h 1633099"/>
              <a:gd name="connsiteX10" fmla="*/ 2226518 w 2399013"/>
              <a:gd name="connsiteY10" fmla="*/ 660400 h 1633099"/>
              <a:gd name="connsiteX11" fmla="*/ 2158784 w 2399013"/>
              <a:gd name="connsiteY11" fmla="*/ 690032 h 1633099"/>
              <a:gd name="connsiteX12" fmla="*/ 2116451 w 2399013"/>
              <a:gd name="connsiteY12" fmla="*/ 817033 h 1633099"/>
              <a:gd name="connsiteX13" fmla="*/ 2141851 w 2399013"/>
              <a:gd name="connsiteY13" fmla="*/ 915458 h 1633099"/>
              <a:gd name="connsiteX14" fmla="*/ 2201118 w 2399013"/>
              <a:gd name="connsiteY14" fmla="*/ 982133 h 1633099"/>
              <a:gd name="connsiteX15" fmla="*/ 2294251 w 2399013"/>
              <a:gd name="connsiteY15" fmla="*/ 965200 h 1633099"/>
              <a:gd name="connsiteX16" fmla="*/ 2378918 w 2399013"/>
              <a:gd name="connsiteY16" fmla="*/ 918633 h 1633099"/>
              <a:gd name="connsiteX17" fmla="*/ 2374684 w 2399013"/>
              <a:gd name="connsiteY17" fmla="*/ 1083733 h 1633099"/>
              <a:gd name="connsiteX18" fmla="*/ 2315418 w 2399013"/>
              <a:gd name="connsiteY18" fmla="*/ 1299633 h 1633099"/>
              <a:gd name="connsiteX19" fmla="*/ 2281552 w 2399013"/>
              <a:gd name="connsiteY19" fmla="*/ 1447800 h 1633099"/>
              <a:gd name="connsiteX20" fmla="*/ 2179951 w 2399013"/>
              <a:gd name="connsiteY20" fmla="*/ 1502833 h 1633099"/>
              <a:gd name="connsiteX21" fmla="*/ 1925950 w 2399013"/>
              <a:gd name="connsiteY21" fmla="*/ 1566332 h 1633099"/>
              <a:gd name="connsiteX22" fmla="*/ 1549184 w 2399013"/>
              <a:gd name="connsiteY22" fmla="*/ 1608666 h 1633099"/>
              <a:gd name="connsiteX23" fmla="*/ 1341751 w 2399013"/>
              <a:gd name="connsiteY23" fmla="*/ 1600200 h 1633099"/>
              <a:gd name="connsiteX24" fmla="*/ 1367151 w 2399013"/>
              <a:gd name="connsiteY24" fmla="*/ 1511300 h 1633099"/>
              <a:gd name="connsiteX25" fmla="*/ 1362918 w 2399013"/>
              <a:gd name="connsiteY25" fmla="*/ 1439333 h 1633099"/>
              <a:gd name="connsiteX26" fmla="*/ 1223217 w 2399013"/>
              <a:gd name="connsiteY26" fmla="*/ 1396999 h 1633099"/>
              <a:gd name="connsiteX27" fmla="*/ 1015785 w 2399013"/>
              <a:gd name="connsiteY27" fmla="*/ 1405465 h 1633099"/>
              <a:gd name="connsiteX28" fmla="*/ 922651 w 2399013"/>
              <a:gd name="connsiteY28" fmla="*/ 1464733 h 1633099"/>
              <a:gd name="connsiteX29" fmla="*/ 943818 w 2399013"/>
              <a:gd name="connsiteY29" fmla="*/ 1617133 h 1633099"/>
              <a:gd name="connsiteX30" fmla="*/ 592451 w 2399013"/>
              <a:gd name="connsiteY30" fmla="*/ 1625599 h 1633099"/>
              <a:gd name="connsiteX31" fmla="*/ 313051 w 2399013"/>
              <a:gd name="connsiteY31" fmla="*/ 1591733 h 1633099"/>
              <a:gd name="connsiteX32" fmla="*/ 109851 w 2399013"/>
              <a:gd name="connsiteY32" fmla="*/ 1540933 h 1633099"/>
              <a:gd name="connsiteX33" fmla="*/ 147951 w 2399013"/>
              <a:gd name="connsiteY33" fmla="*/ 1439333 h 1633099"/>
              <a:gd name="connsiteX34" fmla="*/ 219918 w 2399013"/>
              <a:gd name="connsiteY34" fmla="*/ 1176866 h 1633099"/>
              <a:gd name="connsiteX35" fmla="*/ 236851 w 2399013"/>
              <a:gd name="connsiteY35" fmla="*/ 897466 h 1633099"/>
              <a:gd name="connsiteX36" fmla="*/ 220976 w 2399013"/>
              <a:gd name="connsiteY36" fmla="*/ 784225 h 1633099"/>
              <a:gd name="connsiteX37" fmla="*/ 137368 w 2399013"/>
              <a:gd name="connsiteY37" fmla="*/ 853016 h 1633099"/>
              <a:gd name="connsiteX38" fmla="*/ 25184 w 2399013"/>
              <a:gd name="connsiteY38" fmla="*/ 833966 h 1633099"/>
              <a:gd name="connsiteX39" fmla="*/ 4018 w 2399013"/>
              <a:gd name="connsiteY39" fmla="*/ 666750 h 1633099"/>
              <a:gd name="connsiteX40" fmla="*/ 84451 w 2399013"/>
              <a:gd name="connsiteY40" fmla="*/ 582082 h 1633099"/>
              <a:gd name="connsiteX41" fmla="*/ 190284 w 2399013"/>
              <a:gd name="connsiteY41" fmla="*/ 635000 h 1633099"/>
              <a:gd name="connsiteX42" fmla="*/ 215684 w 2399013"/>
              <a:gd name="connsiteY42" fmla="*/ 626533 h 1633099"/>
              <a:gd name="connsiteX43" fmla="*/ 228384 w 2399013"/>
              <a:gd name="connsiteY43" fmla="*/ 436033 h 1633099"/>
              <a:gd name="connsiteX44" fmla="*/ 207218 w 2399013"/>
              <a:gd name="connsiteY44" fmla="*/ 254000 h 1633099"/>
              <a:gd name="connsiteX45" fmla="*/ 143718 w 2399013"/>
              <a:gd name="connsiteY45" fmla="*/ 118533 h 1633099"/>
              <a:gd name="connsiteX46" fmla="*/ 105618 w 2399013"/>
              <a:gd name="connsiteY46" fmla="*/ 0 h 1633099"/>
              <a:gd name="connsiteX0" fmla="*/ 104261 w 2397656"/>
              <a:gd name="connsiteY0" fmla="*/ 0 h 1633099"/>
              <a:gd name="connsiteX1" fmla="*/ 1247261 w 2397656"/>
              <a:gd name="connsiteY1" fmla="*/ 16933 h 1633099"/>
              <a:gd name="connsiteX2" fmla="*/ 1886494 w 2397656"/>
              <a:gd name="connsiteY2" fmla="*/ 16933 h 1633099"/>
              <a:gd name="connsiteX3" fmla="*/ 2208227 w 2397656"/>
              <a:gd name="connsiteY3" fmla="*/ 16933 h 1633099"/>
              <a:gd name="connsiteX4" fmla="*/ 2305594 w 2397656"/>
              <a:gd name="connsiteY4" fmla="*/ 59266 h 1633099"/>
              <a:gd name="connsiteX5" fmla="*/ 2356394 w 2397656"/>
              <a:gd name="connsiteY5" fmla="*/ 220133 h 1633099"/>
              <a:gd name="connsiteX6" fmla="*/ 2394494 w 2397656"/>
              <a:gd name="connsiteY6" fmla="*/ 474133 h 1633099"/>
              <a:gd name="connsiteX7" fmla="*/ 2394494 w 2397656"/>
              <a:gd name="connsiteY7" fmla="*/ 626533 h 1633099"/>
              <a:gd name="connsiteX8" fmla="*/ 2386027 w 2397656"/>
              <a:gd name="connsiteY8" fmla="*/ 719666 h 1633099"/>
              <a:gd name="connsiteX9" fmla="*/ 2292894 w 2397656"/>
              <a:gd name="connsiteY9" fmla="*/ 685800 h 1633099"/>
              <a:gd name="connsiteX10" fmla="*/ 2225161 w 2397656"/>
              <a:gd name="connsiteY10" fmla="*/ 660400 h 1633099"/>
              <a:gd name="connsiteX11" fmla="*/ 2157427 w 2397656"/>
              <a:gd name="connsiteY11" fmla="*/ 690032 h 1633099"/>
              <a:gd name="connsiteX12" fmla="*/ 2115094 w 2397656"/>
              <a:gd name="connsiteY12" fmla="*/ 817033 h 1633099"/>
              <a:gd name="connsiteX13" fmla="*/ 2140494 w 2397656"/>
              <a:gd name="connsiteY13" fmla="*/ 915458 h 1633099"/>
              <a:gd name="connsiteX14" fmla="*/ 2199761 w 2397656"/>
              <a:gd name="connsiteY14" fmla="*/ 982133 h 1633099"/>
              <a:gd name="connsiteX15" fmla="*/ 2292894 w 2397656"/>
              <a:gd name="connsiteY15" fmla="*/ 965200 h 1633099"/>
              <a:gd name="connsiteX16" fmla="*/ 2377561 w 2397656"/>
              <a:gd name="connsiteY16" fmla="*/ 918633 h 1633099"/>
              <a:gd name="connsiteX17" fmla="*/ 2373327 w 2397656"/>
              <a:gd name="connsiteY17" fmla="*/ 1083733 h 1633099"/>
              <a:gd name="connsiteX18" fmla="*/ 2314061 w 2397656"/>
              <a:gd name="connsiteY18" fmla="*/ 1299633 h 1633099"/>
              <a:gd name="connsiteX19" fmla="*/ 2280195 w 2397656"/>
              <a:gd name="connsiteY19" fmla="*/ 1447800 h 1633099"/>
              <a:gd name="connsiteX20" fmla="*/ 2178594 w 2397656"/>
              <a:gd name="connsiteY20" fmla="*/ 1502833 h 1633099"/>
              <a:gd name="connsiteX21" fmla="*/ 1924593 w 2397656"/>
              <a:gd name="connsiteY21" fmla="*/ 1566332 h 1633099"/>
              <a:gd name="connsiteX22" fmla="*/ 1547827 w 2397656"/>
              <a:gd name="connsiteY22" fmla="*/ 1608666 h 1633099"/>
              <a:gd name="connsiteX23" fmla="*/ 1340394 w 2397656"/>
              <a:gd name="connsiteY23" fmla="*/ 1600200 h 1633099"/>
              <a:gd name="connsiteX24" fmla="*/ 1365794 w 2397656"/>
              <a:gd name="connsiteY24" fmla="*/ 1511300 h 1633099"/>
              <a:gd name="connsiteX25" fmla="*/ 1361561 w 2397656"/>
              <a:gd name="connsiteY25" fmla="*/ 1439333 h 1633099"/>
              <a:gd name="connsiteX26" fmla="*/ 1221860 w 2397656"/>
              <a:gd name="connsiteY26" fmla="*/ 1396999 h 1633099"/>
              <a:gd name="connsiteX27" fmla="*/ 1014428 w 2397656"/>
              <a:gd name="connsiteY27" fmla="*/ 1405465 h 1633099"/>
              <a:gd name="connsiteX28" fmla="*/ 921294 w 2397656"/>
              <a:gd name="connsiteY28" fmla="*/ 1464733 h 1633099"/>
              <a:gd name="connsiteX29" fmla="*/ 942461 w 2397656"/>
              <a:gd name="connsiteY29" fmla="*/ 1617133 h 1633099"/>
              <a:gd name="connsiteX30" fmla="*/ 591094 w 2397656"/>
              <a:gd name="connsiteY30" fmla="*/ 1625599 h 1633099"/>
              <a:gd name="connsiteX31" fmla="*/ 311694 w 2397656"/>
              <a:gd name="connsiteY31" fmla="*/ 1591733 h 1633099"/>
              <a:gd name="connsiteX32" fmla="*/ 108494 w 2397656"/>
              <a:gd name="connsiteY32" fmla="*/ 1540933 h 1633099"/>
              <a:gd name="connsiteX33" fmla="*/ 146594 w 2397656"/>
              <a:gd name="connsiteY33" fmla="*/ 1439333 h 1633099"/>
              <a:gd name="connsiteX34" fmla="*/ 218561 w 2397656"/>
              <a:gd name="connsiteY34" fmla="*/ 1176866 h 1633099"/>
              <a:gd name="connsiteX35" fmla="*/ 235494 w 2397656"/>
              <a:gd name="connsiteY35" fmla="*/ 897466 h 1633099"/>
              <a:gd name="connsiteX36" fmla="*/ 219619 w 2397656"/>
              <a:gd name="connsiteY36" fmla="*/ 784225 h 1633099"/>
              <a:gd name="connsiteX37" fmla="*/ 136011 w 2397656"/>
              <a:gd name="connsiteY37" fmla="*/ 853016 h 1633099"/>
              <a:gd name="connsiteX38" fmla="*/ 30177 w 2397656"/>
              <a:gd name="connsiteY38" fmla="*/ 833966 h 1633099"/>
              <a:gd name="connsiteX39" fmla="*/ 2661 w 2397656"/>
              <a:gd name="connsiteY39" fmla="*/ 666750 h 1633099"/>
              <a:gd name="connsiteX40" fmla="*/ 83094 w 2397656"/>
              <a:gd name="connsiteY40" fmla="*/ 582082 h 1633099"/>
              <a:gd name="connsiteX41" fmla="*/ 188927 w 2397656"/>
              <a:gd name="connsiteY41" fmla="*/ 635000 h 1633099"/>
              <a:gd name="connsiteX42" fmla="*/ 214327 w 2397656"/>
              <a:gd name="connsiteY42" fmla="*/ 626533 h 1633099"/>
              <a:gd name="connsiteX43" fmla="*/ 227027 w 2397656"/>
              <a:gd name="connsiteY43" fmla="*/ 436033 h 1633099"/>
              <a:gd name="connsiteX44" fmla="*/ 205861 w 2397656"/>
              <a:gd name="connsiteY44" fmla="*/ 254000 h 1633099"/>
              <a:gd name="connsiteX45" fmla="*/ 142361 w 2397656"/>
              <a:gd name="connsiteY45" fmla="*/ 118533 h 1633099"/>
              <a:gd name="connsiteX46" fmla="*/ 104261 w 2397656"/>
              <a:gd name="connsiteY46" fmla="*/ 0 h 1633099"/>
              <a:gd name="connsiteX0" fmla="*/ 105747 w 2399142"/>
              <a:gd name="connsiteY0" fmla="*/ 0 h 1633099"/>
              <a:gd name="connsiteX1" fmla="*/ 1248747 w 2399142"/>
              <a:gd name="connsiteY1" fmla="*/ 16933 h 1633099"/>
              <a:gd name="connsiteX2" fmla="*/ 1887980 w 2399142"/>
              <a:gd name="connsiteY2" fmla="*/ 16933 h 1633099"/>
              <a:gd name="connsiteX3" fmla="*/ 2209713 w 2399142"/>
              <a:gd name="connsiteY3" fmla="*/ 16933 h 1633099"/>
              <a:gd name="connsiteX4" fmla="*/ 2307080 w 2399142"/>
              <a:gd name="connsiteY4" fmla="*/ 59266 h 1633099"/>
              <a:gd name="connsiteX5" fmla="*/ 2357880 w 2399142"/>
              <a:gd name="connsiteY5" fmla="*/ 220133 h 1633099"/>
              <a:gd name="connsiteX6" fmla="*/ 2395980 w 2399142"/>
              <a:gd name="connsiteY6" fmla="*/ 474133 h 1633099"/>
              <a:gd name="connsiteX7" fmla="*/ 2395980 w 2399142"/>
              <a:gd name="connsiteY7" fmla="*/ 626533 h 1633099"/>
              <a:gd name="connsiteX8" fmla="*/ 2387513 w 2399142"/>
              <a:gd name="connsiteY8" fmla="*/ 719666 h 1633099"/>
              <a:gd name="connsiteX9" fmla="*/ 2294380 w 2399142"/>
              <a:gd name="connsiteY9" fmla="*/ 685800 h 1633099"/>
              <a:gd name="connsiteX10" fmla="*/ 2226647 w 2399142"/>
              <a:gd name="connsiteY10" fmla="*/ 660400 h 1633099"/>
              <a:gd name="connsiteX11" fmla="*/ 2158913 w 2399142"/>
              <a:gd name="connsiteY11" fmla="*/ 690032 h 1633099"/>
              <a:gd name="connsiteX12" fmla="*/ 2116580 w 2399142"/>
              <a:gd name="connsiteY12" fmla="*/ 817033 h 1633099"/>
              <a:gd name="connsiteX13" fmla="*/ 2141980 w 2399142"/>
              <a:gd name="connsiteY13" fmla="*/ 915458 h 1633099"/>
              <a:gd name="connsiteX14" fmla="*/ 2201247 w 2399142"/>
              <a:gd name="connsiteY14" fmla="*/ 982133 h 1633099"/>
              <a:gd name="connsiteX15" fmla="*/ 2294380 w 2399142"/>
              <a:gd name="connsiteY15" fmla="*/ 965200 h 1633099"/>
              <a:gd name="connsiteX16" fmla="*/ 2379047 w 2399142"/>
              <a:gd name="connsiteY16" fmla="*/ 918633 h 1633099"/>
              <a:gd name="connsiteX17" fmla="*/ 2374813 w 2399142"/>
              <a:gd name="connsiteY17" fmla="*/ 1083733 h 1633099"/>
              <a:gd name="connsiteX18" fmla="*/ 2315547 w 2399142"/>
              <a:gd name="connsiteY18" fmla="*/ 1299633 h 1633099"/>
              <a:gd name="connsiteX19" fmla="*/ 2281681 w 2399142"/>
              <a:gd name="connsiteY19" fmla="*/ 1447800 h 1633099"/>
              <a:gd name="connsiteX20" fmla="*/ 2180080 w 2399142"/>
              <a:gd name="connsiteY20" fmla="*/ 1502833 h 1633099"/>
              <a:gd name="connsiteX21" fmla="*/ 1926079 w 2399142"/>
              <a:gd name="connsiteY21" fmla="*/ 1566332 h 1633099"/>
              <a:gd name="connsiteX22" fmla="*/ 1549313 w 2399142"/>
              <a:gd name="connsiteY22" fmla="*/ 1608666 h 1633099"/>
              <a:gd name="connsiteX23" fmla="*/ 1341880 w 2399142"/>
              <a:gd name="connsiteY23" fmla="*/ 1600200 h 1633099"/>
              <a:gd name="connsiteX24" fmla="*/ 1367280 w 2399142"/>
              <a:gd name="connsiteY24" fmla="*/ 1511300 h 1633099"/>
              <a:gd name="connsiteX25" fmla="*/ 1363047 w 2399142"/>
              <a:gd name="connsiteY25" fmla="*/ 1439333 h 1633099"/>
              <a:gd name="connsiteX26" fmla="*/ 1223346 w 2399142"/>
              <a:gd name="connsiteY26" fmla="*/ 1396999 h 1633099"/>
              <a:gd name="connsiteX27" fmla="*/ 1015914 w 2399142"/>
              <a:gd name="connsiteY27" fmla="*/ 1405465 h 1633099"/>
              <a:gd name="connsiteX28" fmla="*/ 922780 w 2399142"/>
              <a:gd name="connsiteY28" fmla="*/ 1464733 h 1633099"/>
              <a:gd name="connsiteX29" fmla="*/ 943947 w 2399142"/>
              <a:gd name="connsiteY29" fmla="*/ 1617133 h 1633099"/>
              <a:gd name="connsiteX30" fmla="*/ 592580 w 2399142"/>
              <a:gd name="connsiteY30" fmla="*/ 1625599 h 1633099"/>
              <a:gd name="connsiteX31" fmla="*/ 313180 w 2399142"/>
              <a:gd name="connsiteY31" fmla="*/ 1591733 h 1633099"/>
              <a:gd name="connsiteX32" fmla="*/ 109980 w 2399142"/>
              <a:gd name="connsiteY32" fmla="*/ 1540933 h 1633099"/>
              <a:gd name="connsiteX33" fmla="*/ 148080 w 2399142"/>
              <a:gd name="connsiteY33" fmla="*/ 1439333 h 1633099"/>
              <a:gd name="connsiteX34" fmla="*/ 220047 w 2399142"/>
              <a:gd name="connsiteY34" fmla="*/ 1176866 h 1633099"/>
              <a:gd name="connsiteX35" fmla="*/ 236980 w 2399142"/>
              <a:gd name="connsiteY35" fmla="*/ 897466 h 1633099"/>
              <a:gd name="connsiteX36" fmla="*/ 221105 w 2399142"/>
              <a:gd name="connsiteY36" fmla="*/ 784225 h 1633099"/>
              <a:gd name="connsiteX37" fmla="*/ 137497 w 2399142"/>
              <a:gd name="connsiteY37" fmla="*/ 853016 h 1633099"/>
              <a:gd name="connsiteX38" fmla="*/ 31663 w 2399142"/>
              <a:gd name="connsiteY38" fmla="*/ 833966 h 1633099"/>
              <a:gd name="connsiteX39" fmla="*/ 4147 w 2399142"/>
              <a:gd name="connsiteY39" fmla="*/ 666750 h 1633099"/>
              <a:gd name="connsiteX40" fmla="*/ 84580 w 2399142"/>
              <a:gd name="connsiteY40" fmla="*/ 582082 h 1633099"/>
              <a:gd name="connsiteX41" fmla="*/ 190413 w 2399142"/>
              <a:gd name="connsiteY41" fmla="*/ 635000 h 1633099"/>
              <a:gd name="connsiteX42" fmla="*/ 215813 w 2399142"/>
              <a:gd name="connsiteY42" fmla="*/ 626533 h 1633099"/>
              <a:gd name="connsiteX43" fmla="*/ 228513 w 2399142"/>
              <a:gd name="connsiteY43" fmla="*/ 436033 h 1633099"/>
              <a:gd name="connsiteX44" fmla="*/ 207347 w 2399142"/>
              <a:gd name="connsiteY44" fmla="*/ 254000 h 1633099"/>
              <a:gd name="connsiteX45" fmla="*/ 143847 w 2399142"/>
              <a:gd name="connsiteY45" fmla="*/ 118533 h 1633099"/>
              <a:gd name="connsiteX46" fmla="*/ 105747 w 2399142"/>
              <a:gd name="connsiteY46" fmla="*/ 0 h 1633099"/>
              <a:gd name="connsiteX0" fmla="*/ 110121 w 2403516"/>
              <a:gd name="connsiteY0" fmla="*/ 0 h 1633099"/>
              <a:gd name="connsiteX1" fmla="*/ 1253121 w 2403516"/>
              <a:gd name="connsiteY1" fmla="*/ 16933 h 1633099"/>
              <a:gd name="connsiteX2" fmla="*/ 1892354 w 2403516"/>
              <a:gd name="connsiteY2" fmla="*/ 16933 h 1633099"/>
              <a:gd name="connsiteX3" fmla="*/ 2214087 w 2403516"/>
              <a:gd name="connsiteY3" fmla="*/ 16933 h 1633099"/>
              <a:gd name="connsiteX4" fmla="*/ 2311454 w 2403516"/>
              <a:gd name="connsiteY4" fmla="*/ 59266 h 1633099"/>
              <a:gd name="connsiteX5" fmla="*/ 2362254 w 2403516"/>
              <a:gd name="connsiteY5" fmla="*/ 220133 h 1633099"/>
              <a:gd name="connsiteX6" fmla="*/ 2400354 w 2403516"/>
              <a:gd name="connsiteY6" fmla="*/ 474133 h 1633099"/>
              <a:gd name="connsiteX7" fmla="*/ 2400354 w 2403516"/>
              <a:gd name="connsiteY7" fmla="*/ 626533 h 1633099"/>
              <a:gd name="connsiteX8" fmla="*/ 2391887 w 2403516"/>
              <a:gd name="connsiteY8" fmla="*/ 719666 h 1633099"/>
              <a:gd name="connsiteX9" fmla="*/ 2298754 w 2403516"/>
              <a:gd name="connsiteY9" fmla="*/ 685800 h 1633099"/>
              <a:gd name="connsiteX10" fmla="*/ 2231021 w 2403516"/>
              <a:gd name="connsiteY10" fmla="*/ 660400 h 1633099"/>
              <a:gd name="connsiteX11" fmla="*/ 2163287 w 2403516"/>
              <a:gd name="connsiteY11" fmla="*/ 690032 h 1633099"/>
              <a:gd name="connsiteX12" fmla="*/ 2120954 w 2403516"/>
              <a:gd name="connsiteY12" fmla="*/ 817033 h 1633099"/>
              <a:gd name="connsiteX13" fmla="*/ 2146354 w 2403516"/>
              <a:gd name="connsiteY13" fmla="*/ 915458 h 1633099"/>
              <a:gd name="connsiteX14" fmla="*/ 2205621 w 2403516"/>
              <a:gd name="connsiteY14" fmla="*/ 982133 h 1633099"/>
              <a:gd name="connsiteX15" fmla="*/ 2298754 w 2403516"/>
              <a:gd name="connsiteY15" fmla="*/ 965200 h 1633099"/>
              <a:gd name="connsiteX16" fmla="*/ 2383421 w 2403516"/>
              <a:gd name="connsiteY16" fmla="*/ 918633 h 1633099"/>
              <a:gd name="connsiteX17" fmla="*/ 2379187 w 2403516"/>
              <a:gd name="connsiteY17" fmla="*/ 1083733 h 1633099"/>
              <a:gd name="connsiteX18" fmla="*/ 2319921 w 2403516"/>
              <a:gd name="connsiteY18" fmla="*/ 1299633 h 1633099"/>
              <a:gd name="connsiteX19" fmla="*/ 2286055 w 2403516"/>
              <a:gd name="connsiteY19" fmla="*/ 1447800 h 1633099"/>
              <a:gd name="connsiteX20" fmla="*/ 2184454 w 2403516"/>
              <a:gd name="connsiteY20" fmla="*/ 1502833 h 1633099"/>
              <a:gd name="connsiteX21" fmla="*/ 1930453 w 2403516"/>
              <a:gd name="connsiteY21" fmla="*/ 1566332 h 1633099"/>
              <a:gd name="connsiteX22" fmla="*/ 1553687 w 2403516"/>
              <a:gd name="connsiteY22" fmla="*/ 1608666 h 1633099"/>
              <a:gd name="connsiteX23" fmla="*/ 1346254 w 2403516"/>
              <a:gd name="connsiteY23" fmla="*/ 1600200 h 1633099"/>
              <a:gd name="connsiteX24" fmla="*/ 1371654 w 2403516"/>
              <a:gd name="connsiteY24" fmla="*/ 1511300 h 1633099"/>
              <a:gd name="connsiteX25" fmla="*/ 1367421 w 2403516"/>
              <a:gd name="connsiteY25" fmla="*/ 1439333 h 1633099"/>
              <a:gd name="connsiteX26" fmla="*/ 1227720 w 2403516"/>
              <a:gd name="connsiteY26" fmla="*/ 1396999 h 1633099"/>
              <a:gd name="connsiteX27" fmla="*/ 1020288 w 2403516"/>
              <a:gd name="connsiteY27" fmla="*/ 1405465 h 1633099"/>
              <a:gd name="connsiteX28" fmla="*/ 927154 w 2403516"/>
              <a:gd name="connsiteY28" fmla="*/ 1464733 h 1633099"/>
              <a:gd name="connsiteX29" fmla="*/ 948321 w 2403516"/>
              <a:gd name="connsiteY29" fmla="*/ 1617133 h 1633099"/>
              <a:gd name="connsiteX30" fmla="*/ 596954 w 2403516"/>
              <a:gd name="connsiteY30" fmla="*/ 1625599 h 1633099"/>
              <a:gd name="connsiteX31" fmla="*/ 317554 w 2403516"/>
              <a:gd name="connsiteY31" fmla="*/ 1591733 h 1633099"/>
              <a:gd name="connsiteX32" fmla="*/ 114354 w 2403516"/>
              <a:gd name="connsiteY32" fmla="*/ 1540933 h 1633099"/>
              <a:gd name="connsiteX33" fmla="*/ 152454 w 2403516"/>
              <a:gd name="connsiteY33" fmla="*/ 1439333 h 1633099"/>
              <a:gd name="connsiteX34" fmla="*/ 224421 w 2403516"/>
              <a:gd name="connsiteY34" fmla="*/ 1176866 h 1633099"/>
              <a:gd name="connsiteX35" fmla="*/ 241354 w 2403516"/>
              <a:gd name="connsiteY35" fmla="*/ 897466 h 1633099"/>
              <a:gd name="connsiteX36" fmla="*/ 225479 w 2403516"/>
              <a:gd name="connsiteY36" fmla="*/ 784225 h 1633099"/>
              <a:gd name="connsiteX37" fmla="*/ 141871 w 2403516"/>
              <a:gd name="connsiteY37" fmla="*/ 853016 h 1633099"/>
              <a:gd name="connsiteX38" fmla="*/ 36037 w 2403516"/>
              <a:gd name="connsiteY38" fmla="*/ 833966 h 1633099"/>
              <a:gd name="connsiteX39" fmla="*/ 2171 w 2403516"/>
              <a:gd name="connsiteY39" fmla="*/ 698500 h 1633099"/>
              <a:gd name="connsiteX40" fmla="*/ 88954 w 2403516"/>
              <a:gd name="connsiteY40" fmla="*/ 582082 h 1633099"/>
              <a:gd name="connsiteX41" fmla="*/ 194787 w 2403516"/>
              <a:gd name="connsiteY41" fmla="*/ 635000 h 1633099"/>
              <a:gd name="connsiteX42" fmla="*/ 220187 w 2403516"/>
              <a:gd name="connsiteY42" fmla="*/ 626533 h 1633099"/>
              <a:gd name="connsiteX43" fmla="*/ 232887 w 2403516"/>
              <a:gd name="connsiteY43" fmla="*/ 436033 h 1633099"/>
              <a:gd name="connsiteX44" fmla="*/ 211721 w 2403516"/>
              <a:gd name="connsiteY44" fmla="*/ 254000 h 1633099"/>
              <a:gd name="connsiteX45" fmla="*/ 148221 w 2403516"/>
              <a:gd name="connsiteY45" fmla="*/ 118533 h 1633099"/>
              <a:gd name="connsiteX46" fmla="*/ 110121 w 2403516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1909 w 2405504"/>
              <a:gd name="connsiteY18" fmla="*/ 1299633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  <a:gd name="connsiteX0" fmla="*/ 112109 w 2405504"/>
              <a:gd name="connsiteY0" fmla="*/ 0 h 1633099"/>
              <a:gd name="connsiteX1" fmla="*/ 1255109 w 2405504"/>
              <a:gd name="connsiteY1" fmla="*/ 16933 h 1633099"/>
              <a:gd name="connsiteX2" fmla="*/ 1894342 w 2405504"/>
              <a:gd name="connsiteY2" fmla="*/ 16933 h 1633099"/>
              <a:gd name="connsiteX3" fmla="*/ 2216075 w 2405504"/>
              <a:gd name="connsiteY3" fmla="*/ 16933 h 1633099"/>
              <a:gd name="connsiteX4" fmla="*/ 2313442 w 2405504"/>
              <a:gd name="connsiteY4" fmla="*/ 59266 h 1633099"/>
              <a:gd name="connsiteX5" fmla="*/ 2364242 w 2405504"/>
              <a:gd name="connsiteY5" fmla="*/ 220133 h 1633099"/>
              <a:gd name="connsiteX6" fmla="*/ 2402342 w 2405504"/>
              <a:gd name="connsiteY6" fmla="*/ 474133 h 1633099"/>
              <a:gd name="connsiteX7" fmla="*/ 2402342 w 2405504"/>
              <a:gd name="connsiteY7" fmla="*/ 626533 h 1633099"/>
              <a:gd name="connsiteX8" fmla="*/ 2393875 w 2405504"/>
              <a:gd name="connsiteY8" fmla="*/ 719666 h 1633099"/>
              <a:gd name="connsiteX9" fmla="*/ 2300742 w 2405504"/>
              <a:gd name="connsiteY9" fmla="*/ 685800 h 1633099"/>
              <a:gd name="connsiteX10" fmla="*/ 2233009 w 2405504"/>
              <a:gd name="connsiteY10" fmla="*/ 660400 h 1633099"/>
              <a:gd name="connsiteX11" fmla="*/ 2165275 w 2405504"/>
              <a:gd name="connsiteY11" fmla="*/ 690032 h 1633099"/>
              <a:gd name="connsiteX12" fmla="*/ 2122942 w 2405504"/>
              <a:gd name="connsiteY12" fmla="*/ 817033 h 1633099"/>
              <a:gd name="connsiteX13" fmla="*/ 2148342 w 2405504"/>
              <a:gd name="connsiteY13" fmla="*/ 915458 h 1633099"/>
              <a:gd name="connsiteX14" fmla="*/ 2207609 w 2405504"/>
              <a:gd name="connsiteY14" fmla="*/ 982133 h 1633099"/>
              <a:gd name="connsiteX15" fmla="*/ 2300742 w 2405504"/>
              <a:gd name="connsiteY15" fmla="*/ 965200 h 1633099"/>
              <a:gd name="connsiteX16" fmla="*/ 2385409 w 2405504"/>
              <a:gd name="connsiteY16" fmla="*/ 918633 h 1633099"/>
              <a:gd name="connsiteX17" fmla="*/ 2381175 w 2405504"/>
              <a:gd name="connsiteY17" fmla="*/ 1083733 h 1633099"/>
              <a:gd name="connsiteX18" fmla="*/ 2328259 w 2405504"/>
              <a:gd name="connsiteY18" fmla="*/ 1303867 h 1633099"/>
              <a:gd name="connsiteX19" fmla="*/ 2288043 w 2405504"/>
              <a:gd name="connsiteY19" fmla="*/ 1447800 h 1633099"/>
              <a:gd name="connsiteX20" fmla="*/ 2186442 w 2405504"/>
              <a:gd name="connsiteY20" fmla="*/ 1502833 h 1633099"/>
              <a:gd name="connsiteX21" fmla="*/ 1932441 w 2405504"/>
              <a:gd name="connsiteY21" fmla="*/ 1566332 h 1633099"/>
              <a:gd name="connsiteX22" fmla="*/ 1555675 w 2405504"/>
              <a:gd name="connsiteY22" fmla="*/ 1608666 h 1633099"/>
              <a:gd name="connsiteX23" fmla="*/ 1348242 w 2405504"/>
              <a:gd name="connsiteY23" fmla="*/ 1600200 h 1633099"/>
              <a:gd name="connsiteX24" fmla="*/ 1373642 w 2405504"/>
              <a:gd name="connsiteY24" fmla="*/ 1511300 h 1633099"/>
              <a:gd name="connsiteX25" fmla="*/ 1369409 w 2405504"/>
              <a:gd name="connsiteY25" fmla="*/ 1439333 h 1633099"/>
              <a:gd name="connsiteX26" fmla="*/ 1229708 w 2405504"/>
              <a:gd name="connsiteY26" fmla="*/ 1396999 h 1633099"/>
              <a:gd name="connsiteX27" fmla="*/ 1022276 w 2405504"/>
              <a:gd name="connsiteY27" fmla="*/ 1405465 h 1633099"/>
              <a:gd name="connsiteX28" fmla="*/ 929142 w 2405504"/>
              <a:gd name="connsiteY28" fmla="*/ 1464733 h 1633099"/>
              <a:gd name="connsiteX29" fmla="*/ 950309 w 2405504"/>
              <a:gd name="connsiteY29" fmla="*/ 1617133 h 1633099"/>
              <a:gd name="connsiteX30" fmla="*/ 598942 w 2405504"/>
              <a:gd name="connsiteY30" fmla="*/ 1625599 h 1633099"/>
              <a:gd name="connsiteX31" fmla="*/ 319542 w 2405504"/>
              <a:gd name="connsiteY31" fmla="*/ 1591733 h 1633099"/>
              <a:gd name="connsiteX32" fmla="*/ 116342 w 2405504"/>
              <a:gd name="connsiteY32" fmla="*/ 1540933 h 1633099"/>
              <a:gd name="connsiteX33" fmla="*/ 154442 w 2405504"/>
              <a:gd name="connsiteY33" fmla="*/ 1439333 h 1633099"/>
              <a:gd name="connsiteX34" fmla="*/ 226409 w 2405504"/>
              <a:gd name="connsiteY34" fmla="*/ 1176866 h 1633099"/>
              <a:gd name="connsiteX35" fmla="*/ 243342 w 2405504"/>
              <a:gd name="connsiteY35" fmla="*/ 897466 h 1633099"/>
              <a:gd name="connsiteX36" fmla="*/ 227467 w 2405504"/>
              <a:gd name="connsiteY36" fmla="*/ 784225 h 1633099"/>
              <a:gd name="connsiteX37" fmla="*/ 143859 w 2405504"/>
              <a:gd name="connsiteY37" fmla="*/ 853016 h 1633099"/>
              <a:gd name="connsiteX38" fmla="*/ 38025 w 2405504"/>
              <a:gd name="connsiteY38" fmla="*/ 833966 h 1633099"/>
              <a:gd name="connsiteX39" fmla="*/ 2043 w 2405504"/>
              <a:gd name="connsiteY39" fmla="*/ 700617 h 1633099"/>
              <a:gd name="connsiteX40" fmla="*/ 90942 w 2405504"/>
              <a:gd name="connsiteY40" fmla="*/ 582082 h 1633099"/>
              <a:gd name="connsiteX41" fmla="*/ 196775 w 2405504"/>
              <a:gd name="connsiteY41" fmla="*/ 635000 h 1633099"/>
              <a:gd name="connsiteX42" fmla="*/ 222175 w 2405504"/>
              <a:gd name="connsiteY42" fmla="*/ 626533 h 1633099"/>
              <a:gd name="connsiteX43" fmla="*/ 234875 w 2405504"/>
              <a:gd name="connsiteY43" fmla="*/ 436033 h 1633099"/>
              <a:gd name="connsiteX44" fmla="*/ 213709 w 2405504"/>
              <a:gd name="connsiteY44" fmla="*/ 254000 h 1633099"/>
              <a:gd name="connsiteX45" fmla="*/ 150209 w 2405504"/>
              <a:gd name="connsiteY45" fmla="*/ 118533 h 1633099"/>
              <a:gd name="connsiteX46" fmla="*/ 112109 w 2405504"/>
              <a:gd name="connsiteY46" fmla="*/ 0 h 163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405504" h="1633099">
                <a:moveTo>
                  <a:pt x="112109" y="0"/>
                </a:moveTo>
                <a:lnTo>
                  <a:pt x="1255109" y="16933"/>
                </a:lnTo>
                <a:lnTo>
                  <a:pt x="1894342" y="16933"/>
                </a:lnTo>
                <a:cubicBezTo>
                  <a:pt x="2054503" y="16933"/>
                  <a:pt x="2146225" y="9878"/>
                  <a:pt x="2216075" y="16933"/>
                </a:cubicBezTo>
                <a:cubicBezTo>
                  <a:pt x="2285925" y="23988"/>
                  <a:pt x="2288748" y="25399"/>
                  <a:pt x="2313442" y="59266"/>
                </a:cubicBezTo>
                <a:cubicBezTo>
                  <a:pt x="2338136" y="93133"/>
                  <a:pt x="2349425" y="150989"/>
                  <a:pt x="2364242" y="220133"/>
                </a:cubicBezTo>
                <a:cubicBezTo>
                  <a:pt x="2379059" y="289277"/>
                  <a:pt x="2395992" y="406400"/>
                  <a:pt x="2402342" y="474133"/>
                </a:cubicBezTo>
                <a:cubicBezTo>
                  <a:pt x="2408692" y="541866"/>
                  <a:pt x="2403753" y="585611"/>
                  <a:pt x="2402342" y="626533"/>
                </a:cubicBezTo>
                <a:cubicBezTo>
                  <a:pt x="2400931" y="667455"/>
                  <a:pt x="2410808" y="709788"/>
                  <a:pt x="2393875" y="719666"/>
                </a:cubicBezTo>
                <a:cubicBezTo>
                  <a:pt x="2376942" y="729544"/>
                  <a:pt x="2300742" y="685800"/>
                  <a:pt x="2300742" y="685800"/>
                </a:cubicBezTo>
                <a:cubicBezTo>
                  <a:pt x="2273931" y="675922"/>
                  <a:pt x="2255587" y="659695"/>
                  <a:pt x="2233009" y="660400"/>
                </a:cubicBezTo>
                <a:cubicBezTo>
                  <a:pt x="2210431" y="661105"/>
                  <a:pt x="2183620" y="663927"/>
                  <a:pt x="2165275" y="690032"/>
                </a:cubicBezTo>
                <a:cubicBezTo>
                  <a:pt x="2146931" y="716138"/>
                  <a:pt x="2125764" y="779462"/>
                  <a:pt x="2122942" y="817033"/>
                </a:cubicBezTo>
                <a:cubicBezTo>
                  <a:pt x="2120120" y="854604"/>
                  <a:pt x="2134231" y="887941"/>
                  <a:pt x="2148342" y="915458"/>
                </a:cubicBezTo>
                <a:cubicBezTo>
                  <a:pt x="2162453" y="942975"/>
                  <a:pt x="2182209" y="973843"/>
                  <a:pt x="2207609" y="982133"/>
                </a:cubicBezTo>
                <a:cubicBezTo>
                  <a:pt x="2233009" y="990423"/>
                  <a:pt x="2271109" y="975783"/>
                  <a:pt x="2300742" y="965200"/>
                </a:cubicBezTo>
                <a:cubicBezTo>
                  <a:pt x="2330375" y="954617"/>
                  <a:pt x="2372003" y="898877"/>
                  <a:pt x="2385409" y="918633"/>
                </a:cubicBezTo>
                <a:cubicBezTo>
                  <a:pt x="2398815" y="938389"/>
                  <a:pt x="2390700" y="1019527"/>
                  <a:pt x="2381175" y="1083733"/>
                </a:cubicBezTo>
                <a:cubicBezTo>
                  <a:pt x="2371650" y="1147939"/>
                  <a:pt x="2343781" y="1243189"/>
                  <a:pt x="2328259" y="1303867"/>
                </a:cubicBezTo>
                <a:cubicBezTo>
                  <a:pt x="2312737" y="1364545"/>
                  <a:pt x="2311679" y="1414639"/>
                  <a:pt x="2288043" y="1447800"/>
                </a:cubicBezTo>
                <a:cubicBezTo>
                  <a:pt x="2264407" y="1480961"/>
                  <a:pt x="2245709" y="1483078"/>
                  <a:pt x="2186442" y="1502833"/>
                </a:cubicBezTo>
                <a:cubicBezTo>
                  <a:pt x="2127175" y="1522588"/>
                  <a:pt x="2079197" y="1527526"/>
                  <a:pt x="1932441" y="1566332"/>
                </a:cubicBezTo>
                <a:cubicBezTo>
                  <a:pt x="1789919" y="1593143"/>
                  <a:pt x="1681264" y="1594555"/>
                  <a:pt x="1555675" y="1608666"/>
                </a:cubicBezTo>
                <a:cubicBezTo>
                  <a:pt x="1444903" y="1611488"/>
                  <a:pt x="1378581" y="1616428"/>
                  <a:pt x="1348242" y="1600200"/>
                </a:cubicBezTo>
                <a:cubicBezTo>
                  <a:pt x="1317903" y="1583972"/>
                  <a:pt x="1359001" y="1538111"/>
                  <a:pt x="1373642" y="1511300"/>
                </a:cubicBezTo>
                <a:cubicBezTo>
                  <a:pt x="1388283" y="1484489"/>
                  <a:pt x="1393398" y="1458383"/>
                  <a:pt x="1369409" y="1439333"/>
                </a:cubicBezTo>
                <a:cubicBezTo>
                  <a:pt x="1345420" y="1420283"/>
                  <a:pt x="1287564" y="1402644"/>
                  <a:pt x="1229708" y="1396999"/>
                </a:cubicBezTo>
                <a:cubicBezTo>
                  <a:pt x="1171853" y="1391354"/>
                  <a:pt x="1072370" y="1394176"/>
                  <a:pt x="1022276" y="1405465"/>
                </a:cubicBezTo>
                <a:cubicBezTo>
                  <a:pt x="972182" y="1416754"/>
                  <a:pt x="941137" y="1429455"/>
                  <a:pt x="929142" y="1464733"/>
                </a:cubicBezTo>
                <a:cubicBezTo>
                  <a:pt x="917148" y="1500011"/>
                  <a:pt x="1005342" y="1590322"/>
                  <a:pt x="950309" y="1617133"/>
                </a:cubicBezTo>
                <a:cubicBezTo>
                  <a:pt x="895276" y="1643944"/>
                  <a:pt x="704070" y="1629832"/>
                  <a:pt x="598942" y="1625599"/>
                </a:cubicBezTo>
                <a:cubicBezTo>
                  <a:pt x="493814" y="1621366"/>
                  <a:pt x="399975" y="1605844"/>
                  <a:pt x="319542" y="1591733"/>
                </a:cubicBezTo>
                <a:cubicBezTo>
                  <a:pt x="239109" y="1577622"/>
                  <a:pt x="143859" y="1566333"/>
                  <a:pt x="116342" y="1540933"/>
                </a:cubicBezTo>
                <a:cubicBezTo>
                  <a:pt x="88825" y="1515533"/>
                  <a:pt x="136098" y="1500011"/>
                  <a:pt x="154442" y="1439333"/>
                </a:cubicBezTo>
                <a:cubicBezTo>
                  <a:pt x="172786" y="1378655"/>
                  <a:pt x="211592" y="1267177"/>
                  <a:pt x="226409" y="1176866"/>
                </a:cubicBezTo>
                <a:cubicBezTo>
                  <a:pt x="241226" y="1086555"/>
                  <a:pt x="242637" y="964494"/>
                  <a:pt x="243342" y="897466"/>
                </a:cubicBezTo>
                <a:cubicBezTo>
                  <a:pt x="244048" y="830438"/>
                  <a:pt x="244047" y="791633"/>
                  <a:pt x="227467" y="784225"/>
                </a:cubicBezTo>
                <a:cubicBezTo>
                  <a:pt x="210887" y="776817"/>
                  <a:pt x="175433" y="844726"/>
                  <a:pt x="143859" y="853016"/>
                </a:cubicBezTo>
                <a:cubicBezTo>
                  <a:pt x="112285" y="861306"/>
                  <a:pt x="61661" y="859366"/>
                  <a:pt x="38025" y="833966"/>
                </a:cubicBezTo>
                <a:cubicBezTo>
                  <a:pt x="14389" y="808566"/>
                  <a:pt x="-6777" y="742598"/>
                  <a:pt x="2043" y="700617"/>
                </a:cubicBezTo>
                <a:cubicBezTo>
                  <a:pt x="10863" y="658636"/>
                  <a:pt x="58487" y="593018"/>
                  <a:pt x="90942" y="582082"/>
                </a:cubicBezTo>
                <a:cubicBezTo>
                  <a:pt x="123397" y="571146"/>
                  <a:pt x="174903" y="627591"/>
                  <a:pt x="196775" y="635000"/>
                </a:cubicBezTo>
                <a:cubicBezTo>
                  <a:pt x="218647" y="642409"/>
                  <a:pt x="215825" y="659694"/>
                  <a:pt x="222175" y="626533"/>
                </a:cubicBezTo>
                <a:cubicBezTo>
                  <a:pt x="228525" y="593372"/>
                  <a:pt x="236286" y="498122"/>
                  <a:pt x="234875" y="436033"/>
                </a:cubicBezTo>
                <a:cubicBezTo>
                  <a:pt x="233464" y="373944"/>
                  <a:pt x="227820" y="306917"/>
                  <a:pt x="213709" y="254000"/>
                </a:cubicBezTo>
                <a:cubicBezTo>
                  <a:pt x="199598" y="201083"/>
                  <a:pt x="166437" y="160161"/>
                  <a:pt x="150209" y="118533"/>
                </a:cubicBezTo>
                <a:cubicBezTo>
                  <a:pt x="133981" y="76905"/>
                  <a:pt x="125161" y="40569"/>
                  <a:pt x="112109" y="0"/>
                </a:cubicBezTo>
                <a:close/>
              </a:path>
            </a:pathLst>
          </a:custGeom>
          <a:solidFill>
            <a:srgbClr val="00B0F0">
              <a:alpha val="20000"/>
            </a:srgbClr>
          </a:solidFill>
          <a:ln w="12700"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1D3949E-BFBB-A0A0-14AE-7BF21FCDA60D}"/>
              </a:ext>
            </a:extLst>
          </p:cNvPr>
          <p:cNvSpPr/>
          <p:nvPr/>
        </p:nvSpPr>
        <p:spPr>
          <a:xfrm>
            <a:off x="81559" y="4886322"/>
            <a:ext cx="1319160" cy="1479799"/>
          </a:xfrm>
          <a:custGeom>
            <a:avLst/>
            <a:gdLst>
              <a:gd name="connsiteX0" fmla="*/ 5293 w 1369557"/>
              <a:gd name="connsiteY0" fmla="*/ 146066 h 1479811"/>
              <a:gd name="connsiteX1" fmla="*/ 5293 w 1369557"/>
              <a:gd name="connsiteY1" fmla="*/ 657241 h 1479811"/>
              <a:gd name="connsiteX2" fmla="*/ 8468 w 1369557"/>
              <a:gd name="connsiteY2" fmla="*/ 968391 h 1479811"/>
              <a:gd name="connsiteX3" fmla="*/ 14818 w 1369557"/>
              <a:gd name="connsiteY3" fmla="*/ 1276366 h 1479811"/>
              <a:gd name="connsiteX4" fmla="*/ 33868 w 1369557"/>
              <a:gd name="connsiteY4" fmla="*/ 1425591 h 1479811"/>
              <a:gd name="connsiteX5" fmla="*/ 132293 w 1369557"/>
              <a:gd name="connsiteY5" fmla="*/ 1476391 h 1479811"/>
              <a:gd name="connsiteX6" fmla="*/ 414868 w 1369557"/>
              <a:gd name="connsiteY6" fmla="*/ 1473216 h 1479811"/>
              <a:gd name="connsiteX7" fmla="*/ 811743 w 1369557"/>
              <a:gd name="connsiteY7" fmla="*/ 1457341 h 1479811"/>
              <a:gd name="connsiteX8" fmla="*/ 1119718 w 1369557"/>
              <a:gd name="connsiteY8" fmla="*/ 1447816 h 1479811"/>
              <a:gd name="connsiteX9" fmla="*/ 1195918 w 1369557"/>
              <a:gd name="connsiteY9" fmla="*/ 1454166 h 1479811"/>
              <a:gd name="connsiteX10" fmla="*/ 1113368 w 1369557"/>
              <a:gd name="connsiteY10" fmla="*/ 1320816 h 1479811"/>
              <a:gd name="connsiteX11" fmla="*/ 1065743 w 1369557"/>
              <a:gd name="connsiteY11" fmla="*/ 1101741 h 1479811"/>
              <a:gd name="connsiteX12" fmla="*/ 1132418 w 1369557"/>
              <a:gd name="connsiteY12" fmla="*/ 898541 h 1479811"/>
              <a:gd name="connsiteX13" fmla="*/ 1186393 w 1369557"/>
              <a:gd name="connsiteY13" fmla="*/ 889016 h 1479811"/>
              <a:gd name="connsiteX14" fmla="*/ 1195918 w 1369557"/>
              <a:gd name="connsiteY14" fmla="*/ 920766 h 1479811"/>
              <a:gd name="connsiteX15" fmla="*/ 1307043 w 1369557"/>
              <a:gd name="connsiteY15" fmla="*/ 876316 h 1479811"/>
              <a:gd name="connsiteX16" fmla="*/ 1361018 w 1369557"/>
              <a:gd name="connsiteY16" fmla="*/ 720741 h 1479811"/>
              <a:gd name="connsiteX17" fmla="*/ 1351493 w 1369557"/>
              <a:gd name="connsiteY17" fmla="*/ 619141 h 1479811"/>
              <a:gd name="connsiteX18" fmla="*/ 1192743 w 1369557"/>
              <a:gd name="connsiteY18" fmla="*/ 606441 h 1479811"/>
              <a:gd name="connsiteX19" fmla="*/ 1122893 w 1369557"/>
              <a:gd name="connsiteY19" fmla="*/ 657241 h 1479811"/>
              <a:gd name="connsiteX20" fmla="*/ 1138768 w 1369557"/>
              <a:gd name="connsiteY20" fmla="*/ 384191 h 1479811"/>
              <a:gd name="connsiteX21" fmla="*/ 1154643 w 1369557"/>
              <a:gd name="connsiteY21" fmla="*/ 180991 h 1479811"/>
              <a:gd name="connsiteX22" fmla="*/ 1126068 w 1369557"/>
              <a:gd name="connsiteY22" fmla="*/ 104791 h 1479811"/>
              <a:gd name="connsiteX23" fmla="*/ 1072093 w 1369557"/>
              <a:gd name="connsiteY23" fmla="*/ 101616 h 1479811"/>
              <a:gd name="connsiteX24" fmla="*/ 976843 w 1369557"/>
              <a:gd name="connsiteY24" fmla="*/ 28591 h 1479811"/>
              <a:gd name="connsiteX25" fmla="*/ 849843 w 1369557"/>
              <a:gd name="connsiteY25" fmla="*/ 16 h 1479811"/>
              <a:gd name="connsiteX26" fmla="*/ 729193 w 1369557"/>
              <a:gd name="connsiteY26" fmla="*/ 31766 h 1479811"/>
              <a:gd name="connsiteX27" fmla="*/ 716493 w 1369557"/>
              <a:gd name="connsiteY27" fmla="*/ 117491 h 1479811"/>
              <a:gd name="connsiteX28" fmla="*/ 757768 w 1369557"/>
              <a:gd name="connsiteY28" fmla="*/ 190516 h 1479811"/>
              <a:gd name="connsiteX29" fmla="*/ 716493 w 1369557"/>
              <a:gd name="connsiteY29" fmla="*/ 276241 h 1479811"/>
              <a:gd name="connsiteX30" fmla="*/ 602193 w 1369557"/>
              <a:gd name="connsiteY30" fmla="*/ 311166 h 1479811"/>
              <a:gd name="connsiteX31" fmla="*/ 440268 w 1369557"/>
              <a:gd name="connsiteY31" fmla="*/ 285766 h 1479811"/>
              <a:gd name="connsiteX32" fmla="*/ 398993 w 1369557"/>
              <a:gd name="connsiteY32" fmla="*/ 171466 h 1479811"/>
              <a:gd name="connsiteX33" fmla="*/ 449793 w 1369557"/>
              <a:gd name="connsiteY33" fmla="*/ 117491 h 1479811"/>
              <a:gd name="connsiteX34" fmla="*/ 433918 w 1369557"/>
              <a:gd name="connsiteY34" fmla="*/ 41291 h 1479811"/>
              <a:gd name="connsiteX35" fmla="*/ 310093 w 1369557"/>
              <a:gd name="connsiteY35" fmla="*/ 38116 h 1479811"/>
              <a:gd name="connsiteX36" fmla="*/ 144993 w 1369557"/>
              <a:gd name="connsiteY36" fmla="*/ 98441 h 1479811"/>
              <a:gd name="connsiteX37" fmla="*/ 75143 w 1369557"/>
              <a:gd name="connsiteY37" fmla="*/ 136541 h 1479811"/>
              <a:gd name="connsiteX38" fmla="*/ 5293 w 1369557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86393 w 1361783"/>
              <a:gd name="connsiteY13" fmla="*/ 889016 h 1479811"/>
              <a:gd name="connsiteX14" fmla="*/ 1195918 w 1361783"/>
              <a:gd name="connsiteY14" fmla="*/ 920766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56760 w 1361783"/>
              <a:gd name="connsiteY13" fmla="*/ 901716 h 1479811"/>
              <a:gd name="connsiteX14" fmla="*/ 1195918 w 1361783"/>
              <a:gd name="connsiteY14" fmla="*/ 920766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61783"/>
              <a:gd name="connsiteY0" fmla="*/ 146066 h 1479811"/>
              <a:gd name="connsiteX1" fmla="*/ 5293 w 1361783"/>
              <a:gd name="connsiteY1" fmla="*/ 657241 h 1479811"/>
              <a:gd name="connsiteX2" fmla="*/ 8468 w 1361783"/>
              <a:gd name="connsiteY2" fmla="*/ 968391 h 1479811"/>
              <a:gd name="connsiteX3" fmla="*/ 14818 w 1361783"/>
              <a:gd name="connsiteY3" fmla="*/ 1276366 h 1479811"/>
              <a:gd name="connsiteX4" fmla="*/ 33868 w 1361783"/>
              <a:gd name="connsiteY4" fmla="*/ 1425591 h 1479811"/>
              <a:gd name="connsiteX5" fmla="*/ 132293 w 1361783"/>
              <a:gd name="connsiteY5" fmla="*/ 1476391 h 1479811"/>
              <a:gd name="connsiteX6" fmla="*/ 414868 w 1361783"/>
              <a:gd name="connsiteY6" fmla="*/ 1473216 h 1479811"/>
              <a:gd name="connsiteX7" fmla="*/ 811743 w 1361783"/>
              <a:gd name="connsiteY7" fmla="*/ 1457341 h 1479811"/>
              <a:gd name="connsiteX8" fmla="*/ 1119718 w 1361783"/>
              <a:gd name="connsiteY8" fmla="*/ 1447816 h 1479811"/>
              <a:gd name="connsiteX9" fmla="*/ 1195918 w 1361783"/>
              <a:gd name="connsiteY9" fmla="*/ 1454166 h 1479811"/>
              <a:gd name="connsiteX10" fmla="*/ 1113368 w 1361783"/>
              <a:gd name="connsiteY10" fmla="*/ 1320816 h 1479811"/>
              <a:gd name="connsiteX11" fmla="*/ 1065743 w 1361783"/>
              <a:gd name="connsiteY11" fmla="*/ 1101741 h 1479811"/>
              <a:gd name="connsiteX12" fmla="*/ 1132418 w 1361783"/>
              <a:gd name="connsiteY12" fmla="*/ 898541 h 1479811"/>
              <a:gd name="connsiteX13" fmla="*/ 1156760 w 1361783"/>
              <a:gd name="connsiteY13" fmla="*/ 901716 h 1479811"/>
              <a:gd name="connsiteX14" fmla="*/ 1244601 w 1361783"/>
              <a:gd name="connsiteY14" fmla="*/ 918650 h 1479811"/>
              <a:gd name="connsiteX15" fmla="*/ 1307043 w 1361783"/>
              <a:gd name="connsiteY15" fmla="*/ 876316 h 1479811"/>
              <a:gd name="connsiteX16" fmla="*/ 1361018 w 1361783"/>
              <a:gd name="connsiteY16" fmla="*/ 720741 h 1479811"/>
              <a:gd name="connsiteX17" fmla="*/ 1328210 w 1361783"/>
              <a:gd name="connsiteY17" fmla="*/ 627608 h 1479811"/>
              <a:gd name="connsiteX18" fmla="*/ 1192743 w 1361783"/>
              <a:gd name="connsiteY18" fmla="*/ 606441 h 1479811"/>
              <a:gd name="connsiteX19" fmla="*/ 1122893 w 1361783"/>
              <a:gd name="connsiteY19" fmla="*/ 657241 h 1479811"/>
              <a:gd name="connsiteX20" fmla="*/ 1138768 w 1361783"/>
              <a:gd name="connsiteY20" fmla="*/ 384191 h 1479811"/>
              <a:gd name="connsiteX21" fmla="*/ 1154643 w 1361783"/>
              <a:gd name="connsiteY21" fmla="*/ 180991 h 1479811"/>
              <a:gd name="connsiteX22" fmla="*/ 1126068 w 1361783"/>
              <a:gd name="connsiteY22" fmla="*/ 104791 h 1479811"/>
              <a:gd name="connsiteX23" fmla="*/ 1072093 w 1361783"/>
              <a:gd name="connsiteY23" fmla="*/ 101616 h 1479811"/>
              <a:gd name="connsiteX24" fmla="*/ 976843 w 1361783"/>
              <a:gd name="connsiteY24" fmla="*/ 28591 h 1479811"/>
              <a:gd name="connsiteX25" fmla="*/ 849843 w 1361783"/>
              <a:gd name="connsiteY25" fmla="*/ 16 h 1479811"/>
              <a:gd name="connsiteX26" fmla="*/ 729193 w 1361783"/>
              <a:gd name="connsiteY26" fmla="*/ 31766 h 1479811"/>
              <a:gd name="connsiteX27" fmla="*/ 716493 w 1361783"/>
              <a:gd name="connsiteY27" fmla="*/ 117491 h 1479811"/>
              <a:gd name="connsiteX28" fmla="*/ 757768 w 1361783"/>
              <a:gd name="connsiteY28" fmla="*/ 190516 h 1479811"/>
              <a:gd name="connsiteX29" fmla="*/ 716493 w 1361783"/>
              <a:gd name="connsiteY29" fmla="*/ 276241 h 1479811"/>
              <a:gd name="connsiteX30" fmla="*/ 602193 w 1361783"/>
              <a:gd name="connsiteY30" fmla="*/ 311166 h 1479811"/>
              <a:gd name="connsiteX31" fmla="*/ 440268 w 1361783"/>
              <a:gd name="connsiteY31" fmla="*/ 285766 h 1479811"/>
              <a:gd name="connsiteX32" fmla="*/ 398993 w 1361783"/>
              <a:gd name="connsiteY32" fmla="*/ 171466 h 1479811"/>
              <a:gd name="connsiteX33" fmla="*/ 449793 w 1361783"/>
              <a:gd name="connsiteY33" fmla="*/ 117491 h 1479811"/>
              <a:gd name="connsiteX34" fmla="*/ 433918 w 1361783"/>
              <a:gd name="connsiteY34" fmla="*/ 41291 h 1479811"/>
              <a:gd name="connsiteX35" fmla="*/ 310093 w 1361783"/>
              <a:gd name="connsiteY35" fmla="*/ 38116 h 1479811"/>
              <a:gd name="connsiteX36" fmla="*/ 144993 w 1361783"/>
              <a:gd name="connsiteY36" fmla="*/ 98441 h 1479811"/>
              <a:gd name="connsiteX37" fmla="*/ 75143 w 1361783"/>
              <a:gd name="connsiteY37" fmla="*/ 136541 h 1479811"/>
              <a:gd name="connsiteX38" fmla="*/ 5293 w 1361783"/>
              <a:gd name="connsiteY38" fmla="*/ 146066 h 1479811"/>
              <a:gd name="connsiteX0" fmla="*/ 5293 w 1347285"/>
              <a:gd name="connsiteY0" fmla="*/ 146066 h 1479811"/>
              <a:gd name="connsiteX1" fmla="*/ 5293 w 1347285"/>
              <a:gd name="connsiteY1" fmla="*/ 657241 h 1479811"/>
              <a:gd name="connsiteX2" fmla="*/ 8468 w 1347285"/>
              <a:gd name="connsiteY2" fmla="*/ 968391 h 1479811"/>
              <a:gd name="connsiteX3" fmla="*/ 14818 w 1347285"/>
              <a:gd name="connsiteY3" fmla="*/ 1276366 h 1479811"/>
              <a:gd name="connsiteX4" fmla="*/ 33868 w 1347285"/>
              <a:gd name="connsiteY4" fmla="*/ 1425591 h 1479811"/>
              <a:gd name="connsiteX5" fmla="*/ 132293 w 1347285"/>
              <a:gd name="connsiteY5" fmla="*/ 1476391 h 1479811"/>
              <a:gd name="connsiteX6" fmla="*/ 414868 w 1347285"/>
              <a:gd name="connsiteY6" fmla="*/ 1473216 h 1479811"/>
              <a:gd name="connsiteX7" fmla="*/ 811743 w 1347285"/>
              <a:gd name="connsiteY7" fmla="*/ 1457341 h 1479811"/>
              <a:gd name="connsiteX8" fmla="*/ 1119718 w 1347285"/>
              <a:gd name="connsiteY8" fmla="*/ 1447816 h 1479811"/>
              <a:gd name="connsiteX9" fmla="*/ 1195918 w 1347285"/>
              <a:gd name="connsiteY9" fmla="*/ 1454166 h 1479811"/>
              <a:gd name="connsiteX10" fmla="*/ 1113368 w 1347285"/>
              <a:gd name="connsiteY10" fmla="*/ 1320816 h 1479811"/>
              <a:gd name="connsiteX11" fmla="*/ 1065743 w 1347285"/>
              <a:gd name="connsiteY11" fmla="*/ 1101741 h 1479811"/>
              <a:gd name="connsiteX12" fmla="*/ 1132418 w 1347285"/>
              <a:gd name="connsiteY12" fmla="*/ 898541 h 1479811"/>
              <a:gd name="connsiteX13" fmla="*/ 1156760 w 1347285"/>
              <a:gd name="connsiteY13" fmla="*/ 901716 h 1479811"/>
              <a:gd name="connsiteX14" fmla="*/ 1244601 w 1347285"/>
              <a:gd name="connsiteY14" fmla="*/ 918650 h 1479811"/>
              <a:gd name="connsiteX15" fmla="*/ 1307043 w 1347285"/>
              <a:gd name="connsiteY15" fmla="*/ 876316 h 1479811"/>
              <a:gd name="connsiteX16" fmla="*/ 1344085 w 1347285"/>
              <a:gd name="connsiteY16" fmla="*/ 763075 h 1479811"/>
              <a:gd name="connsiteX17" fmla="*/ 1328210 w 1347285"/>
              <a:gd name="connsiteY17" fmla="*/ 627608 h 1479811"/>
              <a:gd name="connsiteX18" fmla="*/ 1192743 w 1347285"/>
              <a:gd name="connsiteY18" fmla="*/ 606441 h 1479811"/>
              <a:gd name="connsiteX19" fmla="*/ 1122893 w 1347285"/>
              <a:gd name="connsiteY19" fmla="*/ 657241 h 1479811"/>
              <a:gd name="connsiteX20" fmla="*/ 1138768 w 1347285"/>
              <a:gd name="connsiteY20" fmla="*/ 384191 h 1479811"/>
              <a:gd name="connsiteX21" fmla="*/ 1154643 w 1347285"/>
              <a:gd name="connsiteY21" fmla="*/ 180991 h 1479811"/>
              <a:gd name="connsiteX22" fmla="*/ 1126068 w 1347285"/>
              <a:gd name="connsiteY22" fmla="*/ 104791 h 1479811"/>
              <a:gd name="connsiteX23" fmla="*/ 1072093 w 1347285"/>
              <a:gd name="connsiteY23" fmla="*/ 101616 h 1479811"/>
              <a:gd name="connsiteX24" fmla="*/ 976843 w 1347285"/>
              <a:gd name="connsiteY24" fmla="*/ 28591 h 1479811"/>
              <a:gd name="connsiteX25" fmla="*/ 849843 w 1347285"/>
              <a:gd name="connsiteY25" fmla="*/ 16 h 1479811"/>
              <a:gd name="connsiteX26" fmla="*/ 729193 w 1347285"/>
              <a:gd name="connsiteY26" fmla="*/ 31766 h 1479811"/>
              <a:gd name="connsiteX27" fmla="*/ 716493 w 1347285"/>
              <a:gd name="connsiteY27" fmla="*/ 117491 h 1479811"/>
              <a:gd name="connsiteX28" fmla="*/ 757768 w 1347285"/>
              <a:gd name="connsiteY28" fmla="*/ 190516 h 1479811"/>
              <a:gd name="connsiteX29" fmla="*/ 716493 w 1347285"/>
              <a:gd name="connsiteY29" fmla="*/ 276241 h 1479811"/>
              <a:gd name="connsiteX30" fmla="*/ 602193 w 1347285"/>
              <a:gd name="connsiteY30" fmla="*/ 311166 h 1479811"/>
              <a:gd name="connsiteX31" fmla="*/ 440268 w 1347285"/>
              <a:gd name="connsiteY31" fmla="*/ 285766 h 1479811"/>
              <a:gd name="connsiteX32" fmla="*/ 398993 w 1347285"/>
              <a:gd name="connsiteY32" fmla="*/ 171466 h 1479811"/>
              <a:gd name="connsiteX33" fmla="*/ 449793 w 1347285"/>
              <a:gd name="connsiteY33" fmla="*/ 117491 h 1479811"/>
              <a:gd name="connsiteX34" fmla="*/ 433918 w 1347285"/>
              <a:gd name="connsiteY34" fmla="*/ 41291 h 1479811"/>
              <a:gd name="connsiteX35" fmla="*/ 310093 w 1347285"/>
              <a:gd name="connsiteY35" fmla="*/ 38116 h 1479811"/>
              <a:gd name="connsiteX36" fmla="*/ 144993 w 1347285"/>
              <a:gd name="connsiteY36" fmla="*/ 98441 h 1479811"/>
              <a:gd name="connsiteX37" fmla="*/ 75143 w 1347285"/>
              <a:gd name="connsiteY37" fmla="*/ 136541 h 1479811"/>
              <a:gd name="connsiteX38" fmla="*/ 5293 w 1347285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195918 w 1344089"/>
              <a:gd name="connsiteY9" fmla="*/ 1454166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192743 w 1344089"/>
              <a:gd name="connsiteY18" fmla="*/ 606441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195918 w 1344089"/>
              <a:gd name="connsiteY9" fmla="*/ 1454166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13368 w 1344089"/>
              <a:gd name="connsiteY10" fmla="*/ 1320816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65743 w 1344089"/>
              <a:gd name="connsiteY11" fmla="*/ 1101741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32418 w 1344089"/>
              <a:gd name="connsiteY12" fmla="*/ 8985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21835 w 1344089"/>
              <a:gd name="connsiteY12" fmla="*/ 9239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119718 w 1344089"/>
              <a:gd name="connsiteY8" fmla="*/ 1447816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248835 w 1344089"/>
              <a:gd name="connsiteY9" fmla="*/ 1445699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084793 w 1344089"/>
              <a:gd name="connsiteY11" fmla="*/ 109115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38768 w 1344089"/>
              <a:gd name="connsiteY20" fmla="*/ 384191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398993 w 1344089"/>
              <a:gd name="connsiteY32" fmla="*/ 171466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4026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602193 w 1344089"/>
              <a:gd name="connsiteY30" fmla="*/ 311166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7768 w 1344089"/>
              <a:gd name="connsiteY28" fmla="*/ 190516 h 1479811"/>
              <a:gd name="connsiteX29" fmla="*/ 716493 w 1344089"/>
              <a:gd name="connsiteY29" fmla="*/ 276241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16493 w 1344089"/>
              <a:gd name="connsiteY29" fmla="*/ 276241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5843 w 1344089"/>
              <a:gd name="connsiteY30" fmla="*/ 309050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1609 w 1344089"/>
              <a:gd name="connsiteY30" fmla="*/ 300584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3725 w 1344089"/>
              <a:gd name="connsiteY30" fmla="*/ 306934 h 1479811"/>
              <a:gd name="connsiteX31" fmla="*/ 459318 w 1344089"/>
              <a:gd name="connsiteY31" fmla="*/ 285766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5293 w 1344089"/>
              <a:gd name="connsiteY0" fmla="*/ 146066 h 1479811"/>
              <a:gd name="connsiteX1" fmla="*/ 5293 w 1344089"/>
              <a:gd name="connsiteY1" fmla="*/ 657241 h 1479811"/>
              <a:gd name="connsiteX2" fmla="*/ 8468 w 1344089"/>
              <a:gd name="connsiteY2" fmla="*/ 968391 h 1479811"/>
              <a:gd name="connsiteX3" fmla="*/ 14818 w 1344089"/>
              <a:gd name="connsiteY3" fmla="*/ 1276366 h 1479811"/>
              <a:gd name="connsiteX4" fmla="*/ 33868 w 1344089"/>
              <a:gd name="connsiteY4" fmla="*/ 1425591 h 1479811"/>
              <a:gd name="connsiteX5" fmla="*/ 132293 w 1344089"/>
              <a:gd name="connsiteY5" fmla="*/ 1476391 h 1479811"/>
              <a:gd name="connsiteX6" fmla="*/ 414868 w 1344089"/>
              <a:gd name="connsiteY6" fmla="*/ 1473216 h 1479811"/>
              <a:gd name="connsiteX7" fmla="*/ 811743 w 1344089"/>
              <a:gd name="connsiteY7" fmla="*/ 1457341 h 1479811"/>
              <a:gd name="connsiteX8" fmla="*/ 1024468 w 1344089"/>
              <a:gd name="connsiteY8" fmla="*/ 1449932 h 1479811"/>
              <a:gd name="connsiteX9" fmla="*/ 1189568 w 1344089"/>
              <a:gd name="connsiteY9" fmla="*/ 1449932 h 1479811"/>
              <a:gd name="connsiteX10" fmla="*/ 1149351 w 1344089"/>
              <a:gd name="connsiteY10" fmla="*/ 1310233 h 1479811"/>
              <a:gd name="connsiteX11" fmla="*/ 1103843 w 1344089"/>
              <a:gd name="connsiteY11" fmla="*/ 1097507 h 1479811"/>
              <a:gd name="connsiteX12" fmla="*/ 1115485 w 1344089"/>
              <a:gd name="connsiteY12" fmla="*/ 962041 h 1479811"/>
              <a:gd name="connsiteX13" fmla="*/ 1156760 w 1344089"/>
              <a:gd name="connsiteY13" fmla="*/ 901716 h 1479811"/>
              <a:gd name="connsiteX14" fmla="*/ 1244601 w 1344089"/>
              <a:gd name="connsiteY14" fmla="*/ 918650 h 1479811"/>
              <a:gd name="connsiteX15" fmla="*/ 1307043 w 1344089"/>
              <a:gd name="connsiteY15" fmla="*/ 876316 h 1479811"/>
              <a:gd name="connsiteX16" fmla="*/ 1344085 w 1344089"/>
              <a:gd name="connsiteY16" fmla="*/ 763075 h 1479811"/>
              <a:gd name="connsiteX17" fmla="*/ 1304927 w 1344089"/>
              <a:gd name="connsiteY17" fmla="*/ 646658 h 1479811"/>
              <a:gd name="connsiteX18" fmla="*/ 1205443 w 1344089"/>
              <a:gd name="connsiteY18" fmla="*/ 614908 h 1479811"/>
              <a:gd name="connsiteX19" fmla="*/ 1122893 w 1344089"/>
              <a:gd name="connsiteY19" fmla="*/ 657241 h 1479811"/>
              <a:gd name="connsiteX20" fmla="*/ 1166285 w 1344089"/>
              <a:gd name="connsiteY20" fmla="*/ 388424 h 1479811"/>
              <a:gd name="connsiteX21" fmla="*/ 1154643 w 1344089"/>
              <a:gd name="connsiteY21" fmla="*/ 180991 h 1479811"/>
              <a:gd name="connsiteX22" fmla="*/ 1126068 w 1344089"/>
              <a:gd name="connsiteY22" fmla="*/ 104791 h 1479811"/>
              <a:gd name="connsiteX23" fmla="*/ 1072093 w 1344089"/>
              <a:gd name="connsiteY23" fmla="*/ 101616 h 1479811"/>
              <a:gd name="connsiteX24" fmla="*/ 976843 w 1344089"/>
              <a:gd name="connsiteY24" fmla="*/ 28591 h 1479811"/>
              <a:gd name="connsiteX25" fmla="*/ 849843 w 1344089"/>
              <a:gd name="connsiteY25" fmla="*/ 16 h 1479811"/>
              <a:gd name="connsiteX26" fmla="*/ 729193 w 1344089"/>
              <a:gd name="connsiteY26" fmla="*/ 31766 h 1479811"/>
              <a:gd name="connsiteX27" fmla="*/ 716493 w 1344089"/>
              <a:gd name="connsiteY27" fmla="*/ 117491 h 1479811"/>
              <a:gd name="connsiteX28" fmla="*/ 751418 w 1344089"/>
              <a:gd name="connsiteY28" fmla="*/ 201100 h 1479811"/>
              <a:gd name="connsiteX29" fmla="*/ 703793 w 1344089"/>
              <a:gd name="connsiteY29" fmla="*/ 272008 h 1479811"/>
              <a:gd name="connsiteX30" fmla="*/ 593725 w 1344089"/>
              <a:gd name="connsiteY30" fmla="*/ 306934 h 1479811"/>
              <a:gd name="connsiteX31" fmla="*/ 469901 w 1344089"/>
              <a:gd name="connsiteY31" fmla="*/ 283649 h 1479811"/>
              <a:gd name="connsiteX32" fmla="*/ 418043 w 1344089"/>
              <a:gd name="connsiteY32" fmla="*/ 188399 h 1479811"/>
              <a:gd name="connsiteX33" fmla="*/ 449793 w 1344089"/>
              <a:gd name="connsiteY33" fmla="*/ 117491 h 1479811"/>
              <a:gd name="connsiteX34" fmla="*/ 433918 w 1344089"/>
              <a:gd name="connsiteY34" fmla="*/ 41291 h 1479811"/>
              <a:gd name="connsiteX35" fmla="*/ 310093 w 1344089"/>
              <a:gd name="connsiteY35" fmla="*/ 38116 h 1479811"/>
              <a:gd name="connsiteX36" fmla="*/ 144993 w 1344089"/>
              <a:gd name="connsiteY36" fmla="*/ 98441 h 1479811"/>
              <a:gd name="connsiteX37" fmla="*/ 75143 w 1344089"/>
              <a:gd name="connsiteY37" fmla="*/ 136541 h 1479811"/>
              <a:gd name="connsiteX38" fmla="*/ 5293 w 1344089"/>
              <a:gd name="connsiteY38" fmla="*/ 146066 h 1479811"/>
              <a:gd name="connsiteX0" fmla="*/ 4846 w 1345759"/>
              <a:gd name="connsiteY0" fmla="*/ 186282 h 1479811"/>
              <a:gd name="connsiteX1" fmla="*/ 6963 w 1345759"/>
              <a:gd name="connsiteY1" fmla="*/ 657241 h 1479811"/>
              <a:gd name="connsiteX2" fmla="*/ 10138 w 1345759"/>
              <a:gd name="connsiteY2" fmla="*/ 968391 h 1479811"/>
              <a:gd name="connsiteX3" fmla="*/ 16488 w 1345759"/>
              <a:gd name="connsiteY3" fmla="*/ 1276366 h 1479811"/>
              <a:gd name="connsiteX4" fmla="*/ 35538 w 1345759"/>
              <a:gd name="connsiteY4" fmla="*/ 1425591 h 1479811"/>
              <a:gd name="connsiteX5" fmla="*/ 133963 w 1345759"/>
              <a:gd name="connsiteY5" fmla="*/ 1476391 h 1479811"/>
              <a:gd name="connsiteX6" fmla="*/ 416538 w 1345759"/>
              <a:gd name="connsiteY6" fmla="*/ 1473216 h 1479811"/>
              <a:gd name="connsiteX7" fmla="*/ 813413 w 1345759"/>
              <a:gd name="connsiteY7" fmla="*/ 1457341 h 1479811"/>
              <a:gd name="connsiteX8" fmla="*/ 1026138 w 1345759"/>
              <a:gd name="connsiteY8" fmla="*/ 1449932 h 1479811"/>
              <a:gd name="connsiteX9" fmla="*/ 1191238 w 1345759"/>
              <a:gd name="connsiteY9" fmla="*/ 1449932 h 1479811"/>
              <a:gd name="connsiteX10" fmla="*/ 1151021 w 1345759"/>
              <a:gd name="connsiteY10" fmla="*/ 1310233 h 1479811"/>
              <a:gd name="connsiteX11" fmla="*/ 1105513 w 1345759"/>
              <a:gd name="connsiteY11" fmla="*/ 1097507 h 1479811"/>
              <a:gd name="connsiteX12" fmla="*/ 1117155 w 1345759"/>
              <a:gd name="connsiteY12" fmla="*/ 962041 h 1479811"/>
              <a:gd name="connsiteX13" fmla="*/ 1158430 w 1345759"/>
              <a:gd name="connsiteY13" fmla="*/ 901716 h 1479811"/>
              <a:gd name="connsiteX14" fmla="*/ 1246271 w 1345759"/>
              <a:gd name="connsiteY14" fmla="*/ 918650 h 1479811"/>
              <a:gd name="connsiteX15" fmla="*/ 1308713 w 1345759"/>
              <a:gd name="connsiteY15" fmla="*/ 876316 h 1479811"/>
              <a:gd name="connsiteX16" fmla="*/ 1345755 w 1345759"/>
              <a:gd name="connsiteY16" fmla="*/ 763075 h 1479811"/>
              <a:gd name="connsiteX17" fmla="*/ 1306597 w 1345759"/>
              <a:gd name="connsiteY17" fmla="*/ 646658 h 1479811"/>
              <a:gd name="connsiteX18" fmla="*/ 1207113 w 1345759"/>
              <a:gd name="connsiteY18" fmla="*/ 614908 h 1479811"/>
              <a:gd name="connsiteX19" fmla="*/ 1124563 w 1345759"/>
              <a:gd name="connsiteY19" fmla="*/ 657241 h 1479811"/>
              <a:gd name="connsiteX20" fmla="*/ 1167955 w 1345759"/>
              <a:gd name="connsiteY20" fmla="*/ 388424 h 1479811"/>
              <a:gd name="connsiteX21" fmla="*/ 1156313 w 1345759"/>
              <a:gd name="connsiteY21" fmla="*/ 180991 h 1479811"/>
              <a:gd name="connsiteX22" fmla="*/ 1127738 w 1345759"/>
              <a:gd name="connsiteY22" fmla="*/ 104791 h 1479811"/>
              <a:gd name="connsiteX23" fmla="*/ 1073763 w 1345759"/>
              <a:gd name="connsiteY23" fmla="*/ 101616 h 1479811"/>
              <a:gd name="connsiteX24" fmla="*/ 978513 w 1345759"/>
              <a:gd name="connsiteY24" fmla="*/ 28591 h 1479811"/>
              <a:gd name="connsiteX25" fmla="*/ 851513 w 1345759"/>
              <a:gd name="connsiteY25" fmla="*/ 16 h 1479811"/>
              <a:gd name="connsiteX26" fmla="*/ 730863 w 1345759"/>
              <a:gd name="connsiteY26" fmla="*/ 31766 h 1479811"/>
              <a:gd name="connsiteX27" fmla="*/ 718163 w 1345759"/>
              <a:gd name="connsiteY27" fmla="*/ 117491 h 1479811"/>
              <a:gd name="connsiteX28" fmla="*/ 753088 w 1345759"/>
              <a:gd name="connsiteY28" fmla="*/ 201100 h 1479811"/>
              <a:gd name="connsiteX29" fmla="*/ 705463 w 1345759"/>
              <a:gd name="connsiteY29" fmla="*/ 272008 h 1479811"/>
              <a:gd name="connsiteX30" fmla="*/ 595395 w 1345759"/>
              <a:gd name="connsiteY30" fmla="*/ 306934 h 1479811"/>
              <a:gd name="connsiteX31" fmla="*/ 471571 w 1345759"/>
              <a:gd name="connsiteY31" fmla="*/ 283649 h 1479811"/>
              <a:gd name="connsiteX32" fmla="*/ 419713 w 1345759"/>
              <a:gd name="connsiteY32" fmla="*/ 188399 h 1479811"/>
              <a:gd name="connsiteX33" fmla="*/ 451463 w 1345759"/>
              <a:gd name="connsiteY33" fmla="*/ 117491 h 1479811"/>
              <a:gd name="connsiteX34" fmla="*/ 435588 w 1345759"/>
              <a:gd name="connsiteY34" fmla="*/ 41291 h 1479811"/>
              <a:gd name="connsiteX35" fmla="*/ 311763 w 1345759"/>
              <a:gd name="connsiteY35" fmla="*/ 38116 h 1479811"/>
              <a:gd name="connsiteX36" fmla="*/ 146663 w 1345759"/>
              <a:gd name="connsiteY36" fmla="*/ 98441 h 1479811"/>
              <a:gd name="connsiteX37" fmla="*/ 76813 w 1345759"/>
              <a:gd name="connsiteY37" fmla="*/ 136541 h 1479811"/>
              <a:gd name="connsiteX38" fmla="*/ 4846 w 1345759"/>
              <a:gd name="connsiteY38" fmla="*/ 186282 h 1479811"/>
              <a:gd name="connsiteX0" fmla="*/ 2203 w 1343116"/>
              <a:gd name="connsiteY0" fmla="*/ 186282 h 1479811"/>
              <a:gd name="connsiteX1" fmla="*/ 4320 w 1343116"/>
              <a:gd name="connsiteY1" fmla="*/ 657241 h 1479811"/>
              <a:gd name="connsiteX2" fmla="*/ 7495 w 1343116"/>
              <a:gd name="connsiteY2" fmla="*/ 968391 h 1479811"/>
              <a:gd name="connsiteX3" fmla="*/ 13845 w 1343116"/>
              <a:gd name="connsiteY3" fmla="*/ 1276366 h 1479811"/>
              <a:gd name="connsiteX4" fmla="*/ 32895 w 1343116"/>
              <a:gd name="connsiteY4" fmla="*/ 1425591 h 1479811"/>
              <a:gd name="connsiteX5" fmla="*/ 131320 w 1343116"/>
              <a:gd name="connsiteY5" fmla="*/ 1476391 h 1479811"/>
              <a:gd name="connsiteX6" fmla="*/ 413895 w 1343116"/>
              <a:gd name="connsiteY6" fmla="*/ 1473216 h 1479811"/>
              <a:gd name="connsiteX7" fmla="*/ 810770 w 1343116"/>
              <a:gd name="connsiteY7" fmla="*/ 1457341 h 1479811"/>
              <a:gd name="connsiteX8" fmla="*/ 1023495 w 1343116"/>
              <a:gd name="connsiteY8" fmla="*/ 1449932 h 1479811"/>
              <a:gd name="connsiteX9" fmla="*/ 1188595 w 1343116"/>
              <a:gd name="connsiteY9" fmla="*/ 1449932 h 1479811"/>
              <a:gd name="connsiteX10" fmla="*/ 1148378 w 1343116"/>
              <a:gd name="connsiteY10" fmla="*/ 1310233 h 1479811"/>
              <a:gd name="connsiteX11" fmla="*/ 1102870 w 1343116"/>
              <a:gd name="connsiteY11" fmla="*/ 1097507 h 1479811"/>
              <a:gd name="connsiteX12" fmla="*/ 1114512 w 1343116"/>
              <a:gd name="connsiteY12" fmla="*/ 962041 h 1479811"/>
              <a:gd name="connsiteX13" fmla="*/ 1155787 w 1343116"/>
              <a:gd name="connsiteY13" fmla="*/ 901716 h 1479811"/>
              <a:gd name="connsiteX14" fmla="*/ 1243628 w 1343116"/>
              <a:gd name="connsiteY14" fmla="*/ 918650 h 1479811"/>
              <a:gd name="connsiteX15" fmla="*/ 1306070 w 1343116"/>
              <a:gd name="connsiteY15" fmla="*/ 876316 h 1479811"/>
              <a:gd name="connsiteX16" fmla="*/ 1343112 w 1343116"/>
              <a:gd name="connsiteY16" fmla="*/ 763075 h 1479811"/>
              <a:gd name="connsiteX17" fmla="*/ 1303954 w 1343116"/>
              <a:gd name="connsiteY17" fmla="*/ 646658 h 1479811"/>
              <a:gd name="connsiteX18" fmla="*/ 1204470 w 1343116"/>
              <a:gd name="connsiteY18" fmla="*/ 614908 h 1479811"/>
              <a:gd name="connsiteX19" fmla="*/ 1121920 w 1343116"/>
              <a:gd name="connsiteY19" fmla="*/ 657241 h 1479811"/>
              <a:gd name="connsiteX20" fmla="*/ 1165312 w 1343116"/>
              <a:gd name="connsiteY20" fmla="*/ 388424 h 1479811"/>
              <a:gd name="connsiteX21" fmla="*/ 1153670 w 1343116"/>
              <a:gd name="connsiteY21" fmla="*/ 180991 h 1479811"/>
              <a:gd name="connsiteX22" fmla="*/ 1125095 w 1343116"/>
              <a:gd name="connsiteY22" fmla="*/ 104791 h 1479811"/>
              <a:gd name="connsiteX23" fmla="*/ 1071120 w 1343116"/>
              <a:gd name="connsiteY23" fmla="*/ 101616 h 1479811"/>
              <a:gd name="connsiteX24" fmla="*/ 975870 w 1343116"/>
              <a:gd name="connsiteY24" fmla="*/ 28591 h 1479811"/>
              <a:gd name="connsiteX25" fmla="*/ 848870 w 1343116"/>
              <a:gd name="connsiteY25" fmla="*/ 16 h 1479811"/>
              <a:gd name="connsiteX26" fmla="*/ 728220 w 1343116"/>
              <a:gd name="connsiteY26" fmla="*/ 31766 h 1479811"/>
              <a:gd name="connsiteX27" fmla="*/ 715520 w 1343116"/>
              <a:gd name="connsiteY27" fmla="*/ 117491 h 1479811"/>
              <a:gd name="connsiteX28" fmla="*/ 750445 w 1343116"/>
              <a:gd name="connsiteY28" fmla="*/ 201100 h 1479811"/>
              <a:gd name="connsiteX29" fmla="*/ 702820 w 1343116"/>
              <a:gd name="connsiteY29" fmla="*/ 272008 h 1479811"/>
              <a:gd name="connsiteX30" fmla="*/ 592752 w 1343116"/>
              <a:gd name="connsiteY30" fmla="*/ 306934 h 1479811"/>
              <a:gd name="connsiteX31" fmla="*/ 468928 w 1343116"/>
              <a:gd name="connsiteY31" fmla="*/ 283649 h 1479811"/>
              <a:gd name="connsiteX32" fmla="*/ 417070 w 1343116"/>
              <a:gd name="connsiteY32" fmla="*/ 188399 h 1479811"/>
              <a:gd name="connsiteX33" fmla="*/ 448820 w 1343116"/>
              <a:gd name="connsiteY33" fmla="*/ 117491 h 1479811"/>
              <a:gd name="connsiteX34" fmla="*/ 432945 w 1343116"/>
              <a:gd name="connsiteY34" fmla="*/ 41291 h 1479811"/>
              <a:gd name="connsiteX35" fmla="*/ 309120 w 1343116"/>
              <a:gd name="connsiteY35" fmla="*/ 38116 h 1479811"/>
              <a:gd name="connsiteX36" fmla="*/ 144020 w 1343116"/>
              <a:gd name="connsiteY36" fmla="*/ 98441 h 1479811"/>
              <a:gd name="connsiteX37" fmla="*/ 38186 w 1343116"/>
              <a:gd name="connsiteY37" fmla="*/ 142891 h 1479811"/>
              <a:gd name="connsiteX38" fmla="*/ 2203 w 1343116"/>
              <a:gd name="connsiteY38" fmla="*/ 186282 h 1479811"/>
              <a:gd name="connsiteX0" fmla="*/ 2203 w 1343116"/>
              <a:gd name="connsiteY0" fmla="*/ 203216 h 1479811"/>
              <a:gd name="connsiteX1" fmla="*/ 4320 w 1343116"/>
              <a:gd name="connsiteY1" fmla="*/ 657241 h 1479811"/>
              <a:gd name="connsiteX2" fmla="*/ 7495 w 1343116"/>
              <a:gd name="connsiteY2" fmla="*/ 968391 h 1479811"/>
              <a:gd name="connsiteX3" fmla="*/ 13845 w 1343116"/>
              <a:gd name="connsiteY3" fmla="*/ 1276366 h 1479811"/>
              <a:gd name="connsiteX4" fmla="*/ 32895 w 1343116"/>
              <a:gd name="connsiteY4" fmla="*/ 1425591 h 1479811"/>
              <a:gd name="connsiteX5" fmla="*/ 131320 w 1343116"/>
              <a:gd name="connsiteY5" fmla="*/ 1476391 h 1479811"/>
              <a:gd name="connsiteX6" fmla="*/ 413895 w 1343116"/>
              <a:gd name="connsiteY6" fmla="*/ 1473216 h 1479811"/>
              <a:gd name="connsiteX7" fmla="*/ 810770 w 1343116"/>
              <a:gd name="connsiteY7" fmla="*/ 1457341 h 1479811"/>
              <a:gd name="connsiteX8" fmla="*/ 1023495 w 1343116"/>
              <a:gd name="connsiteY8" fmla="*/ 1449932 h 1479811"/>
              <a:gd name="connsiteX9" fmla="*/ 1188595 w 1343116"/>
              <a:gd name="connsiteY9" fmla="*/ 1449932 h 1479811"/>
              <a:gd name="connsiteX10" fmla="*/ 1148378 w 1343116"/>
              <a:gd name="connsiteY10" fmla="*/ 1310233 h 1479811"/>
              <a:gd name="connsiteX11" fmla="*/ 1102870 w 1343116"/>
              <a:gd name="connsiteY11" fmla="*/ 1097507 h 1479811"/>
              <a:gd name="connsiteX12" fmla="*/ 1114512 w 1343116"/>
              <a:gd name="connsiteY12" fmla="*/ 962041 h 1479811"/>
              <a:gd name="connsiteX13" fmla="*/ 1155787 w 1343116"/>
              <a:gd name="connsiteY13" fmla="*/ 901716 h 1479811"/>
              <a:gd name="connsiteX14" fmla="*/ 1243628 w 1343116"/>
              <a:gd name="connsiteY14" fmla="*/ 918650 h 1479811"/>
              <a:gd name="connsiteX15" fmla="*/ 1306070 w 1343116"/>
              <a:gd name="connsiteY15" fmla="*/ 876316 h 1479811"/>
              <a:gd name="connsiteX16" fmla="*/ 1343112 w 1343116"/>
              <a:gd name="connsiteY16" fmla="*/ 763075 h 1479811"/>
              <a:gd name="connsiteX17" fmla="*/ 1303954 w 1343116"/>
              <a:gd name="connsiteY17" fmla="*/ 646658 h 1479811"/>
              <a:gd name="connsiteX18" fmla="*/ 1204470 w 1343116"/>
              <a:gd name="connsiteY18" fmla="*/ 614908 h 1479811"/>
              <a:gd name="connsiteX19" fmla="*/ 1121920 w 1343116"/>
              <a:gd name="connsiteY19" fmla="*/ 657241 h 1479811"/>
              <a:gd name="connsiteX20" fmla="*/ 1165312 w 1343116"/>
              <a:gd name="connsiteY20" fmla="*/ 388424 h 1479811"/>
              <a:gd name="connsiteX21" fmla="*/ 1153670 w 1343116"/>
              <a:gd name="connsiteY21" fmla="*/ 180991 h 1479811"/>
              <a:gd name="connsiteX22" fmla="*/ 1125095 w 1343116"/>
              <a:gd name="connsiteY22" fmla="*/ 104791 h 1479811"/>
              <a:gd name="connsiteX23" fmla="*/ 1071120 w 1343116"/>
              <a:gd name="connsiteY23" fmla="*/ 101616 h 1479811"/>
              <a:gd name="connsiteX24" fmla="*/ 975870 w 1343116"/>
              <a:gd name="connsiteY24" fmla="*/ 28591 h 1479811"/>
              <a:gd name="connsiteX25" fmla="*/ 848870 w 1343116"/>
              <a:gd name="connsiteY25" fmla="*/ 16 h 1479811"/>
              <a:gd name="connsiteX26" fmla="*/ 728220 w 1343116"/>
              <a:gd name="connsiteY26" fmla="*/ 31766 h 1479811"/>
              <a:gd name="connsiteX27" fmla="*/ 715520 w 1343116"/>
              <a:gd name="connsiteY27" fmla="*/ 117491 h 1479811"/>
              <a:gd name="connsiteX28" fmla="*/ 750445 w 1343116"/>
              <a:gd name="connsiteY28" fmla="*/ 201100 h 1479811"/>
              <a:gd name="connsiteX29" fmla="*/ 702820 w 1343116"/>
              <a:gd name="connsiteY29" fmla="*/ 272008 h 1479811"/>
              <a:gd name="connsiteX30" fmla="*/ 592752 w 1343116"/>
              <a:gd name="connsiteY30" fmla="*/ 306934 h 1479811"/>
              <a:gd name="connsiteX31" fmla="*/ 468928 w 1343116"/>
              <a:gd name="connsiteY31" fmla="*/ 283649 h 1479811"/>
              <a:gd name="connsiteX32" fmla="*/ 417070 w 1343116"/>
              <a:gd name="connsiteY32" fmla="*/ 188399 h 1479811"/>
              <a:gd name="connsiteX33" fmla="*/ 448820 w 1343116"/>
              <a:gd name="connsiteY33" fmla="*/ 117491 h 1479811"/>
              <a:gd name="connsiteX34" fmla="*/ 432945 w 1343116"/>
              <a:gd name="connsiteY34" fmla="*/ 41291 h 1479811"/>
              <a:gd name="connsiteX35" fmla="*/ 309120 w 1343116"/>
              <a:gd name="connsiteY35" fmla="*/ 38116 h 1479811"/>
              <a:gd name="connsiteX36" fmla="*/ 144020 w 1343116"/>
              <a:gd name="connsiteY36" fmla="*/ 98441 h 1479811"/>
              <a:gd name="connsiteX37" fmla="*/ 38186 w 1343116"/>
              <a:gd name="connsiteY37" fmla="*/ 142891 h 1479811"/>
              <a:gd name="connsiteX38" fmla="*/ 2203 w 1343116"/>
              <a:gd name="connsiteY38" fmla="*/ 203216 h 1479811"/>
              <a:gd name="connsiteX0" fmla="*/ 6877 w 1347790"/>
              <a:gd name="connsiteY0" fmla="*/ 203216 h 1479811"/>
              <a:gd name="connsiteX1" fmla="*/ 8994 w 1347790"/>
              <a:gd name="connsiteY1" fmla="*/ 657241 h 1479811"/>
              <a:gd name="connsiteX2" fmla="*/ 12169 w 1347790"/>
              <a:gd name="connsiteY2" fmla="*/ 968391 h 1479811"/>
              <a:gd name="connsiteX3" fmla="*/ 18519 w 1347790"/>
              <a:gd name="connsiteY3" fmla="*/ 1276366 h 1479811"/>
              <a:gd name="connsiteX4" fmla="*/ 37569 w 1347790"/>
              <a:gd name="connsiteY4" fmla="*/ 1425591 h 1479811"/>
              <a:gd name="connsiteX5" fmla="*/ 135994 w 1347790"/>
              <a:gd name="connsiteY5" fmla="*/ 1476391 h 1479811"/>
              <a:gd name="connsiteX6" fmla="*/ 418569 w 1347790"/>
              <a:gd name="connsiteY6" fmla="*/ 1473216 h 1479811"/>
              <a:gd name="connsiteX7" fmla="*/ 815444 w 1347790"/>
              <a:gd name="connsiteY7" fmla="*/ 1457341 h 1479811"/>
              <a:gd name="connsiteX8" fmla="*/ 1028169 w 1347790"/>
              <a:gd name="connsiteY8" fmla="*/ 1449932 h 1479811"/>
              <a:gd name="connsiteX9" fmla="*/ 1193269 w 1347790"/>
              <a:gd name="connsiteY9" fmla="*/ 1449932 h 1479811"/>
              <a:gd name="connsiteX10" fmla="*/ 1153052 w 1347790"/>
              <a:gd name="connsiteY10" fmla="*/ 1310233 h 1479811"/>
              <a:gd name="connsiteX11" fmla="*/ 1107544 w 1347790"/>
              <a:gd name="connsiteY11" fmla="*/ 1097507 h 1479811"/>
              <a:gd name="connsiteX12" fmla="*/ 1119186 w 1347790"/>
              <a:gd name="connsiteY12" fmla="*/ 962041 h 1479811"/>
              <a:gd name="connsiteX13" fmla="*/ 1160461 w 1347790"/>
              <a:gd name="connsiteY13" fmla="*/ 901716 h 1479811"/>
              <a:gd name="connsiteX14" fmla="*/ 1248302 w 1347790"/>
              <a:gd name="connsiteY14" fmla="*/ 918650 h 1479811"/>
              <a:gd name="connsiteX15" fmla="*/ 1310744 w 1347790"/>
              <a:gd name="connsiteY15" fmla="*/ 876316 h 1479811"/>
              <a:gd name="connsiteX16" fmla="*/ 1347786 w 1347790"/>
              <a:gd name="connsiteY16" fmla="*/ 763075 h 1479811"/>
              <a:gd name="connsiteX17" fmla="*/ 1308628 w 1347790"/>
              <a:gd name="connsiteY17" fmla="*/ 646658 h 1479811"/>
              <a:gd name="connsiteX18" fmla="*/ 1209144 w 1347790"/>
              <a:gd name="connsiteY18" fmla="*/ 614908 h 1479811"/>
              <a:gd name="connsiteX19" fmla="*/ 1126594 w 1347790"/>
              <a:gd name="connsiteY19" fmla="*/ 657241 h 1479811"/>
              <a:gd name="connsiteX20" fmla="*/ 1169986 w 1347790"/>
              <a:gd name="connsiteY20" fmla="*/ 388424 h 1479811"/>
              <a:gd name="connsiteX21" fmla="*/ 1158344 w 1347790"/>
              <a:gd name="connsiteY21" fmla="*/ 180991 h 1479811"/>
              <a:gd name="connsiteX22" fmla="*/ 1129769 w 1347790"/>
              <a:gd name="connsiteY22" fmla="*/ 104791 h 1479811"/>
              <a:gd name="connsiteX23" fmla="*/ 1075794 w 1347790"/>
              <a:gd name="connsiteY23" fmla="*/ 101616 h 1479811"/>
              <a:gd name="connsiteX24" fmla="*/ 980544 w 1347790"/>
              <a:gd name="connsiteY24" fmla="*/ 28591 h 1479811"/>
              <a:gd name="connsiteX25" fmla="*/ 853544 w 1347790"/>
              <a:gd name="connsiteY25" fmla="*/ 16 h 1479811"/>
              <a:gd name="connsiteX26" fmla="*/ 732894 w 1347790"/>
              <a:gd name="connsiteY26" fmla="*/ 31766 h 1479811"/>
              <a:gd name="connsiteX27" fmla="*/ 720194 w 1347790"/>
              <a:gd name="connsiteY27" fmla="*/ 117491 h 1479811"/>
              <a:gd name="connsiteX28" fmla="*/ 755119 w 1347790"/>
              <a:gd name="connsiteY28" fmla="*/ 201100 h 1479811"/>
              <a:gd name="connsiteX29" fmla="*/ 707494 w 1347790"/>
              <a:gd name="connsiteY29" fmla="*/ 272008 h 1479811"/>
              <a:gd name="connsiteX30" fmla="*/ 597426 w 1347790"/>
              <a:gd name="connsiteY30" fmla="*/ 306934 h 1479811"/>
              <a:gd name="connsiteX31" fmla="*/ 473602 w 1347790"/>
              <a:gd name="connsiteY31" fmla="*/ 283649 h 1479811"/>
              <a:gd name="connsiteX32" fmla="*/ 421744 w 1347790"/>
              <a:gd name="connsiteY32" fmla="*/ 188399 h 1479811"/>
              <a:gd name="connsiteX33" fmla="*/ 453494 w 1347790"/>
              <a:gd name="connsiteY33" fmla="*/ 117491 h 1479811"/>
              <a:gd name="connsiteX34" fmla="*/ 437619 w 1347790"/>
              <a:gd name="connsiteY34" fmla="*/ 41291 h 1479811"/>
              <a:gd name="connsiteX35" fmla="*/ 313794 w 1347790"/>
              <a:gd name="connsiteY35" fmla="*/ 38116 h 1479811"/>
              <a:gd name="connsiteX36" fmla="*/ 148694 w 1347790"/>
              <a:gd name="connsiteY36" fmla="*/ 98441 h 1479811"/>
              <a:gd name="connsiteX37" fmla="*/ 42860 w 1347790"/>
              <a:gd name="connsiteY37" fmla="*/ 142891 h 1479811"/>
              <a:gd name="connsiteX38" fmla="*/ 6877 w 1347790"/>
              <a:gd name="connsiteY38" fmla="*/ 203216 h 1479811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1744 w 1347790"/>
              <a:gd name="connsiteY32" fmla="*/ 188397 h 1479809"/>
              <a:gd name="connsiteX33" fmla="*/ 45349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349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699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19186 w 1347790"/>
              <a:gd name="connsiteY20" fmla="*/ 388422 h 1479809"/>
              <a:gd name="connsiteX21" fmla="*/ 115834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119186 w 1347790"/>
              <a:gd name="connsiteY20" fmla="*/ 388422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126594 w 1347790"/>
              <a:gd name="connsiteY19" fmla="*/ 657239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119186 w 1347790"/>
              <a:gd name="connsiteY12" fmla="*/ 96203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0461 w 1347790"/>
              <a:gd name="connsiteY13" fmla="*/ 9017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3636 w 1347790"/>
              <a:gd name="connsiteY13" fmla="*/ 914414 h 1479809"/>
              <a:gd name="connsiteX14" fmla="*/ 1248302 w 1347790"/>
              <a:gd name="connsiteY14" fmla="*/ 91864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790"/>
              <a:gd name="connsiteY0" fmla="*/ 203214 h 1479809"/>
              <a:gd name="connsiteX1" fmla="*/ 8994 w 1347790"/>
              <a:gd name="connsiteY1" fmla="*/ 657239 h 1479809"/>
              <a:gd name="connsiteX2" fmla="*/ 12169 w 1347790"/>
              <a:gd name="connsiteY2" fmla="*/ 968389 h 1479809"/>
              <a:gd name="connsiteX3" fmla="*/ 18519 w 1347790"/>
              <a:gd name="connsiteY3" fmla="*/ 1276364 h 1479809"/>
              <a:gd name="connsiteX4" fmla="*/ 37569 w 1347790"/>
              <a:gd name="connsiteY4" fmla="*/ 1425589 h 1479809"/>
              <a:gd name="connsiteX5" fmla="*/ 135994 w 1347790"/>
              <a:gd name="connsiteY5" fmla="*/ 1476389 h 1479809"/>
              <a:gd name="connsiteX6" fmla="*/ 418569 w 1347790"/>
              <a:gd name="connsiteY6" fmla="*/ 1473214 h 1479809"/>
              <a:gd name="connsiteX7" fmla="*/ 815444 w 1347790"/>
              <a:gd name="connsiteY7" fmla="*/ 1457339 h 1479809"/>
              <a:gd name="connsiteX8" fmla="*/ 1028169 w 1347790"/>
              <a:gd name="connsiteY8" fmla="*/ 1449930 h 1479809"/>
              <a:gd name="connsiteX9" fmla="*/ 1193269 w 1347790"/>
              <a:gd name="connsiteY9" fmla="*/ 1449930 h 1479809"/>
              <a:gd name="connsiteX10" fmla="*/ 1153052 w 1347790"/>
              <a:gd name="connsiteY10" fmla="*/ 1310231 h 1479809"/>
              <a:gd name="connsiteX11" fmla="*/ 1107544 w 1347790"/>
              <a:gd name="connsiteY11" fmla="*/ 1097505 h 1479809"/>
              <a:gd name="connsiteX12" fmla="*/ 1096961 w 1347790"/>
              <a:gd name="connsiteY12" fmla="*/ 955689 h 1479809"/>
              <a:gd name="connsiteX13" fmla="*/ 1163636 w 1347790"/>
              <a:gd name="connsiteY13" fmla="*/ 914414 h 1479809"/>
              <a:gd name="connsiteX14" fmla="*/ 1241952 w 1347790"/>
              <a:gd name="connsiteY14" fmla="*/ 937698 h 1479809"/>
              <a:gd name="connsiteX15" fmla="*/ 1310744 w 1347790"/>
              <a:gd name="connsiteY15" fmla="*/ 876314 h 1479809"/>
              <a:gd name="connsiteX16" fmla="*/ 1347786 w 1347790"/>
              <a:gd name="connsiteY16" fmla="*/ 763073 h 1479809"/>
              <a:gd name="connsiteX17" fmla="*/ 1308628 w 1347790"/>
              <a:gd name="connsiteY17" fmla="*/ 646656 h 1479809"/>
              <a:gd name="connsiteX18" fmla="*/ 1209144 w 1347790"/>
              <a:gd name="connsiteY18" fmla="*/ 614906 h 1479809"/>
              <a:gd name="connsiteX19" fmla="*/ 1094844 w 1347790"/>
              <a:gd name="connsiteY19" fmla="*/ 654064 h 1479809"/>
              <a:gd name="connsiteX20" fmla="*/ 1077911 w 1347790"/>
              <a:gd name="connsiteY20" fmla="*/ 423347 h 1479809"/>
              <a:gd name="connsiteX21" fmla="*/ 1126594 w 1347790"/>
              <a:gd name="connsiteY21" fmla="*/ 180989 h 1479809"/>
              <a:gd name="connsiteX22" fmla="*/ 1129769 w 1347790"/>
              <a:gd name="connsiteY22" fmla="*/ 104789 h 1479809"/>
              <a:gd name="connsiteX23" fmla="*/ 1075794 w 1347790"/>
              <a:gd name="connsiteY23" fmla="*/ 86797 h 1479809"/>
              <a:gd name="connsiteX24" fmla="*/ 980544 w 1347790"/>
              <a:gd name="connsiteY24" fmla="*/ 28589 h 1479809"/>
              <a:gd name="connsiteX25" fmla="*/ 853544 w 1347790"/>
              <a:gd name="connsiteY25" fmla="*/ 14 h 1479809"/>
              <a:gd name="connsiteX26" fmla="*/ 732894 w 1347790"/>
              <a:gd name="connsiteY26" fmla="*/ 31764 h 1479809"/>
              <a:gd name="connsiteX27" fmla="*/ 720194 w 1347790"/>
              <a:gd name="connsiteY27" fmla="*/ 117489 h 1479809"/>
              <a:gd name="connsiteX28" fmla="*/ 755119 w 1347790"/>
              <a:gd name="connsiteY28" fmla="*/ 201098 h 1479809"/>
              <a:gd name="connsiteX29" fmla="*/ 707494 w 1347790"/>
              <a:gd name="connsiteY29" fmla="*/ 272006 h 1479809"/>
              <a:gd name="connsiteX30" fmla="*/ 597426 w 1347790"/>
              <a:gd name="connsiteY30" fmla="*/ 306932 h 1479809"/>
              <a:gd name="connsiteX31" fmla="*/ 473602 w 1347790"/>
              <a:gd name="connsiteY31" fmla="*/ 283647 h 1479809"/>
              <a:gd name="connsiteX32" fmla="*/ 428094 w 1347790"/>
              <a:gd name="connsiteY32" fmla="*/ 194747 h 1479809"/>
              <a:gd name="connsiteX33" fmla="*/ 459844 w 1347790"/>
              <a:gd name="connsiteY33" fmla="*/ 117489 h 1479809"/>
              <a:gd name="connsiteX34" fmla="*/ 437619 w 1347790"/>
              <a:gd name="connsiteY34" fmla="*/ 41289 h 1479809"/>
              <a:gd name="connsiteX35" fmla="*/ 313794 w 1347790"/>
              <a:gd name="connsiteY35" fmla="*/ 38114 h 1479809"/>
              <a:gd name="connsiteX36" fmla="*/ 148694 w 1347790"/>
              <a:gd name="connsiteY36" fmla="*/ 98439 h 1479809"/>
              <a:gd name="connsiteX37" fmla="*/ 42860 w 1347790"/>
              <a:gd name="connsiteY37" fmla="*/ 142889 h 1479809"/>
              <a:gd name="connsiteX38" fmla="*/ 6877 w 1347790"/>
              <a:gd name="connsiteY38" fmla="*/ 203214 h 1479809"/>
              <a:gd name="connsiteX0" fmla="*/ 6877 w 1347848"/>
              <a:gd name="connsiteY0" fmla="*/ 203214 h 1479809"/>
              <a:gd name="connsiteX1" fmla="*/ 8994 w 1347848"/>
              <a:gd name="connsiteY1" fmla="*/ 657239 h 1479809"/>
              <a:gd name="connsiteX2" fmla="*/ 12169 w 1347848"/>
              <a:gd name="connsiteY2" fmla="*/ 968389 h 1479809"/>
              <a:gd name="connsiteX3" fmla="*/ 18519 w 1347848"/>
              <a:gd name="connsiteY3" fmla="*/ 1276364 h 1479809"/>
              <a:gd name="connsiteX4" fmla="*/ 37569 w 1347848"/>
              <a:gd name="connsiteY4" fmla="*/ 1425589 h 1479809"/>
              <a:gd name="connsiteX5" fmla="*/ 135994 w 1347848"/>
              <a:gd name="connsiteY5" fmla="*/ 1476389 h 1479809"/>
              <a:gd name="connsiteX6" fmla="*/ 418569 w 1347848"/>
              <a:gd name="connsiteY6" fmla="*/ 1473214 h 1479809"/>
              <a:gd name="connsiteX7" fmla="*/ 815444 w 1347848"/>
              <a:gd name="connsiteY7" fmla="*/ 1457339 h 1479809"/>
              <a:gd name="connsiteX8" fmla="*/ 1028169 w 1347848"/>
              <a:gd name="connsiteY8" fmla="*/ 1449930 h 1479809"/>
              <a:gd name="connsiteX9" fmla="*/ 1193269 w 1347848"/>
              <a:gd name="connsiteY9" fmla="*/ 1449930 h 1479809"/>
              <a:gd name="connsiteX10" fmla="*/ 1153052 w 1347848"/>
              <a:gd name="connsiteY10" fmla="*/ 1310231 h 1479809"/>
              <a:gd name="connsiteX11" fmla="*/ 1107544 w 1347848"/>
              <a:gd name="connsiteY11" fmla="*/ 1097505 h 1479809"/>
              <a:gd name="connsiteX12" fmla="*/ 1096961 w 1347848"/>
              <a:gd name="connsiteY12" fmla="*/ 955689 h 1479809"/>
              <a:gd name="connsiteX13" fmla="*/ 1163636 w 1347848"/>
              <a:gd name="connsiteY13" fmla="*/ 914414 h 1479809"/>
              <a:gd name="connsiteX14" fmla="*/ 1241952 w 1347848"/>
              <a:gd name="connsiteY14" fmla="*/ 937698 h 1479809"/>
              <a:gd name="connsiteX15" fmla="*/ 1301219 w 1347848"/>
              <a:gd name="connsiteY15" fmla="*/ 876314 h 1479809"/>
              <a:gd name="connsiteX16" fmla="*/ 1347786 w 1347848"/>
              <a:gd name="connsiteY16" fmla="*/ 763073 h 1479809"/>
              <a:gd name="connsiteX17" fmla="*/ 1308628 w 1347848"/>
              <a:gd name="connsiteY17" fmla="*/ 646656 h 1479809"/>
              <a:gd name="connsiteX18" fmla="*/ 1209144 w 1347848"/>
              <a:gd name="connsiteY18" fmla="*/ 614906 h 1479809"/>
              <a:gd name="connsiteX19" fmla="*/ 1094844 w 1347848"/>
              <a:gd name="connsiteY19" fmla="*/ 654064 h 1479809"/>
              <a:gd name="connsiteX20" fmla="*/ 1077911 w 1347848"/>
              <a:gd name="connsiteY20" fmla="*/ 423347 h 1479809"/>
              <a:gd name="connsiteX21" fmla="*/ 1126594 w 1347848"/>
              <a:gd name="connsiteY21" fmla="*/ 180989 h 1479809"/>
              <a:gd name="connsiteX22" fmla="*/ 1129769 w 1347848"/>
              <a:gd name="connsiteY22" fmla="*/ 104789 h 1479809"/>
              <a:gd name="connsiteX23" fmla="*/ 1075794 w 1347848"/>
              <a:gd name="connsiteY23" fmla="*/ 86797 h 1479809"/>
              <a:gd name="connsiteX24" fmla="*/ 980544 w 1347848"/>
              <a:gd name="connsiteY24" fmla="*/ 28589 h 1479809"/>
              <a:gd name="connsiteX25" fmla="*/ 853544 w 1347848"/>
              <a:gd name="connsiteY25" fmla="*/ 14 h 1479809"/>
              <a:gd name="connsiteX26" fmla="*/ 732894 w 1347848"/>
              <a:gd name="connsiteY26" fmla="*/ 31764 h 1479809"/>
              <a:gd name="connsiteX27" fmla="*/ 720194 w 1347848"/>
              <a:gd name="connsiteY27" fmla="*/ 117489 h 1479809"/>
              <a:gd name="connsiteX28" fmla="*/ 755119 w 1347848"/>
              <a:gd name="connsiteY28" fmla="*/ 201098 h 1479809"/>
              <a:gd name="connsiteX29" fmla="*/ 707494 w 1347848"/>
              <a:gd name="connsiteY29" fmla="*/ 272006 h 1479809"/>
              <a:gd name="connsiteX30" fmla="*/ 597426 w 1347848"/>
              <a:gd name="connsiteY30" fmla="*/ 306932 h 1479809"/>
              <a:gd name="connsiteX31" fmla="*/ 473602 w 1347848"/>
              <a:gd name="connsiteY31" fmla="*/ 283647 h 1479809"/>
              <a:gd name="connsiteX32" fmla="*/ 428094 w 1347848"/>
              <a:gd name="connsiteY32" fmla="*/ 194747 h 1479809"/>
              <a:gd name="connsiteX33" fmla="*/ 459844 w 1347848"/>
              <a:gd name="connsiteY33" fmla="*/ 117489 h 1479809"/>
              <a:gd name="connsiteX34" fmla="*/ 437619 w 1347848"/>
              <a:gd name="connsiteY34" fmla="*/ 41289 h 1479809"/>
              <a:gd name="connsiteX35" fmla="*/ 313794 w 1347848"/>
              <a:gd name="connsiteY35" fmla="*/ 38114 h 1479809"/>
              <a:gd name="connsiteX36" fmla="*/ 148694 w 1347848"/>
              <a:gd name="connsiteY36" fmla="*/ 98439 h 1479809"/>
              <a:gd name="connsiteX37" fmla="*/ 42860 w 1347848"/>
              <a:gd name="connsiteY37" fmla="*/ 142889 h 1479809"/>
              <a:gd name="connsiteX38" fmla="*/ 6877 w 1347848"/>
              <a:gd name="connsiteY38" fmla="*/ 203214 h 1479809"/>
              <a:gd name="connsiteX0" fmla="*/ 6877 w 1316660"/>
              <a:gd name="connsiteY0" fmla="*/ 203214 h 1479809"/>
              <a:gd name="connsiteX1" fmla="*/ 8994 w 1316660"/>
              <a:gd name="connsiteY1" fmla="*/ 657239 h 1479809"/>
              <a:gd name="connsiteX2" fmla="*/ 12169 w 1316660"/>
              <a:gd name="connsiteY2" fmla="*/ 968389 h 1479809"/>
              <a:gd name="connsiteX3" fmla="*/ 18519 w 1316660"/>
              <a:gd name="connsiteY3" fmla="*/ 1276364 h 1479809"/>
              <a:gd name="connsiteX4" fmla="*/ 37569 w 1316660"/>
              <a:gd name="connsiteY4" fmla="*/ 1425589 h 1479809"/>
              <a:gd name="connsiteX5" fmla="*/ 135994 w 1316660"/>
              <a:gd name="connsiteY5" fmla="*/ 1476389 h 1479809"/>
              <a:gd name="connsiteX6" fmla="*/ 418569 w 1316660"/>
              <a:gd name="connsiteY6" fmla="*/ 1473214 h 1479809"/>
              <a:gd name="connsiteX7" fmla="*/ 815444 w 1316660"/>
              <a:gd name="connsiteY7" fmla="*/ 1457339 h 1479809"/>
              <a:gd name="connsiteX8" fmla="*/ 1028169 w 1316660"/>
              <a:gd name="connsiteY8" fmla="*/ 1449930 h 1479809"/>
              <a:gd name="connsiteX9" fmla="*/ 1193269 w 1316660"/>
              <a:gd name="connsiteY9" fmla="*/ 1449930 h 1479809"/>
              <a:gd name="connsiteX10" fmla="*/ 1153052 w 1316660"/>
              <a:gd name="connsiteY10" fmla="*/ 1310231 h 1479809"/>
              <a:gd name="connsiteX11" fmla="*/ 1107544 w 1316660"/>
              <a:gd name="connsiteY11" fmla="*/ 1097505 h 1479809"/>
              <a:gd name="connsiteX12" fmla="*/ 1096961 w 1316660"/>
              <a:gd name="connsiteY12" fmla="*/ 955689 h 1479809"/>
              <a:gd name="connsiteX13" fmla="*/ 1163636 w 1316660"/>
              <a:gd name="connsiteY13" fmla="*/ 914414 h 1479809"/>
              <a:gd name="connsiteX14" fmla="*/ 1241952 w 1316660"/>
              <a:gd name="connsiteY14" fmla="*/ 937698 h 1479809"/>
              <a:gd name="connsiteX15" fmla="*/ 1301219 w 1316660"/>
              <a:gd name="connsiteY15" fmla="*/ 876314 h 1479809"/>
              <a:gd name="connsiteX16" fmla="*/ 1309686 w 1316660"/>
              <a:gd name="connsiteY16" fmla="*/ 813873 h 1479809"/>
              <a:gd name="connsiteX17" fmla="*/ 1308628 w 1316660"/>
              <a:gd name="connsiteY17" fmla="*/ 646656 h 1479809"/>
              <a:gd name="connsiteX18" fmla="*/ 1209144 w 1316660"/>
              <a:gd name="connsiteY18" fmla="*/ 614906 h 1479809"/>
              <a:gd name="connsiteX19" fmla="*/ 1094844 w 1316660"/>
              <a:gd name="connsiteY19" fmla="*/ 654064 h 1479809"/>
              <a:gd name="connsiteX20" fmla="*/ 1077911 w 1316660"/>
              <a:gd name="connsiteY20" fmla="*/ 423347 h 1479809"/>
              <a:gd name="connsiteX21" fmla="*/ 1126594 w 1316660"/>
              <a:gd name="connsiteY21" fmla="*/ 180989 h 1479809"/>
              <a:gd name="connsiteX22" fmla="*/ 1129769 w 1316660"/>
              <a:gd name="connsiteY22" fmla="*/ 104789 h 1479809"/>
              <a:gd name="connsiteX23" fmla="*/ 1075794 w 1316660"/>
              <a:gd name="connsiteY23" fmla="*/ 86797 h 1479809"/>
              <a:gd name="connsiteX24" fmla="*/ 980544 w 1316660"/>
              <a:gd name="connsiteY24" fmla="*/ 28589 h 1479809"/>
              <a:gd name="connsiteX25" fmla="*/ 853544 w 1316660"/>
              <a:gd name="connsiteY25" fmla="*/ 14 h 1479809"/>
              <a:gd name="connsiteX26" fmla="*/ 732894 w 1316660"/>
              <a:gd name="connsiteY26" fmla="*/ 31764 h 1479809"/>
              <a:gd name="connsiteX27" fmla="*/ 720194 w 1316660"/>
              <a:gd name="connsiteY27" fmla="*/ 117489 h 1479809"/>
              <a:gd name="connsiteX28" fmla="*/ 755119 w 1316660"/>
              <a:gd name="connsiteY28" fmla="*/ 201098 h 1479809"/>
              <a:gd name="connsiteX29" fmla="*/ 707494 w 1316660"/>
              <a:gd name="connsiteY29" fmla="*/ 272006 h 1479809"/>
              <a:gd name="connsiteX30" fmla="*/ 597426 w 1316660"/>
              <a:gd name="connsiteY30" fmla="*/ 306932 h 1479809"/>
              <a:gd name="connsiteX31" fmla="*/ 473602 w 1316660"/>
              <a:gd name="connsiteY31" fmla="*/ 283647 h 1479809"/>
              <a:gd name="connsiteX32" fmla="*/ 428094 w 1316660"/>
              <a:gd name="connsiteY32" fmla="*/ 194747 h 1479809"/>
              <a:gd name="connsiteX33" fmla="*/ 459844 w 1316660"/>
              <a:gd name="connsiteY33" fmla="*/ 117489 h 1479809"/>
              <a:gd name="connsiteX34" fmla="*/ 437619 w 1316660"/>
              <a:gd name="connsiteY34" fmla="*/ 41289 h 1479809"/>
              <a:gd name="connsiteX35" fmla="*/ 313794 w 1316660"/>
              <a:gd name="connsiteY35" fmla="*/ 38114 h 1479809"/>
              <a:gd name="connsiteX36" fmla="*/ 148694 w 1316660"/>
              <a:gd name="connsiteY36" fmla="*/ 98439 h 1479809"/>
              <a:gd name="connsiteX37" fmla="*/ 42860 w 1316660"/>
              <a:gd name="connsiteY37" fmla="*/ 142889 h 1479809"/>
              <a:gd name="connsiteX38" fmla="*/ 6877 w 1316660"/>
              <a:gd name="connsiteY38" fmla="*/ 203214 h 1479809"/>
              <a:gd name="connsiteX0" fmla="*/ 6877 w 1333664"/>
              <a:gd name="connsiteY0" fmla="*/ 203214 h 1479809"/>
              <a:gd name="connsiteX1" fmla="*/ 8994 w 1333664"/>
              <a:gd name="connsiteY1" fmla="*/ 657239 h 1479809"/>
              <a:gd name="connsiteX2" fmla="*/ 12169 w 1333664"/>
              <a:gd name="connsiteY2" fmla="*/ 968389 h 1479809"/>
              <a:gd name="connsiteX3" fmla="*/ 18519 w 1333664"/>
              <a:gd name="connsiteY3" fmla="*/ 1276364 h 1479809"/>
              <a:gd name="connsiteX4" fmla="*/ 37569 w 1333664"/>
              <a:gd name="connsiteY4" fmla="*/ 1425589 h 1479809"/>
              <a:gd name="connsiteX5" fmla="*/ 135994 w 1333664"/>
              <a:gd name="connsiteY5" fmla="*/ 1476389 h 1479809"/>
              <a:gd name="connsiteX6" fmla="*/ 418569 w 1333664"/>
              <a:gd name="connsiteY6" fmla="*/ 1473214 h 1479809"/>
              <a:gd name="connsiteX7" fmla="*/ 815444 w 1333664"/>
              <a:gd name="connsiteY7" fmla="*/ 1457339 h 1479809"/>
              <a:gd name="connsiteX8" fmla="*/ 1028169 w 1333664"/>
              <a:gd name="connsiteY8" fmla="*/ 1449930 h 1479809"/>
              <a:gd name="connsiteX9" fmla="*/ 1193269 w 1333664"/>
              <a:gd name="connsiteY9" fmla="*/ 1449930 h 1479809"/>
              <a:gd name="connsiteX10" fmla="*/ 1153052 w 1333664"/>
              <a:gd name="connsiteY10" fmla="*/ 1310231 h 1479809"/>
              <a:gd name="connsiteX11" fmla="*/ 1107544 w 1333664"/>
              <a:gd name="connsiteY11" fmla="*/ 1097505 h 1479809"/>
              <a:gd name="connsiteX12" fmla="*/ 1096961 w 1333664"/>
              <a:gd name="connsiteY12" fmla="*/ 955689 h 1479809"/>
              <a:gd name="connsiteX13" fmla="*/ 1163636 w 1333664"/>
              <a:gd name="connsiteY13" fmla="*/ 914414 h 1479809"/>
              <a:gd name="connsiteX14" fmla="*/ 1241952 w 1333664"/>
              <a:gd name="connsiteY14" fmla="*/ 937698 h 1479809"/>
              <a:gd name="connsiteX15" fmla="*/ 1301219 w 1333664"/>
              <a:gd name="connsiteY15" fmla="*/ 876314 h 1479809"/>
              <a:gd name="connsiteX16" fmla="*/ 1333498 w 1333664"/>
              <a:gd name="connsiteY16" fmla="*/ 786885 h 1479809"/>
              <a:gd name="connsiteX17" fmla="*/ 1308628 w 1333664"/>
              <a:gd name="connsiteY17" fmla="*/ 646656 h 1479809"/>
              <a:gd name="connsiteX18" fmla="*/ 1209144 w 1333664"/>
              <a:gd name="connsiteY18" fmla="*/ 614906 h 1479809"/>
              <a:gd name="connsiteX19" fmla="*/ 1094844 w 1333664"/>
              <a:gd name="connsiteY19" fmla="*/ 654064 h 1479809"/>
              <a:gd name="connsiteX20" fmla="*/ 1077911 w 1333664"/>
              <a:gd name="connsiteY20" fmla="*/ 423347 h 1479809"/>
              <a:gd name="connsiteX21" fmla="*/ 1126594 w 1333664"/>
              <a:gd name="connsiteY21" fmla="*/ 180989 h 1479809"/>
              <a:gd name="connsiteX22" fmla="*/ 1129769 w 1333664"/>
              <a:gd name="connsiteY22" fmla="*/ 104789 h 1479809"/>
              <a:gd name="connsiteX23" fmla="*/ 1075794 w 1333664"/>
              <a:gd name="connsiteY23" fmla="*/ 86797 h 1479809"/>
              <a:gd name="connsiteX24" fmla="*/ 980544 w 1333664"/>
              <a:gd name="connsiteY24" fmla="*/ 28589 h 1479809"/>
              <a:gd name="connsiteX25" fmla="*/ 853544 w 1333664"/>
              <a:gd name="connsiteY25" fmla="*/ 14 h 1479809"/>
              <a:gd name="connsiteX26" fmla="*/ 732894 w 1333664"/>
              <a:gd name="connsiteY26" fmla="*/ 31764 h 1479809"/>
              <a:gd name="connsiteX27" fmla="*/ 720194 w 1333664"/>
              <a:gd name="connsiteY27" fmla="*/ 117489 h 1479809"/>
              <a:gd name="connsiteX28" fmla="*/ 755119 w 1333664"/>
              <a:gd name="connsiteY28" fmla="*/ 201098 h 1479809"/>
              <a:gd name="connsiteX29" fmla="*/ 707494 w 1333664"/>
              <a:gd name="connsiteY29" fmla="*/ 272006 h 1479809"/>
              <a:gd name="connsiteX30" fmla="*/ 597426 w 1333664"/>
              <a:gd name="connsiteY30" fmla="*/ 306932 h 1479809"/>
              <a:gd name="connsiteX31" fmla="*/ 473602 w 1333664"/>
              <a:gd name="connsiteY31" fmla="*/ 283647 h 1479809"/>
              <a:gd name="connsiteX32" fmla="*/ 428094 w 1333664"/>
              <a:gd name="connsiteY32" fmla="*/ 194747 h 1479809"/>
              <a:gd name="connsiteX33" fmla="*/ 459844 w 1333664"/>
              <a:gd name="connsiteY33" fmla="*/ 117489 h 1479809"/>
              <a:gd name="connsiteX34" fmla="*/ 437619 w 1333664"/>
              <a:gd name="connsiteY34" fmla="*/ 41289 h 1479809"/>
              <a:gd name="connsiteX35" fmla="*/ 313794 w 1333664"/>
              <a:gd name="connsiteY35" fmla="*/ 38114 h 1479809"/>
              <a:gd name="connsiteX36" fmla="*/ 148694 w 1333664"/>
              <a:gd name="connsiteY36" fmla="*/ 98439 h 1479809"/>
              <a:gd name="connsiteX37" fmla="*/ 42860 w 1333664"/>
              <a:gd name="connsiteY37" fmla="*/ 142889 h 1479809"/>
              <a:gd name="connsiteX38" fmla="*/ 6877 w 1333664"/>
              <a:gd name="connsiteY38" fmla="*/ 203214 h 1479809"/>
              <a:gd name="connsiteX0" fmla="*/ 6877 w 1324820"/>
              <a:gd name="connsiteY0" fmla="*/ 203214 h 1479809"/>
              <a:gd name="connsiteX1" fmla="*/ 8994 w 1324820"/>
              <a:gd name="connsiteY1" fmla="*/ 657239 h 1479809"/>
              <a:gd name="connsiteX2" fmla="*/ 12169 w 1324820"/>
              <a:gd name="connsiteY2" fmla="*/ 968389 h 1479809"/>
              <a:gd name="connsiteX3" fmla="*/ 18519 w 1324820"/>
              <a:gd name="connsiteY3" fmla="*/ 1276364 h 1479809"/>
              <a:gd name="connsiteX4" fmla="*/ 37569 w 1324820"/>
              <a:gd name="connsiteY4" fmla="*/ 1425589 h 1479809"/>
              <a:gd name="connsiteX5" fmla="*/ 135994 w 1324820"/>
              <a:gd name="connsiteY5" fmla="*/ 1476389 h 1479809"/>
              <a:gd name="connsiteX6" fmla="*/ 418569 w 1324820"/>
              <a:gd name="connsiteY6" fmla="*/ 1473214 h 1479809"/>
              <a:gd name="connsiteX7" fmla="*/ 815444 w 1324820"/>
              <a:gd name="connsiteY7" fmla="*/ 1457339 h 1479809"/>
              <a:gd name="connsiteX8" fmla="*/ 1028169 w 1324820"/>
              <a:gd name="connsiteY8" fmla="*/ 1449930 h 1479809"/>
              <a:gd name="connsiteX9" fmla="*/ 1193269 w 1324820"/>
              <a:gd name="connsiteY9" fmla="*/ 1449930 h 1479809"/>
              <a:gd name="connsiteX10" fmla="*/ 1153052 w 1324820"/>
              <a:gd name="connsiteY10" fmla="*/ 1310231 h 1479809"/>
              <a:gd name="connsiteX11" fmla="*/ 1107544 w 1324820"/>
              <a:gd name="connsiteY11" fmla="*/ 1097505 h 1479809"/>
              <a:gd name="connsiteX12" fmla="*/ 1096961 w 1324820"/>
              <a:gd name="connsiteY12" fmla="*/ 955689 h 1479809"/>
              <a:gd name="connsiteX13" fmla="*/ 1163636 w 1324820"/>
              <a:gd name="connsiteY13" fmla="*/ 914414 h 1479809"/>
              <a:gd name="connsiteX14" fmla="*/ 1241952 w 1324820"/>
              <a:gd name="connsiteY14" fmla="*/ 937698 h 1479809"/>
              <a:gd name="connsiteX15" fmla="*/ 1301219 w 1324820"/>
              <a:gd name="connsiteY15" fmla="*/ 876314 h 1479809"/>
              <a:gd name="connsiteX16" fmla="*/ 1323973 w 1324820"/>
              <a:gd name="connsiteY16" fmla="*/ 786885 h 1479809"/>
              <a:gd name="connsiteX17" fmla="*/ 1308628 w 1324820"/>
              <a:gd name="connsiteY17" fmla="*/ 646656 h 1479809"/>
              <a:gd name="connsiteX18" fmla="*/ 1209144 w 1324820"/>
              <a:gd name="connsiteY18" fmla="*/ 614906 h 1479809"/>
              <a:gd name="connsiteX19" fmla="*/ 1094844 w 1324820"/>
              <a:gd name="connsiteY19" fmla="*/ 654064 h 1479809"/>
              <a:gd name="connsiteX20" fmla="*/ 1077911 w 1324820"/>
              <a:gd name="connsiteY20" fmla="*/ 423347 h 1479809"/>
              <a:gd name="connsiteX21" fmla="*/ 1126594 w 1324820"/>
              <a:gd name="connsiteY21" fmla="*/ 180989 h 1479809"/>
              <a:gd name="connsiteX22" fmla="*/ 1129769 w 1324820"/>
              <a:gd name="connsiteY22" fmla="*/ 104789 h 1479809"/>
              <a:gd name="connsiteX23" fmla="*/ 1075794 w 1324820"/>
              <a:gd name="connsiteY23" fmla="*/ 86797 h 1479809"/>
              <a:gd name="connsiteX24" fmla="*/ 980544 w 1324820"/>
              <a:gd name="connsiteY24" fmla="*/ 28589 h 1479809"/>
              <a:gd name="connsiteX25" fmla="*/ 853544 w 1324820"/>
              <a:gd name="connsiteY25" fmla="*/ 14 h 1479809"/>
              <a:gd name="connsiteX26" fmla="*/ 732894 w 1324820"/>
              <a:gd name="connsiteY26" fmla="*/ 31764 h 1479809"/>
              <a:gd name="connsiteX27" fmla="*/ 720194 w 1324820"/>
              <a:gd name="connsiteY27" fmla="*/ 117489 h 1479809"/>
              <a:gd name="connsiteX28" fmla="*/ 755119 w 1324820"/>
              <a:gd name="connsiteY28" fmla="*/ 201098 h 1479809"/>
              <a:gd name="connsiteX29" fmla="*/ 707494 w 1324820"/>
              <a:gd name="connsiteY29" fmla="*/ 272006 h 1479809"/>
              <a:gd name="connsiteX30" fmla="*/ 597426 w 1324820"/>
              <a:gd name="connsiteY30" fmla="*/ 306932 h 1479809"/>
              <a:gd name="connsiteX31" fmla="*/ 473602 w 1324820"/>
              <a:gd name="connsiteY31" fmla="*/ 283647 h 1479809"/>
              <a:gd name="connsiteX32" fmla="*/ 428094 w 1324820"/>
              <a:gd name="connsiteY32" fmla="*/ 194747 h 1479809"/>
              <a:gd name="connsiteX33" fmla="*/ 459844 w 1324820"/>
              <a:gd name="connsiteY33" fmla="*/ 117489 h 1479809"/>
              <a:gd name="connsiteX34" fmla="*/ 437619 w 1324820"/>
              <a:gd name="connsiteY34" fmla="*/ 41289 h 1479809"/>
              <a:gd name="connsiteX35" fmla="*/ 313794 w 1324820"/>
              <a:gd name="connsiteY35" fmla="*/ 38114 h 1479809"/>
              <a:gd name="connsiteX36" fmla="*/ 148694 w 1324820"/>
              <a:gd name="connsiteY36" fmla="*/ 98439 h 1479809"/>
              <a:gd name="connsiteX37" fmla="*/ 42860 w 1324820"/>
              <a:gd name="connsiteY37" fmla="*/ 142889 h 1479809"/>
              <a:gd name="connsiteX38" fmla="*/ 6877 w 1324820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209144 w 1324195"/>
              <a:gd name="connsiteY18" fmla="*/ 614906 h 1479809"/>
              <a:gd name="connsiteX19" fmla="*/ 1094844 w 1324195"/>
              <a:gd name="connsiteY19" fmla="*/ 654064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209144 w 1324195"/>
              <a:gd name="connsiteY18" fmla="*/ 614906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63636 w 1324195"/>
              <a:gd name="connsiteY13" fmla="*/ 914414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376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630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83744 w 1324195"/>
              <a:gd name="connsiteY18" fmla="*/ 6180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241952 w 1324195"/>
              <a:gd name="connsiteY14" fmla="*/ 963098 h 1479809"/>
              <a:gd name="connsiteX15" fmla="*/ 1301219 w 1324195"/>
              <a:gd name="connsiteY15" fmla="*/ 876314 h 1479809"/>
              <a:gd name="connsiteX16" fmla="*/ 1323973 w 1324195"/>
              <a:gd name="connsiteY16" fmla="*/ 786885 h 1479809"/>
              <a:gd name="connsiteX17" fmla="*/ 1289578 w 1324195"/>
              <a:gd name="connsiteY17" fmla="*/ 656181 h 1479809"/>
              <a:gd name="connsiteX18" fmla="*/ 1163106 w 1324195"/>
              <a:gd name="connsiteY18" fmla="*/ 592681 h 1479809"/>
              <a:gd name="connsiteX19" fmla="*/ 1075794 w 1324195"/>
              <a:gd name="connsiteY19" fmla="*/ 652477 h 1479809"/>
              <a:gd name="connsiteX20" fmla="*/ 1077911 w 1324195"/>
              <a:gd name="connsiteY20" fmla="*/ 423347 h 1479809"/>
              <a:gd name="connsiteX21" fmla="*/ 1126594 w 1324195"/>
              <a:gd name="connsiteY21" fmla="*/ 180989 h 1479809"/>
              <a:gd name="connsiteX22" fmla="*/ 1129769 w 1324195"/>
              <a:gd name="connsiteY22" fmla="*/ 104789 h 1479809"/>
              <a:gd name="connsiteX23" fmla="*/ 1075794 w 1324195"/>
              <a:gd name="connsiteY23" fmla="*/ 86797 h 1479809"/>
              <a:gd name="connsiteX24" fmla="*/ 980544 w 1324195"/>
              <a:gd name="connsiteY24" fmla="*/ 28589 h 1479809"/>
              <a:gd name="connsiteX25" fmla="*/ 853544 w 1324195"/>
              <a:gd name="connsiteY25" fmla="*/ 14 h 1479809"/>
              <a:gd name="connsiteX26" fmla="*/ 732894 w 1324195"/>
              <a:gd name="connsiteY26" fmla="*/ 31764 h 1479809"/>
              <a:gd name="connsiteX27" fmla="*/ 720194 w 1324195"/>
              <a:gd name="connsiteY27" fmla="*/ 117489 h 1479809"/>
              <a:gd name="connsiteX28" fmla="*/ 755119 w 1324195"/>
              <a:gd name="connsiteY28" fmla="*/ 201098 h 1479809"/>
              <a:gd name="connsiteX29" fmla="*/ 707494 w 1324195"/>
              <a:gd name="connsiteY29" fmla="*/ 272006 h 1479809"/>
              <a:gd name="connsiteX30" fmla="*/ 597426 w 1324195"/>
              <a:gd name="connsiteY30" fmla="*/ 306932 h 1479809"/>
              <a:gd name="connsiteX31" fmla="*/ 473602 w 1324195"/>
              <a:gd name="connsiteY31" fmla="*/ 283647 h 1479809"/>
              <a:gd name="connsiteX32" fmla="*/ 428094 w 1324195"/>
              <a:gd name="connsiteY32" fmla="*/ 194747 h 1479809"/>
              <a:gd name="connsiteX33" fmla="*/ 459844 w 1324195"/>
              <a:gd name="connsiteY33" fmla="*/ 117489 h 1479809"/>
              <a:gd name="connsiteX34" fmla="*/ 437619 w 1324195"/>
              <a:gd name="connsiteY34" fmla="*/ 41289 h 1479809"/>
              <a:gd name="connsiteX35" fmla="*/ 313794 w 1324195"/>
              <a:gd name="connsiteY35" fmla="*/ 38114 h 1479809"/>
              <a:gd name="connsiteX36" fmla="*/ 148694 w 1324195"/>
              <a:gd name="connsiteY36" fmla="*/ 98439 h 1479809"/>
              <a:gd name="connsiteX37" fmla="*/ 42860 w 1324195"/>
              <a:gd name="connsiteY37" fmla="*/ 142889 h 1479809"/>
              <a:gd name="connsiteX38" fmla="*/ 6877 w 1324195"/>
              <a:gd name="connsiteY38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155169 w 1324195"/>
              <a:gd name="connsiteY14" fmla="*/ 955689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58874 w 1324195"/>
              <a:gd name="connsiteY13" fmla="*/ 93187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39824 w 1324195"/>
              <a:gd name="connsiteY13" fmla="*/ 93822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3106 w 1324195"/>
              <a:gd name="connsiteY19" fmla="*/ 592681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4195"/>
              <a:gd name="connsiteY0" fmla="*/ 203214 h 1479809"/>
              <a:gd name="connsiteX1" fmla="*/ 8994 w 1324195"/>
              <a:gd name="connsiteY1" fmla="*/ 657239 h 1479809"/>
              <a:gd name="connsiteX2" fmla="*/ 12169 w 1324195"/>
              <a:gd name="connsiteY2" fmla="*/ 968389 h 1479809"/>
              <a:gd name="connsiteX3" fmla="*/ 18519 w 1324195"/>
              <a:gd name="connsiteY3" fmla="*/ 1276364 h 1479809"/>
              <a:gd name="connsiteX4" fmla="*/ 37569 w 1324195"/>
              <a:gd name="connsiteY4" fmla="*/ 1425589 h 1479809"/>
              <a:gd name="connsiteX5" fmla="*/ 135994 w 1324195"/>
              <a:gd name="connsiteY5" fmla="*/ 1476389 h 1479809"/>
              <a:gd name="connsiteX6" fmla="*/ 418569 w 1324195"/>
              <a:gd name="connsiteY6" fmla="*/ 1473214 h 1479809"/>
              <a:gd name="connsiteX7" fmla="*/ 815444 w 1324195"/>
              <a:gd name="connsiteY7" fmla="*/ 1457339 h 1479809"/>
              <a:gd name="connsiteX8" fmla="*/ 1028169 w 1324195"/>
              <a:gd name="connsiteY8" fmla="*/ 1449930 h 1479809"/>
              <a:gd name="connsiteX9" fmla="*/ 1193269 w 1324195"/>
              <a:gd name="connsiteY9" fmla="*/ 1449930 h 1479809"/>
              <a:gd name="connsiteX10" fmla="*/ 1153052 w 1324195"/>
              <a:gd name="connsiteY10" fmla="*/ 1310231 h 1479809"/>
              <a:gd name="connsiteX11" fmla="*/ 1107544 w 1324195"/>
              <a:gd name="connsiteY11" fmla="*/ 1097505 h 1479809"/>
              <a:gd name="connsiteX12" fmla="*/ 1096961 w 1324195"/>
              <a:gd name="connsiteY12" fmla="*/ 955689 h 1479809"/>
              <a:gd name="connsiteX13" fmla="*/ 1139824 w 1324195"/>
              <a:gd name="connsiteY13" fmla="*/ 938226 h 1479809"/>
              <a:gd name="connsiteX14" fmla="*/ 1175807 w 1324195"/>
              <a:gd name="connsiteY14" fmla="*/ 960451 h 1479809"/>
              <a:gd name="connsiteX15" fmla="*/ 1241952 w 1324195"/>
              <a:gd name="connsiteY15" fmla="*/ 963098 h 1479809"/>
              <a:gd name="connsiteX16" fmla="*/ 1301219 w 1324195"/>
              <a:gd name="connsiteY16" fmla="*/ 876314 h 1479809"/>
              <a:gd name="connsiteX17" fmla="*/ 1323973 w 1324195"/>
              <a:gd name="connsiteY17" fmla="*/ 786885 h 1479809"/>
              <a:gd name="connsiteX18" fmla="*/ 1289578 w 1324195"/>
              <a:gd name="connsiteY18" fmla="*/ 656181 h 1479809"/>
              <a:gd name="connsiteX19" fmla="*/ 1169456 w 1324195"/>
              <a:gd name="connsiteY19" fmla="*/ 597444 h 1479809"/>
              <a:gd name="connsiteX20" fmla="*/ 1075794 w 1324195"/>
              <a:gd name="connsiteY20" fmla="*/ 652477 h 1479809"/>
              <a:gd name="connsiteX21" fmla="*/ 1077911 w 1324195"/>
              <a:gd name="connsiteY21" fmla="*/ 423347 h 1479809"/>
              <a:gd name="connsiteX22" fmla="*/ 1126594 w 1324195"/>
              <a:gd name="connsiteY22" fmla="*/ 180989 h 1479809"/>
              <a:gd name="connsiteX23" fmla="*/ 1129769 w 1324195"/>
              <a:gd name="connsiteY23" fmla="*/ 104789 h 1479809"/>
              <a:gd name="connsiteX24" fmla="*/ 1075794 w 1324195"/>
              <a:gd name="connsiteY24" fmla="*/ 86797 h 1479809"/>
              <a:gd name="connsiteX25" fmla="*/ 980544 w 1324195"/>
              <a:gd name="connsiteY25" fmla="*/ 28589 h 1479809"/>
              <a:gd name="connsiteX26" fmla="*/ 853544 w 1324195"/>
              <a:gd name="connsiteY26" fmla="*/ 14 h 1479809"/>
              <a:gd name="connsiteX27" fmla="*/ 732894 w 1324195"/>
              <a:gd name="connsiteY27" fmla="*/ 31764 h 1479809"/>
              <a:gd name="connsiteX28" fmla="*/ 720194 w 1324195"/>
              <a:gd name="connsiteY28" fmla="*/ 117489 h 1479809"/>
              <a:gd name="connsiteX29" fmla="*/ 755119 w 1324195"/>
              <a:gd name="connsiteY29" fmla="*/ 201098 h 1479809"/>
              <a:gd name="connsiteX30" fmla="*/ 707494 w 1324195"/>
              <a:gd name="connsiteY30" fmla="*/ 272006 h 1479809"/>
              <a:gd name="connsiteX31" fmla="*/ 597426 w 1324195"/>
              <a:gd name="connsiteY31" fmla="*/ 306932 h 1479809"/>
              <a:gd name="connsiteX32" fmla="*/ 473602 w 1324195"/>
              <a:gd name="connsiteY32" fmla="*/ 283647 h 1479809"/>
              <a:gd name="connsiteX33" fmla="*/ 428094 w 1324195"/>
              <a:gd name="connsiteY33" fmla="*/ 194747 h 1479809"/>
              <a:gd name="connsiteX34" fmla="*/ 459844 w 1324195"/>
              <a:gd name="connsiteY34" fmla="*/ 117489 h 1479809"/>
              <a:gd name="connsiteX35" fmla="*/ 437619 w 1324195"/>
              <a:gd name="connsiteY35" fmla="*/ 41289 h 1479809"/>
              <a:gd name="connsiteX36" fmla="*/ 313794 w 1324195"/>
              <a:gd name="connsiteY36" fmla="*/ 38114 h 1479809"/>
              <a:gd name="connsiteX37" fmla="*/ 148694 w 1324195"/>
              <a:gd name="connsiteY37" fmla="*/ 98439 h 1479809"/>
              <a:gd name="connsiteX38" fmla="*/ 42860 w 1324195"/>
              <a:gd name="connsiteY38" fmla="*/ 142889 h 1479809"/>
              <a:gd name="connsiteX39" fmla="*/ 6877 w 1324195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9824 w 1323988"/>
              <a:gd name="connsiteY13" fmla="*/ 938226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69456 w 1323988"/>
              <a:gd name="connsiteY19" fmla="*/ 597444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69456 w 1323988"/>
              <a:gd name="connsiteY19" fmla="*/ 597444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75806 w 1323988"/>
              <a:gd name="connsiteY19" fmla="*/ 606969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28094 w 1323988"/>
              <a:gd name="connsiteY33" fmla="*/ 194747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6877 w 1323988"/>
              <a:gd name="connsiteY0" fmla="*/ 203214 h 1479809"/>
              <a:gd name="connsiteX1" fmla="*/ 8994 w 1323988"/>
              <a:gd name="connsiteY1" fmla="*/ 657239 h 1479809"/>
              <a:gd name="connsiteX2" fmla="*/ 12169 w 1323988"/>
              <a:gd name="connsiteY2" fmla="*/ 968389 h 1479809"/>
              <a:gd name="connsiteX3" fmla="*/ 18519 w 1323988"/>
              <a:gd name="connsiteY3" fmla="*/ 1276364 h 1479809"/>
              <a:gd name="connsiteX4" fmla="*/ 37569 w 1323988"/>
              <a:gd name="connsiteY4" fmla="*/ 1425589 h 1479809"/>
              <a:gd name="connsiteX5" fmla="*/ 135994 w 1323988"/>
              <a:gd name="connsiteY5" fmla="*/ 1476389 h 1479809"/>
              <a:gd name="connsiteX6" fmla="*/ 418569 w 1323988"/>
              <a:gd name="connsiteY6" fmla="*/ 1473214 h 1479809"/>
              <a:gd name="connsiteX7" fmla="*/ 815444 w 1323988"/>
              <a:gd name="connsiteY7" fmla="*/ 1457339 h 1479809"/>
              <a:gd name="connsiteX8" fmla="*/ 1028169 w 1323988"/>
              <a:gd name="connsiteY8" fmla="*/ 1449930 h 1479809"/>
              <a:gd name="connsiteX9" fmla="*/ 1193269 w 1323988"/>
              <a:gd name="connsiteY9" fmla="*/ 1449930 h 1479809"/>
              <a:gd name="connsiteX10" fmla="*/ 1153052 w 1323988"/>
              <a:gd name="connsiteY10" fmla="*/ 1310231 h 1479809"/>
              <a:gd name="connsiteX11" fmla="*/ 1107544 w 1323988"/>
              <a:gd name="connsiteY11" fmla="*/ 1097505 h 1479809"/>
              <a:gd name="connsiteX12" fmla="*/ 1096961 w 1323988"/>
              <a:gd name="connsiteY12" fmla="*/ 955689 h 1479809"/>
              <a:gd name="connsiteX13" fmla="*/ 1131886 w 1323988"/>
              <a:gd name="connsiteY13" fmla="*/ 935051 h 1479809"/>
              <a:gd name="connsiteX14" fmla="*/ 1175807 w 1323988"/>
              <a:gd name="connsiteY14" fmla="*/ 960451 h 1479809"/>
              <a:gd name="connsiteX15" fmla="*/ 1241952 w 1323988"/>
              <a:gd name="connsiteY15" fmla="*/ 963098 h 1479809"/>
              <a:gd name="connsiteX16" fmla="*/ 1293282 w 1323988"/>
              <a:gd name="connsiteY16" fmla="*/ 901714 h 1479809"/>
              <a:gd name="connsiteX17" fmla="*/ 1323973 w 1323988"/>
              <a:gd name="connsiteY17" fmla="*/ 786885 h 1479809"/>
              <a:gd name="connsiteX18" fmla="*/ 1289578 w 1323988"/>
              <a:gd name="connsiteY18" fmla="*/ 656181 h 1479809"/>
              <a:gd name="connsiteX19" fmla="*/ 1175806 w 1323988"/>
              <a:gd name="connsiteY19" fmla="*/ 606969 h 1479809"/>
              <a:gd name="connsiteX20" fmla="*/ 1075794 w 1323988"/>
              <a:gd name="connsiteY20" fmla="*/ 652477 h 1479809"/>
              <a:gd name="connsiteX21" fmla="*/ 1077911 w 1323988"/>
              <a:gd name="connsiteY21" fmla="*/ 423347 h 1479809"/>
              <a:gd name="connsiteX22" fmla="*/ 1126594 w 1323988"/>
              <a:gd name="connsiteY22" fmla="*/ 180989 h 1479809"/>
              <a:gd name="connsiteX23" fmla="*/ 1129769 w 1323988"/>
              <a:gd name="connsiteY23" fmla="*/ 104789 h 1479809"/>
              <a:gd name="connsiteX24" fmla="*/ 1075794 w 1323988"/>
              <a:gd name="connsiteY24" fmla="*/ 86797 h 1479809"/>
              <a:gd name="connsiteX25" fmla="*/ 980544 w 1323988"/>
              <a:gd name="connsiteY25" fmla="*/ 28589 h 1479809"/>
              <a:gd name="connsiteX26" fmla="*/ 853544 w 1323988"/>
              <a:gd name="connsiteY26" fmla="*/ 14 h 1479809"/>
              <a:gd name="connsiteX27" fmla="*/ 732894 w 1323988"/>
              <a:gd name="connsiteY27" fmla="*/ 31764 h 1479809"/>
              <a:gd name="connsiteX28" fmla="*/ 720194 w 1323988"/>
              <a:gd name="connsiteY28" fmla="*/ 117489 h 1479809"/>
              <a:gd name="connsiteX29" fmla="*/ 755119 w 1323988"/>
              <a:gd name="connsiteY29" fmla="*/ 201098 h 1479809"/>
              <a:gd name="connsiteX30" fmla="*/ 707494 w 1323988"/>
              <a:gd name="connsiteY30" fmla="*/ 272006 h 1479809"/>
              <a:gd name="connsiteX31" fmla="*/ 597426 w 1323988"/>
              <a:gd name="connsiteY31" fmla="*/ 306932 h 1479809"/>
              <a:gd name="connsiteX32" fmla="*/ 473602 w 1323988"/>
              <a:gd name="connsiteY32" fmla="*/ 283647 h 1479809"/>
              <a:gd name="connsiteX33" fmla="*/ 413277 w 1323988"/>
              <a:gd name="connsiteY33" fmla="*/ 209563 h 1479809"/>
              <a:gd name="connsiteX34" fmla="*/ 459844 w 1323988"/>
              <a:gd name="connsiteY34" fmla="*/ 117489 h 1479809"/>
              <a:gd name="connsiteX35" fmla="*/ 437619 w 1323988"/>
              <a:gd name="connsiteY35" fmla="*/ 41289 h 1479809"/>
              <a:gd name="connsiteX36" fmla="*/ 313794 w 1323988"/>
              <a:gd name="connsiteY36" fmla="*/ 38114 h 1479809"/>
              <a:gd name="connsiteX37" fmla="*/ 148694 w 1323988"/>
              <a:gd name="connsiteY37" fmla="*/ 98439 h 1479809"/>
              <a:gd name="connsiteX38" fmla="*/ 42860 w 1323988"/>
              <a:gd name="connsiteY38" fmla="*/ 142889 h 1479809"/>
              <a:gd name="connsiteX39" fmla="*/ 6877 w 1323988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92598 w 1319160"/>
              <a:gd name="connsiteY31" fmla="*/ 306932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98439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92598 w 1319160"/>
              <a:gd name="connsiteY31" fmla="*/ 306932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102672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214 h 1479809"/>
              <a:gd name="connsiteX1" fmla="*/ 4166 w 1319160"/>
              <a:gd name="connsiteY1" fmla="*/ 657239 h 1479809"/>
              <a:gd name="connsiteX2" fmla="*/ 7341 w 1319160"/>
              <a:gd name="connsiteY2" fmla="*/ 968389 h 1479809"/>
              <a:gd name="connsiteX3" fmla="*/ 13691 w 1319160"/>
              <a:gd name="connsiteY3" fmla="*/ 1276364 h 1479809"/>
              <a:gd name="connsiteX4" fmla="*/ 32741 w 1319160"/>
              <a:gd name="connsiteY4" fmla="*/ 1425589 h 1479809"/>
              <a:gd name="connsiteX5" fmla="*/ 131166 w 1319160"/>
              <a:gd name="connsiteY5" fmla="*/ 1476389 h 1479809"/>
              <a:gd name="connsiteX6" fmla="*/ 413741 w 1319160"/>
              <a:gd name="connsiteY6" fmla="*/ 1473214 h 1479809"/>
              <a:gd name="connsiteX7" fmla="*/ 810616 w 1319160"/>
              <a:gd name="connsiteY7" fmla="*/ 1457339 h 1479809"/>
              <a:gd name="connsiteX8" fmla="*/ 1023341 w 1319160"/>
              <a:gd name="connsiteY8" fmla="*/ 1449930 h 1479809"/>
              <a:gd name="connsiteX9" fmla="*/ 1188441 w 1319160"/>
              <a:gd name="connsiteY9" fmla="*/ 1449930 h 1479809"/>
              <a:gd name="connsiteX10" fmla="*/ 1148224 w 1319160"/>
              <a:gd name="connsiteY10" fmla="*/ 1310231 h 1479809"/>
              <a:gd name="connsiteX11" fmla="*/ 1102716 w 1319160"/>
              <a:gd name="connsiteY11" fmla="*/ 1097505 h 1479809"/>
              <a:gd name="connsiteX12" fmla="*/ 1092133 w 1319160"/>
              <a:gd name="connsiteY12" fmla="*/ 955689 h 1479809"/>
              <a:gd name="connsiteX13" fmla="*/ 1127058 w 1319160"/>
              <a:gd name="connsiteY13" fmla="*/ 935051 h 1479809"/>
              <a:gd name="connsiteX14" fmla="*/ 1170979 w 1319160"/>
              <a:gd name="connsiteY14" fmla="*/ 960451 h 1479809"/>
              <a:gd name="connsiteX15" fmla="*/ 1237124 w 1319160"/>
              <a:gd name="connsiteY15" fmla="*/ 963098 h 1479809"/>
              <a:gd name="connsiteX16" fmla="*/ 1288454 w 1319160"/>
              <a:gd name="connsiteY16" fmla="*/ 901714 h 1479809"/>
              <a:gd name="connsiteX17" fmla="*/ 1319145 w 1319160"/>
              <a:gd name="connsiteY17" fmla="*/ 786885 h 1479809"/>
              <a:gd name="connsiteX18" fmla="*/ 1284750 w 1319160"/>
              <a:gd name="connsiteY18" fmla="*/ 656181 h 1479809"/>
              <a:gd name="connsiteX19" fmla="*/ 1170978 w 1319160"/>
              <a:gd name="connsiteY19" fmla="*/ 606969 h 1479809"/>
              <a:gd name="connsiteX20" fmla="*/ 1070966 w 1319160"/>
              <a:gd name="connsiteY20" fmla="*/ 652477 h 1479809"/>
              <a:gd name="connsiteX21" fmla="*/ 1073083 w 1319160"/>
              <a:gd name="connsiteY21" fmla="*/ 423347 h 1479809"/>
              <a:gd name="connsiteX22" fmla="*/ 1121766 w 1319160"/>
              <a:gd name="connsiteY22" fmla="*/ 180989 h 1479809"/>
              <a:gd name="connsiteX23" fmla="*/ 1124941 w 1319160"/>
              <a:gd name="connsiteY23" fmla="*/ 104789 h 1479809"/>
              <a:gd name="connsiteX24" fmla="*/ 1070966 w 1319160"/>
              <a:gd name="connsiteY24" fmla="*/ 86797 h 1479809"/>
              <a:gd name="connsiteX25" fmla="*/ 975716 w 1319160"/>
              <a:gd name="connsiteY25" fmla="*/ 28589 h 1479809"/>
              <a:gd name="connsiteX26" fmla="*/ 848716 w 1319160"/>
              <a:gd name="connsiteY26" fmla="*/ 14 h 1479809"/>
              <a:gd name="connsiteX27" fmla="*/ 728066 w 1319160"/>
              <a:gd name="connsiteY27" fmla="*/ 31764 h 1479809"/>
              <a:gd name="connsiteX28" fmla="*/ 715366 w 1319160"/>
              <a:gd name="connsiteY28" fmla="*/ 117489 h 1479809"/>
              <a:gd name="connsiteX29" fmla="*/ 750291 w 1319160"/>
              <a:gd name="connsiteY29" fmla="*/ 201098 h 1479809"/>
              <a:gd name="connsiteX30" fmla="*/ 702666 w 1319160"/>
              <a:gd name="connsiteY30" fmla="*/ 272006 h 1479809"/>
              <a:gd name="connsiteX31" fmla="*/ 584660 w 1319160"/>
              <a:gd name="connsiteY31" fmla="*/ 302169 h 1479809"/>
              <a:gd name="connsiteX32" fmla="*/ 468774 w 1319160"/>
              <a:gd name="connsiteY32" fmla="*/ 283647 h 1479809"/>
              <a:gd name="connsiteX33" fmla="*/ 408449 w 1319160"/>
              <a:gd name="connsiteY33" fmla="*/ 209563 h 1479809"/>
              <a:gd name="connsiteX34" fmla="*/ 455016 w 1319160"/>
              <a:gd name="connsiteY34" fmla="*/ 117489 h 1479809"/>
              <a:gd name="connsiteX35" fmla="*/ 432791 w 1319160"/>
              <a:gd name="connsiteY35" fmla="*/ 41289 h 1479809"/>
              <a:gd name="connsiteX36" fmla="*/ 308966 w 1319160"/>
              <a:gd name="connsiteY36" fmla="*/ 38114 h 1479809"/>
              <a:gd name="connsiteX37" fmla="*/ 143866 w 1319160"/>
              <a:gd name="connsiteY37" fmla="*/ 102672 h 1479809"/>
              <a:gd name="connsiteX38" fmla="*/ 35915 w 1319160"/>
              <a:gd name="connsiteY38" fmla="*/ 155589 h 1479809"/>
              <a:gd name="connsiteX39" fmla="*/ 2049 w 1319160"/>
              <a:gd name="connsiteY39" fmla="*/ 203214 h 1479809"/>
              <a:gd name="connsiteX0" fmla="*/ 2049 w 1319160"/>
              <a:gd name="connsiteY0" fmla="*/ 203709 h 1480304"/>
              <a:gd name="connsiteX1" fmla="*/ 4166 w 1319160"/>
              <a:gd name="connsiteY1" fmla="*/ 657734 h 1480304"/>
              <a:gd name="connsiteX2" fmla="*/ 7341 w 1319160"/>
              <a:gd name="connsiteY2" fmla="*/ 968884 h 1480304"/>
              <a:gd name="connsiteX3" fmla="*/ 13691 w 1319160"/>
              <a:gd name="connsiteY3" fmla="*/ 1276859 h 1480304"/>
              <a:gd name="connsiteX4" fmla="*/ 32741 w 1319160"/>
              <a:gd name="connsiteY4" fmla="*/ 1426084 h 1480304"/>
              <a:gd name="connsiteX5" fmla="*/ 131166 w 1319160"/>
              <a:gd name="connsiteY5" fmla="*/ 1476884 h 1480304"/>
              <a:gd name="connsiteX6" fmla="*/ 413741 w 1319160"/>
              <a:gd name="connsiteY6" fmla="*/ 1473709 h 1480304"/>
              <a:gd name="connsiteX7" fmla="*/ 810616 w 1319160"/>
              <a:gd name="connsiteY7" fmla="*/ 1457834 h 1480304"/>
              <a:gd name="connsiteX8" fmla="*/ 1023341 w 1319160"/>
              <a:gd name="connsiteY8" fmla="*/ 1450425 h 1480304"/>
              <a:gd name="connsiteX9" fmla="*/ 1188441 w 1319160"/>
              <a:gd name="connsiteY9" fmla="*/ 1450425 h 1480304"/>
              <a:gd name="connsiteX10" fmla="*/ 1148224 w 1319160"/>
              <a:gd name="connsiteY10" fmla="*/ 1310726 h 1480304"/>
              <a:gd name="connsiteX11" fmla="*/ 1102716 w 1319160"/>
              <a:gd name="connsiteY11" fmla="*/ 1098000 h 1480304"/>
              <a:gd name="connsiteX12" fmla="*/ 1092133 w 1319160"/>
              <a:gd name="connsiteY12" fmla="*/ 956184 h 1480304"/>
              <a:gd name="connsiteX13" fmla="*/ 1127058 w 1319160"/>
              <a:gd name="connsiteY13" fmla="*/ 935546 h 1480304"/>
              <a:gd name="connsiteX14" fmla="*/ 1170979 w 1319160"/>
              <a:gd name="connsiteY14" fmla="*/ 960946 h 1480304"/>
              <a:gd name="connsiteX15" fmla="*/ 1237124 w 1319160"/>
              <a:gd name="connsiteY15" fmla="*/ 963593 h 1480304"/>
              <a:gd name="connsiteX16" fmla="*/ 1288454 w 1319160"/>
              <a:gd name="connsiteY16" fmla="*/ 902209 h 1480304"/>
              <a:gd name="connsiteX17" fmla="*/ 1319145 w 1319160"/>
              <a:gd name="connsiteY17" fmla="*/ 787380 h 1480304"/>
              <a:gd name="connsiteX18" fmla="*/ 1284750 w 1319160"/>
              <a:gd name="connsiteY18" fmla="*/ 656676 h 1480304"/>
              <a:gd name="connsiteX19" fmla="*/ 1170978 w 1319160"/>
              <a:gd name="connsiteY19" fmla="*/ 607464 h 1480304"/>
              <a:gd name="connsiteX20" fmla="*/ 1070966 w 1319160"/>
              <a:gd name="connsiteY20" fmla="*/ 652972 h 1480304"/>
              <a:gd name="connsiteX21" fmla="*/ 1073083 w 1319160"/>
              <a:gd name="connsiteY21" fmla="*/ 423842 h 1480304"/>
              <a:gd name="connsiteX22" fmla="*/ 1121766 w 1319160"/>
              <a:gd name="connsiteY22" fmla="*/ 181484 h 1480304"/>
              <a:gd name="connsiteX23" fmla="*/ 1124941 w 1319160"/>
              <a:gd name="connsiteY23" fmla="*/ 105284 h 1480304"/>
              <a:gd name="connsiteX24" fmla="*/ 1070966 w 1319160"/>
              <a:gd name="connsiteY24" fmla="*/ 87292 h 1480304"/>
              <a:gd name="connsiteX25" fmla="*/ 975716 w 1319160"/>
              <a:gd name="connsiteY25" fmla="*/ 29084 h 1480304"/>
              <a:gd name="connsiteX26" fmla="*/ 848716 w 1319160"/>
              <a:gd name="connsiteY26" fmla="*/ 509 h 1480304"/>
              <a:gd name="connsiteX27" fmla="*/ 740766 w 1319160"/>
              <a:gd name="connsiteY27" fmla="*/ 19559 h 1480304"/>
              <a:gd name="connsiteX28" fmla="*/ 715366 w 1319160"/>
              <a:gd name="connsiteY28" fmla="*/ 117984 h 1480304"/>
              <a:gd name="connsiteX29" fmla="*/ 750291 w 1319160"/>
              <a:gd name="connsiteY29" fmla="*/ 201593 h 1480304"/>
              <a:gd name="connsiteX30" fmla="*/ 702666 w 1319160"/>
              <a:gd name="connsiteY30" fmla="*/ 272501 h 1480304"/>
              <a:gd name="connsiteX31" fmla="*/ 584660 w 1319160"/>
              <a:gd name="connsiteY31" fmla="*/ 302664 h 1480304"/>
              <a:gd name="connsiteX32" fmla="*/ 468774 w 1319160"/>
              <a:gd name="connsiteY32" fmla="*/ 284142 h 1480304"/>
              <a:gd name="connsiteX33" fmla="*/ 408449 w 1319160"/>
              <a:gd name="connsiteY33" fmla="*/ 210058 h 1480304"/>
              <a:gd name="connsiteX34" fmla="*/ 455016 w 1319160"/>
              <a:gd name="connsiteY34" fmla="*/ 117984 h 1480304"/>
              <a:gd name="connsiteX35" fmla="*/ 432791 w 1319160"/>
              <a:gd name="connsiteY35" fmla="*/ 41784 h 1480304"/>
              <a:gd name="connsiteX36" fmla="*/ 308966 w 1319160"/>
              <a:gd name="connsiteY36" fmla="*/ 38609 h 1480304"/>
              <a:gd name="connsiteX37" fmla="*/ 143866 w 1319160"/>
              <a:gd name="connsiteY37" fmla="*/ 103167 h 1480304"/>
              <a:gd name="connsiteX38" fmla="*/ 35915 w 1319160"/>
              <a:gd name="connsiteY38" fmla="*/ 156084 h 1480304"/>
              <a:gd name="connsiteX39" fmla="*/ 2049 w 1319160"/>
              <a:gd name="connsiteY39" fmla="*/ 203709 h 1480304"/>
              <a:gd name="connsiteX0" fmla="*/ 2049 w 1319160"/>
              <a:gd name="connsiteY0" fmla="*/ 203202 h 1479797"/>
              <a:gd name="connsiteX1" fmla="*/ 4166 w 1319160"/>
              <a:gd name="connsiteY1" fmla="*/ 657227 h 1479797"/>
              <a:gd name="connsiteX2" fmla="*/ 7341 w 1319160"/>
              <a:gd name="connsiteY2" fmla="*/ 968377 h 1479797"/>
              <a:gd name="connsiteX3" fmla="*/ 13691 w 1319160"/>
              <a:gd name="connsiteY3" fmla="*/ 1276352 h 1479797"/>
              <a:gd name="connsiteX4" fmla="*/ 32741 w 1319160"/>
              <a:gd name="connsiteY4" fmla="*/ 1425577 h 1479797"/>
              <a:gd name="connsiteX5" fmla="*/ 131166 w 1319160"/>
              <a:gd name="connsiteY5" fmla="*/ 1476377 h 1479797"/>
              <a:gd name="connsiteX6" fmla="*/ 413741 w 1319160"/>
              <a:gd name="connsiteY6" fmla="*/ 1473202 h 1479797"/>
              <a:gd name="connsiteX7" fmla="*/ 810616 w 1319160"/>
              <a:gd name="connsiteY7" fmla="*/ 1457327 h 1479797"/>
              <a:gd name="connsiteX8" fmla="*/ 1023341 w 1319160"/>
              <a:gd name="connsiteY8" fmla="*/ 1449918 h 1479797"/>
              <a:gd name="connsiteX9" fmla="*/ 1188441 w 1319160"/>
              <a:gd name="connsiteY9" fmla="*/ 1449918 h 1479797"/>
              <a:gd name="connsiteX10" fmla="*/ 1148224 w 1319160"/>
              <a:gd name="connsiteY10" fmla="*/ 1310219 h 1479797"/>
              <a:gd name="connsiteX11" fmla="*/ 1102716 w 1319160"/>
              <a:gd name="connsiteY11" fmla="*/ 1097493 h 1479797"/>
              <a:gd name="connsiteX12" fmla="*/ 1092133 w 1319160"/>
              <a:gd name="connsiteY12" fmla="*/ 955677 h 1479797"/>
              <a:gd name="connsiteX13" fmla="*/ 1127058 w 1319160"/>
              <a:gd name="connsiteY13" fmla="*/ 935039 h 1479797"/>
              <a:gd name="connsiteX14" fmla="*/ 1170979 w 1319160"/>
              <a:gd name="connsiteY14" fmla="*/ 960439 h 1479797"/>
              <a:gd name="connsiteX15" fmla="*/ 1237124 w 1319160"/>
              <a:gd name="connsiteY15" fmla="*/ 963086 h 1479797"/>
              <a:gd name="connsiteX16" fmla="*/ 1288454 w 1319160"/>
              <a:gd name="connsiteY16" fmla="*/ 901702 h 1479797"/>
              <a:gd name="connsiteX17" fmla="*/ 1319145 w 1319160"/>
              <a:gd name="connsiteY17" fmla="*/ 786873 h 1479797"/>
              <a:gd name="connsiteX18" fmla="*/ 1284750 w 1319160"/>
              <a:gd name="connsiteY18" fmla="*/ 656169 h 1479797"/>
              <a:gd name="connsiteX19" fmla="*/ 1170978 w 1319160"/>
              <a:gd name="connsiteY19" fmla="*/ 606957 h 1479797"/>
              <a:gd name="connsiteX20" fmla="*/ 1070966 w 1319160"/>
              <a:gd name="connsiteY20" fmla="*/ 652465 h 1479797"/>
              <a:gd name="connsiteX21" fmla="*/ 1073083 w 1319160"/>
              <a:gd name="connsiteY21" fmla="*/ 423335 h 1479797"/>
              <a:gd name="connsiteX22" fmla="*/ 1121766 w 1319160"/>
              <a:gd name="connsiteY22" fmla="*/ 180977 h 1479797"/>
              <a:gd name="connsiteX23" fmla="*/ 1124941 w 1319160"/>
              <a:gd name="connsiteY23" fmla="*/ 104777 h 1479797"/>
              <a:gd name="connsiteX24" fmla="*/ 1070966 w 1319160"/>
              <a:gd name="connsiteY24" fmla="*/ 86785 h 1479797"/>
              <a:gd name="connsiteX25" fmla="*/ 966191 w 1319160"/>
              <a:gd name="connsiteY25" fmla="*/ 19052 h 1479797"/>
              <a:gd name="connsiteX26" fmla="*/ 848716 w 1319160"/>
              <a:gd name="connsiteY26" fmla="*/ 2 h 1479797"/>
              <a:gd name="connsiteX27" fmla="*/ 740766 w 1319160"/>
              <a:gd name="connsiteY27" fmla="*/ 19052 h 1479797"/>
              <a:gd name="connsiteX28" fmla="*/ 715366 w 1319160"/>
              <a:gd name="connsiteY28" fmla="*/ 117477 h 1479797"/>
              <a:gd name="connsiteX29" fmla="*/ 750291 w 1319160"/>
              <a:gd name="connsiteY29" fmla="*/ 201086 h 1479797"/>
              <a:gd name="connsiteX30" fmla="*/ 702666 w 1319160"/>
              <a:gd name="connsiteY30" fmla="*/ 271994 h 1479797"/>
              <a:gd name="connsiteX31" fmla="*/ 584660 w 1319160"/>
              <a:gd name="connsiteY31" fmla="*/ 302157 h 1479797"/>
              <a:gd name="connsiteX32" fmla="*/ 468774 w 1319160"/>
              <a:gd name="connsiteY32" fmla="*/ 283635 h 1479797"/>
              <a:gd name="connsiteX33" fmla="*/ 408449 w 1319160"/>
              <a:gd name="connsiteY33" fmla="*/ 209551 h 1479797"/>
              <a:gd name="connsiteX34" fmla="*/ 455016 w 1319160"/>
              <a:gd name="connsiteY34" fmla="*/ 117477 h 1479797"/>
              <a:gd name="connsiteX35" fmla="*/ 432791 w 1319160"/>
              <a:gd name="connsiteY35" fmla="*/ 41277 h 1479797"/>
              <a:gd name="connsiteX36" fmla="*/ 308966 w 1319160"/>
              <a:gd name="connsiteY36" fmla="*/ 38102 h 1479797"/>
              <a:gd name="connsiteX37" fmla="*/ 143866 w 1319160"/>
              <a:gd name="connsiteY37" fmla="*/ 102660 h 1479797"/>
              <a:gd name="connsiteX38" fmla="*/ 35915 w 1319160"/>
              <a:gd name="connsiteY38" fmla="*/ 155577 h 1479797"/>
              <a:gd name="connsiteX39" fmla="*/ 2049 w 1319160"/>
              <a:gd name="connsiteY39" fmla="*/ 203202 h 1479797"/>
              <a:gd name="connsiteX0" fmla="*/ 2049 w 1319160"/>
              <a:gd name="connsiteY0" fmla="*/ 203200 h 1479795"/>
              <a:gd name="connsiteX1" fmla="*/ 4166 w 1319160"/>
              <a:gd name="connsiteY1" fmla="*/ 657225 h 1479795"/>
              <a:gd name="connsiteX2" fmla="*/ 7341 w 1319160"/>
              <a:gd name="connsiteY2" fmla="*/ 968375 h 1479795"/>
              <a:gd name="connsiteX3" fmla="*/ 13691 w 1319160"/>
              <a:gd name="connsiteY3" fmla="*/ 1276350 h 1479795"/>
              <a:gd name="connsiteX4" fmla="*/ 32741 w 1319160"/>
              <a:gd name="connsiteY4" fmla="*/ 1425575 h 1479795"/>
              <a:gd name="connsiteX5" fmla="*/ 131166 w 1319160"/>
              <a:gd name="connsiteY5" fmla="*/ 1476375 h 1479795"/>
              <a:gd name="connsiteX6" fmla="*/ 413741 w 1319160"/>
              <a:gd name="connsiteY6" fmla="*/ 1473200 h 1479795"/>
              <a:gd name="connsiteX7" fmla="*/ 810616 w 1319160"/>
              <a:gd name="connsiteY7" fmla="*/ 1457325 h 1479795"/>
              <a:gd name="connsiteX8" fmla="*/ 1023341 w 1319160"/>
              <a:gd name="connsiteY8" fmla="*/ 1449916 h 1479795"/>
              <a:gd name="connsiteX9" fmla="*/ 1188441 w 1319160"/>
              <a:gd name="connsiteY9" fmla="*/ 1449916 h 1479795"/>
              <a:gd name="connsiteX10" fmla="*/ 1148224 w 1319160"/>
              <a:gd name="connsiteY10" fmla="*/ 1310217 h 1479795"/>
              <a:gd name="connsiteX11" fmla="*/ 1102716 w 1319160"/>
              <a:gd name="connsiteY11" fmla="*/ 1097491 h 1479795"/>
              <a:gd name="connsiteX12" fmla="*/ 1092133 w 1319160"/>
              <a:gd name="connsiteY12" fmla="*/ 955675 h 1479795"/>
              <a:gd name="connsiteX13" fmla="*/ 1127058 w 1319160"/>
              <a:gd name="connsiteY13" fmla="*/ 935037 h 1479795"/>
              <a:gd name="connsiteX14" fmla="*/ 1170979 w 1319160"/>
              <a:gd name="connsiteY14" fmla="*/ 960437 h 1479795"/>
              <a:gd name="connsiteX15" fmla="*/ 1237124 w 1319160"/>
              <a:gd name="connsiteY15" fmla="*/ 963084 h 1479795"/>
              <a:gd name="connsiteX16" fmla="*/ 1288454 w 1319160"/>
              <a:gd name="connsiteY16" fmla="*/ 901700 h 1479795"/>
              <a:gd name="connsiteX17" fmla="*/ 1319145 w 1319160"/>
              <a:gd name="connsiteY17" fmla="*/ 786871 h 1479795"/>
              <a:gd name="connsiteX18" fmla="*/ 1284750 w 1319160"/>
              <a:gd name="connsiteY18" fmla="*/ 656167 h 1479795"/>
              <a:gd name="connsiteX19" fmla="*/ 1170978 w 1319160"/>
              <a:gd name="connsiteY19" fmla="*/ 606955 h 1479795"/>
              <a:gd name="connsiteX20" fmla="*/ 1070966 w 1319160"/>
              <a:gd name="connsiteY20" fmla="*/ 652463 h 1479795"/>
              <a:gd name="connsiteX21" fmla="*/ 1073083 w 1319160"/>
              <a:gd name="connsiteY21" fmla="*/ 423333 h 1479795"/>
              <a:gd name="connsiteX22" fmla="*/ 1121766 w 1319160"/>
              <a:gd name="connsiteY22" fmla="*/ 180975 h 1479795"/>
              <a:gd name="connsiteX23" fmla="*/ 1124941 w 1319160"/>
              <a:gd name="connsiteY23" fmla="*/ 104775 h 1479795"/>
              <a:gd name="connsiteX24" fmla="*/ 1070966 w 1319160"/>
              <a:gd name="connsiteY24" fmla="*/ 86783 h 1479795"/>
              <a:gd name="connsiteX25" fmla="*/ 966191 w 1319160"/>
              <a:gd name="connsiteY25" fmla="*/ 19050 h 1479795"/>
              <a:gd name="connsiteX26" fmla="*/ 848716 w 1319160"/>
              <a:gd name="connsiteY26" fmla="*/ 0 h 1479795"/>
              <a:gd name="connsiteX27" fmla="*/ 740766 w 1319160"/>
              <a:gd name="connsiteY27" fmla="*/ 19050 h 1479795"/>
              <a:gd name="connsiteX28" fmla="*/ 705841 w 1319160"/>
              <a:gd name="connsiteY28" fmla="*/ 114300 h 1479795"/>
              <a:gd name="connsiteX29" fmla="*/ 750291 w 1319160"/>
              <a:gd name="connsiteY29" fmla="*/ 201084 h 1479795"/>
              <a:gd name="connsiteX30" fmla="*/ 702666 w 1319160"/>
              <a:gd name="connsiteY30" fmla="*/ 271992 h 1479795"/>
              <a:gd name="connsiteX31" fmla="*/ 584660 w 1319160"/>
              <a:gd name="connsiteY31" fmla="*/ 302155 h 1479795"/>
              <a:gd name="connsiteX32" fmla="*/ 468774 w 1319160"/>
              <a:gd name="connsiteY32" fmla="*/ 283633 h 1479795"/>
              <a:gd name="connsiteX33" fmla="*/ 408449 w 1319160"/>
              <a:gd name="connsiteY33" fmla="*/ 209549 h 1479795"/>
              <a:gd name="connsiteX34" fmla="*/ 455016 w 1319160"/>
              <a:gd name="connsiteY34" fmla="*/ 117475 h 1479795"/>
              <a:gd name="connsiteX35" fmla="*/ 432791 w 1319160"/>
              <a:gd name="connsiteY35" fmla="*/ 41275 h 1479795"/>
              <a:gd name="connsiteX36" fmla="*/ 308966 w 1319160"/>
              <a:gd name="connsiteY36" fmla="*/ 38100 h 1479795"/>
              <a:gd name="connsiteX37" fmla="*/ 143866 w 1319160"/>
              <a:gd name="connsiteY37" fmla="*/ 102658 h 1479795"/>
              <a:gd name="connsiteX38" fmla="*/ 35915 w 1319160"/>
              <a:gd name="connsiteY38" fmla="*/ 155575 h 1479795"/>
              <a:gd name="connsiteX39" fmla="*/ 2049 w 1319160"/>
              <a:gd name="connsiteY39" fmla="*/ 203200 h 1479795"/>
              <a:gd name="connsiteX0" fmla="*/ 2049 w 1319160"/>
              <a:gd name="connsiteY0" fmla="*/ 203204 h 1479799"/>
              <a:gd name="connsiteX1" fmla="*/ 4166 w 1319160"/>
              <a:gd name="connsiteY1" fmla="*/ 657229 h 1479799"/>
              <a:gd name="connsiteX2" fmla="*/ 7341 w 1319160"/>
              <a:gd name="connsiteY2" fmla="*/ 968379 h 1479799"/>
              <a:gd name="connsiteX3" fmla="*/ 13691 w 1319160"/>
              <a:gd name="connsiteY3" fmla="*/ 1276354 h 1479799"/>
              <a:gd name="connsiteX4" fmla="*/ 32741 w 1319160"/>
              <a:gd name="connsiteY4" fmla="*/ 1425579 h 1479799"/>
              <a:gd name="connsiteX5" fmla="*/ 131166 w 1319160"/>
              <a:gd name="connsiteY5" fmla="*/ 1476379 h 1479799"/>
              <a:gd name="connsiteX6" fmla="*/ 413741 w 1319160"/>
              <a:gd name="connsiteY6" fmla="*/ 1473204 h 1479799"/>
              <a:gd name="connsiteX7" fmla="*/ 810616 w 1319160"/>
              <a:gd name="connsiteY7" fmla="*/ 1457329 h 1479799"/>
              <a:gd name="connsiteX8" fmla="*/ 1023341 w 1319160"/>
              <a:gd name="connsiteY8" fmla="*/ 1449920 h 1479799"/>
              <a:gd name="connsiteX9" fmla="*/ 1188441 w 1319160"/>
              <a:gd name="connsiteY9" fmla="*/ 1449920 h 1479799"/>
              <a:gd name="connsiteX10" fmla="*/ 1148224 w 1319160"/>
              <a:gd name="connsiteY10" fmla="*/ 1310221 h 1479799"/>
              <a:gd name="connsiteX11" fmla="*/ 1102716 w 1319160"/>
              <a:gd name="connsiteY11" fmla="*/ 1097495 h 1479799"/>
              <a:gd name="connsiteX12" fmla="*/ 1092133 w 1319160"/>
              <a:gd name="connsiteY12" fmla="*/ 955679 h 1479799"/>
              <a:gd name="connsiteX13" fmla="*/ 1127058 w 1319160"/>
              <a:gd name="connsiteY13" fmla="*/ 935041 h 1479799"/>
              <a:gd name="connsiteX14" fmla="*/ 1170979 w 1319160"/>
              <a:gd name="connsiteY14" fmla="*/ 960441 h 1479799"/>
              <a:gd name="connsiteX15" fmla="*/ 1237124 w 1319160"/>
              <a:gd name="connsiteY15" fmla="*/ 963088 h 1479799"/>
              <a:gd name="connsiteX16" fmla="*/ 1288454 w 1319160"/>
              <a:gd name="connsiteY16" fmla="*/ 901704 h 1479799"/>
              <a:gd name="connsiteX17" fmla="*/ 1319145 w 1319160"/>
              <a:gd name="connsiteY17" fmla="*/ 786875 h 1479799"/>
              <a:gd name="connsiteX18" fmla="*/ 1284750 w 1319160"/>
              <a:gd name="connsiteY18" fmla="*/ 656171 h 1479799"/>
              <a:gd name="connsiteX19" fmla="*/ 1170978 w 1319160"/>
              <a:gd name="connsiteY19" fmla="*/ 606959 h 1479799"/>
              <a:gd name="connsiteX20" fmla="*/ 1070966 w 1319160"/>
              <a:gd name="connsiteY20" fmla="*/ 652467 h 1479799"/>
              <a:gd name="connsiteX21" fmla="*/ 1073083 w 1319160"/>
              <a:gd name="connsiteY21" fmla="*/ 423337 h 1479799"/>
              <a:gd name="connsiteX22" fmla="*/ 1121766 w 1319160"/>
              <a:gd name="connsiteY22" fmla="*/ 180979 h 1479799"/>
              <a:gd name="connsiteX23" fmla="*/ 1124941 w 1319160"/>
              <a:gd name="connsiteY23" fmla="*/ 104779 h 1479799"/>
              <a:gd name="connsiteX24" fmla="*/ 1070966 w 1319160"/>
              <a:gd name="connsiteY24" fmla="*/ 86787 h 1479799"/>
              <a:gd name="connsiteX25" fmla="*/ 966191 w 1319160"/>
              <a:gd name="connsiteY25" fmla="*/ 19054 h 1479799"/>
              <a:gd name="connsiteX26" fmla="*/ 848716 w 1319160"/>
              <a:gd name="connsiteY26" fmla="*/ 4 h 1479799"/>
              <a:gd name="connsiteX27" fmla="*/ 740766 w 1319160"/>
              <a:gd name="connsiteY27" fmla="*/ 19054 h 1479799"/>
              <a:gd name="connsiteX28" fmla="*/ 712191 w 1319160"/>
              <a:gd name="connsiteY28" fmla="*/ 119066 h 1479799"/>
              <a:gd name="connsiteX29" fmla="*/ 750291 w 1319160"/>
              <a:gd name="connsiteY29" fmla="*/ 201088 h 1479799"/>
              <a:gd name="connsiteX30" fmla="*/ 702666 w 1319160"/>
              <a:gd name="connsiteY30" fmla="*/ 271996 h 1479799"/>
              <a:gd name="connsiteX31" fmla="*/ 584660 w 1319160"/>
              <a:gd name="connsiteY31" fmla="*/ 302159 h 1479799"/>
              <a:gd name="connsiteX32" fmla="*/ 468774 w 1319160"/>
              <a:gd name="connsiteY32" fmla="*/ 283637 h 1479799"/>
              <a:gd name="connsiteX33" fmla="*/ 408449 w 1319160"/>
              <a:gd name="connsiteY33" fmla="*/ 209553 h 1479799"/>
              <a:gd name="connsiteX34" fmla="*/ 455016 w 1319160"/>
              <a:gd name="connsiteY34" fmla="*/ 117479 h 1479799"/>
              <a:gd name="connsiteX35" fmla="*/ 432791 w 1319160"/>
              <a:gd name="connsiteY35" fmla="*/ 41279 h 1479799"/>
              <a:gd name="connsiteX36" fmla="*/ 308966 w 1319160"/>
              <a:gd name="connsiteY36" fmla="*/ 38104 h 1479799"/>
              <a:gd name="connsiteX37" fmla="*/ 143866 w 1319160"/>
              <a:gd name="connsiteY37" fmla="*/ 102662 h 1479799"/>
              <a:gd name="connsiteX38" fmla="*/ 35915 w 1319160"/>
              <a:gd name="connsiteY38" fmla="*/ 155579 h 1479799"/>
              <a:gd name="connsiteX39" fmla="*/ 2049 w 1319160"/>
              <a:gd name="connsiteY39" fmla="*/ 203204 h 1479799"/>
              <a:gd name="connsiteX0" fmla="*/ 2049 w 1319160"/>
              <a:gd name="connsiteY0" fmla="*/ 203204 h 1479799"/>
              <a:gd name="connsiteX1" fmla="*/ 4166 w 1319160"/>
              <a:gd name="connsiteY1" fmla="*/ 657229 h 1479799"/>
              <a:gd name="connsiteX2" fmla="*/ 7341 w 1319160"/>
              <a:gd name="connsiteY2" fmla="*/ 968379 h 1479799"/>
              <a:gd name="connsiteX3" fmla="*/ 13691 w 1319160"/>
              <a:gd name="connsiteY3" fmla="*/ 1276354 h 1479799"/>
              <a:gd name="connsiteX4" fmla="*/ 32741 w 1319160"/>
              <a:gd name="connsiteY4" fmla="*/ 1425579 h 1479799"/>
              <a:gd name="connsiteX5" fmla="*/ 131166 w 1319160"/>
              <a:gd name="connsiteY5" fmla="*/ 1476379 h 1479799"/>
              <a:gd name="connsiteX6" fmla="*/ 413741 w 1319160"/>
              <a:gd name="connsiteY6" fmla="*/ 1473204 h 1479799"/>
              <a:gd name="connsiteX7" fmla="*/ 810616 w 1319160"/>
              <a:gd name="connsiteY7" fmla="*/ 1457329 h 1479799"/>
              <a:gd name="connsiteX8" fmla="*/ 1023341 w 1319160"/>
              <a:gd name="connsiteY8" fmla="*/ 1449920 h 1479799"/>
              <a:gd name="connsiteX9" fmla="*/ 1188441 w 1319160"/>
              <a:gd name="connsiteY9" fmla="*/ 1449920 h 1479799"/>
              <a:gd name="connsiteX10" fmla="*/ 1148224 w 1319160"/>
              <a:gd name="connsiteY10" fmla="*/ 1310221 h 1479799"/>
              <a:gd name="connsiteX11" fmla="*/ 1102716 w 1319160"/>
              <a:gd name="connsiteY11" fmla="*/ 1097495 h 1479799"/>
              <a:gd name="connsiteX12" fmla="*/ 1092133 w 1319160"/>
              <a:gd name="connsiteY12" fmla="*/ 955679 h 1479799"/>
              <a:gd name="connsiteX13" fmla="*/ 1127058 w 1319160"/>
              <a:gd name="connsiteY13" fmla="*/ 935041 h 1479799"/>
              <a:gd name="connsiteX14" fmla="*/ 1170979 w 1319160"/>
              <a:gd name="connsiteY14" fmla="*/ 960441 h 1479799"/>
              <a:gd name="connsiteX15" fmla="*/ 1237124 w 1319160"/>
              <a:gd name="connsiteY15" fmla="*/ 963088 h 1479799"/>
              <a:gd name="connsiteX16" fmla="*/ 1288454 w 1319160"/>
              <a:gd name="connsiteY16" fmla="*/ 901704 h 1479799"/>
              <a:gd name="connsiteX17" fmla="*/ 1319145 w 1319160"/>
              <a:gd name="connsiteY17" fmla="*/ 786875 h 1479799"/>
              <a:gd name="connsiteX18" fmla="*/ 1284750 w 1319160"/>
              <a:gd name="connsiteY18" fmla="*/ 656171 h 1479799"/>
              <a:gd name="connsiteX19" fmla="*/ 1170978 w 1319160"/>
              <a:gd name="connsiteY19" fmla="*/ 606959 h 1479799"/>
              <a:gd name="connsiteX20" fmla="*/ 1070966 w 1319160"/>
              <a:gd name="connsiteY20" fmla="*/ 652467 h 1479799"/>
              <a:gd name="connsiteX21" fmla="*/ 1073083 w 1319160"/>
              <a:gd name="connsiteY21" fmla="*/ 423337 h 1479799"/>
              <a:gd name="connsiteX22" fmla="*/ 1121766 w 1319160"/>
              <a:gd name="connsiteY22" fmla="*/ 180979 h 1479799"/>
              <a:gd name="connsiteX23" fmla="*/ 1124941 w 1319160"/>
              <a:gd name="connsiteY23" fmla="*/ 104779 h 1479799"/>
              <a:gd name="connsiteX24" fmla="*/ 1070966 w 1319160"/>
              <a:gd name="connsiteY24" fmla="*/ 86787 h 1479799"/>
              <a:gd name="connsiteX25" fmla="*/ 966191 w 1319160"/>
              <a:gd name="connsiteY25" fmla="*/ 19054 h 1479799"/>
              <a:gd name="connsiteX26" fmla="*/ 848716 w 1319160"/>
              <a:gd name="connsiteY26" fmla="*/ 4 h 1479799"/>
              <a:gd name="connsiteX27" fmla="*/ 740766 w 1319160"/>
              <a:gd name="connsiteY27" fmla="*/ 19054 h 1479799"/>
              <a:gd name="connsiteX28" fmla="*/ 712191 w 1319160"/>
              <a:gd name="connsiteY28" fmla="*/ 119066 h 1479799"/>
              <a:gd name="connsiteX29" fmla="*/ 750291 w 1319160"/>
              <a:gd name="connsiteY29" fmla="*/ 201088 h 1479799"/>
              <a:gd name="connsiteX30" fmla="*/ 702666 w 1319160"/>
              <a:gd name="connsiteY30" fmla="*/ 271996 h 1479799"/>
              <a:gd name="connsiteX31" fmla="*/ 584660 w 1319160"/>
              <a:gd name="connsiteY31" fmla="*/ 302159 h 1479799"/>
              <a:gd name="connsiteX32" fmla="*/ 468774 w 1319160"/>
              <a:gd name="connsiteY32" fmla="*/ 283637 h 1479799"/>
              <a:gd name="connsiteX33" fmla="*/ 408449 w 1319160"/>
              <a:gd name="connsiteY33" fmla="*/ 209553 h 1479799"/>
              <a:gd name="connsiteX34" fmla="*/ 455016 w 1319160"/>
              <a:gd name="connsiteY34" fmla="*/ 117479 h 1479799"/>
              <a:gd name="connsiteX35" fmla="*/ 432791 w 1319160"/>
              <a:gd name="connsiteY35" fmla="*/ 41279 h 1479799"/>
              <a:gd name="connsiteX36" fmla="*/ 308966 w 1319160"/>
              <a:gd name="connsiteY36" fmla="*/ 38104 h 1479799"/>
              <a:gd name="connsiteX37" fmla="*/ 143866 w 1319160"/>
              <a:gd name="connsiteY37" fmla="*/ 102662 h 1479799"/>
              <a:gd name="connsiteX38" fmla="*/ 35915 w 1319160"/>
              <a:gd name="connsiteY38" fmla="*/ 155579 h 1479799"/>
              <a:gd name="connsiteX39" fmla="*/ 2049 w 1319160"/>
              <a:gd name="connsiteY39" fmla="*/ 203204 h 1479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19160" h="1479799">
                <a:moveTo>
                  <a:pt x="2049" y="203204"/>
                </a:moveTo>
                <a:cubicBezTo>
                  <a:pt x="-3242" y="286812"/>
                  <a:pt x="3284" y="529700"/>
                  <a:pt x="4166" y="657229"/>
                </a:cubicBezTo>
                <a:cubicBezTo>
                  <a:pt x="5048" y="784758"/>
                  <a:pt x="5754" y="865192"/>
                  <a:pt x="7341" y="968379"/>
                </a:cubicBezTo>
                <a:cubicBezTo>
                  <a:pt x="8928" y="1071566"/>
                  <a:pt x="9458" y="1200154"/>
                  <a:pt x="13691" y="1276354"/>
                </a:cubicBezTo>
                <a:cubicBezTo>
                  <a:pt x="17924" y="1352554"/>
                  <a:pt x="13162" y="1392242"/>
                  <a:pt x="32741" y="1425579"/>
                </a:cubicBezTo>
                <a:cubicBezTo>
                  <a:pt x="52320" y="1458917"/>
                  <a:pt x="67666" y="1468442"/>
                  <a:pt x="131166" y="1476379"/>
                </a:cubicBezTo>
                <a:cubicBezTo>
                  <a:pt x="194666" y="1484316"/>
                  <a:pt x="300499" y="1476379"/>
                  <a:pt x="413741" y="1473204"/>
                </a:cubicBezTo>
                <a:cubicBezTo>
                  <a:pt x="526983" y="1470029"/>
                  <a:pt x="810616" y="1457329"/>
                  <a:pt x="810616" y="1457329"/>
                </a:cubicBezTo>
                <a:lnTo>
                  <a:pt x="1023341" y="1449920"/>
                </a:lnTo>
                <a:cubicBezTo>
                  <a:pt x="1087370" y="1449391"/>
                  <a:pt x="1167627" y="1473203"/>
                  <a:pt x="1188441" y="1449920"/>
                </a:cubicBezTo>
                <a:cubicBezTo>
                  <a:pt x="1209255" y="1426637"/>
                  <a:pt x="1162512" y="1368959"/>
                  <a:pt x="1148224" y="1310221"/>
                </a:cubicBezTo>
                <a:cubicBezTo>
                  <a:pt x="1133937" y="1251484"/>
                  <a:pt x="1112064" y="1156585"/>
                  <a:pt x="1102716" y="1097495"/>
                </a:cubicBezTo>
                <a:cubicBezTo>
                  <a:pt x="1093368" y="1038405"/>
                  <a:pt x="1088076" y="982755"/>
                  <a:pt x="1092133" y="955679"/>
                </a:cubicBezTo>
                <a:cubicBezTo>
                  <a:pt x="1096190" y="928603"/>
                  <a:pt x="1113917" y="934247"/>
                  <a:pt x="1127058" y="935041"/>
                </a:cubicBezTo>
                <a:cubicBezTo>
                  <a:pt x="1140199" y="935835"/>
                  <a:pt x="1157133" y="955237"/>
                  <a:pt x="1170979" y="960441"/>
                </a:cubicBezTo>
                <a:cubicBezTo>
                  <a:pt x="1184825" y="965645"/>
                  <a:pt x="1217545" y="972877"/>
                  <a:pt x="1237124" y="963088"/>
                </a:cubicBezTo>
                <a:cubicBezTo>
                  <a:pt x="1256703" y="953299"/>
                  <a:pt x="1274784" y="931073"/>
                  <a:pt x="1288454" y="901704"/>
                </a:cubicBezTo>
                <a:cubicBezTo>
                  <a:pt x="1302124" y="872335"/>
                  <a:pt x="1319762" y="827797"/>
                  <a:pt x="1319145" y="786875"/>
                </a:cubicBezTo>
                <a:cubicBezTo>
                  <a:pt x="1318528" y="745953"/>
                  <a:pt x="1309445" y="686157"/>
                  <a:pt x="1284750" y="656171"/>
                </a:cubicBezTo>
                <a:cubicBezTo>
                  <a:pt x="1260056" y="626185"/>
                  <a:pt x="1206609" y="607576"/>
                  <a:pt x="1170978" y="606959"/>
                </a:cubicBezTo>
                <a:cubicBezTo>
                  <a:pt x="1135347" y="606342"/>
                  <a:pt x="1087282" y="683071"/>
                  <a:pt x="1070966" y="652467"/>
                </a:cubicBezTo>
                <a:cubicBezTo>
                  <a:pt x="1054650" y="621863"/>
                  <a:pt x="1064616" y="501918"/>
                  <a:pt x="1073083" y="423337"/>
                </a:cubicBezTo>
                <a:cubicBezTo>
                  <a:pt x="1081550" y="344756"/>
                  <a:pt x="1113123" y="234072"/>
                  <a:pt x="1121766" y="180979"/>
                </a:cubicBezTo>
                <a:cubicBezTo>
                  <a:pt x="1130409" y="127886"/>
                  <a:pt x="1133408" y="120478"/>
                  <a:pt x="1124941" y="104779"/>
                </a:cubicBezTo>
                <a:cubicBezTo>
                  <a:pt x="1116474" y="89080"/>
                  <a:pt x="1097424" y="101074"/>
                  <a:pt x="1070966" y="86787"/>
                </a:cubicBezTo>
                <a:cubicBezTo>
                  <a:pt x="1044508" y="72500"/>
                  <a:pt x="1003233" y="33518"/>
                  <a:pt x="966191" y="19054"/>
                </a:cubicBezTo>
                <a:cubicBezTo>
                  <a:pt x="929149" y="4590"/>
                  <a:pt x="886287" y="4"/>
                  <a:pt x="848716" y="4"/>
                </a:cubicBezTo>
                <a:cubicBezTo>
                  <a:pt x="811145" y="4"/>
                  <a:pt x="763520" y="-790"/>
                  <a:pt x="740766" y="19054"/>
                </a:cubicBezTo>
                <a:cubicBezTo>
                  <a:pt x="718012" y="38898"/>
                  <a:pt x="699492" y="88727"/>
                  <a:pt x="712191" y="119066"/>
                </a:cubicBezTo>
                <a:cubicBezTo>
                  <a:pt x="724890" y="149405"/>
                  <a:pt x="751879" y="175600"/>
                  <a:pt x="750291" y="201088"/>
                </a:cubicBezTo>
                <a:cubicBezTo>
                  <a:pt x="748704" y="226576"/>
                  <a:pt x="730271" y="255151"/>
                  <a:pt x="702666" y="271996"/>
                </a:cubicBezTo>
                <a:cubicBezTo>
                  <a:pt x="675061" y="288841"/>
                  <a:pt x="623642" y="300219"/>
                  <a:pt x="584660" y="302159"/>
                </a:cubicBezTo>
                <a:cubicBezTo>
                  <a:pt x="545678" y="304099"/>
                  <a:pt x="498142" y="299071"/>
                  <a:pt x="468774" y="283637"/>
                </a:cubicBezTo>
                <a:cubicBezTo>
                  <a:pt x="439406" y="268203"/>
                  <a:pt x="410742" y="237246"/>
                  <a:pt x="408449" y="209553"/>
                </a:cubicBezTo>
                <a:cubicBezTo>
                  <a:pt x="406156" y="181860"/>
                  <a:pt x="450959" y="145525"/>
                  <a:pt x="455016" y="117479"/>
                </a:cubicBezTo>
                <a:cubicBezTo>
                  <a:pt x="459073" y="89433"/>
                  <a:pt x="457133" y="54508"/>
                  <a:pt x="432791" y="41279"/>
                </a:cubicBezTo>
                <a:cubicBezTo>
                  <a:pt x="408449" y="28050"/>
                  <a:pt x="357120" y="27874"/>
                  <a:pt x="308966" y="38104"/>
                </a:cubicBezTo>
                <a:cubicBezTo>
                  <a:pt x="260812" y="48335"/>
                  <a:pt x="183024" y="86258"/>
                  <a:pt x="143866" y="102662"/>
                </a:cubicBezTo>
                <a:cubicBezTo>
                  <a:pt x="104708" y="119066"/>
                  <a:pt x="59551" y="138822"/>
                  <a:pt x="35915" y="155579"/>
                </a:cubicBezTo>
                <a:cubicBezTo>
                  <a:pt x="12279" y="172336"/>
                  <a:pt x="7341" y="119596"/>
                  <a:pt x="2049" y="203204"/>
                </a:cubicBez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>
                <a:alpha val="3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0D1BD4-578E-F73C-C53A-84895DBBC2B3}"/>
              </a:ext>
            </a:extLst>
          </p:cNvPr>
          <p:cNvSpPr/>
          <p:nvPr/>
        </p:nvSpPr>
        <p:spPr>
          <a:xfrm>
            <a:off x="1139593" y="4851831"/>
            <a:ext cx="2425002" cy="1502401"/>
          </a:xfrm>
          <a:custGeom>
            <a:avLst/>
            <a:gdLst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27354 w 2424582"/>
              <a:gd name="connsiteY38" fmla="*/ 677019 h 1506752"/>
              <a:gd name="connsiteX39" fmla="*/ 273920 w 2424582"/>
              <a:gd name="connsiteY39" fmla="*/ 850586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27354 w 2424582"/>
              <a:gd name="connsiteY38" fmla="*/ 677019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26219 h 1506752"/>
              <a:gd name="connsiteX38" fmla="*/ 217829 w 2424582"/>
              <a:gd name="connsiteY38" fmla="*/ 688132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454 w 2424582"/>
              <a:gd name="connsiteY0" fmla="*/ 1489819 h 1506752"/>
              <a:gd name="connsiteX1" fmla="*/ 1137520 w 2424582"/>
              <a:gd name="connsiteY1" fmla="*/ 1506752 h 1506752"/>
              <a:gd name="connsiteX2" fmla="*/ 2030754 w 2424582"/>
              <a:gd name="connsiteY2" fmla="*/ 1506752 h 1506752"/>
              <a:gd name="connsiteX3" fmla="*/ 2161987 w 2424582"/>
              <a:gd name="connsiteY3" fmla="*/ 1464419 h 1506752"/>
              <a:gd name="connsiteX4" fmla="*/ 2132354 w 2424582"/>
              <a:gd name="connsiteY4" fmla="*/ 1324719 h 1506752"/>
              <a:gd name="connsiteX5" fmla="*/ 2102720 w 2424582"/>
              <a:gd name="connsiteY5" fmla="*/ 1151152 h 1506752"/>
              <a:gd name="connsiteX6" fmla="*/ 2136587 w 2424582"/>
              <a:gd name="connsiteY6" fmla="*/ 1024152 h 1506752"/>
              <a:gd name="connsiteX7" fmla="*/ 2178920 w 2424582"/>
              <a:gd name="connsiteY7" fmla="*/ 986052 h 1506752"/>
              <a:gd name="connsiteX8" fmla="*/ 2233954 w 2424582"/>
              <a:gd name="connsiteY8" fmla="*/ 1045319 h 1506752"/>
              <a:gd name="connsiteX9" fmla="*/ 2301687 w 2424582"/>
              <a:gd name="connsiteY9" fmla="*/ 1062252 h 1506752"/>
              <a:gd name="connsiteX10" fmla="*/ 2394820 w 2424582"/>
              <a:gd name="connsiteY10" fmla="*/ 981819 h 1506752"/>
              <a:gd name="connsiteX11" fmla="*/ 2424454 w 2424582"/>
              <a:gd name="connsiteY11" fmla="*/ 859052 h 1506752"/>
              <a:gd name="connsiteX12" fmla="*/ 2399054 w 2424582"/>
              <a:gd name="connsiteY12" fmla="*/ 723586 h 1506752"/>
              <a:gd name="connsiteX13" fmla="*/ 2276287 w 2424582"/>
              <a:gd name="connsiteY13" fmla="*/ 681252 h 1506752"/>
              <a:gd name="connsiteX14" fmla="*/ 2183154 w 2424582"/>
              <a:gd name="connsiteY14" fmla="*/ 706652 h 1506752"/>
              <a:gd name="connsiteX15" fmla="*/ 2204320 w 2424582"/>
              <a:gd name="connsiteY15" fmla="*/ 478052 h 1506752"/>
              <a:gd name="connsiteX16" fmla="*/ 2229720 w 2424582"/>
              <a:gd name="connsiteY16" fmla="*/ 253686 h 1506752"/>
              <a:gd name="connsiteX17" fmla="*/ 2238187 w 2424582"/>
              <a:gd name="connsiteY17" fmla="*/ 92819 h 1506752"/>
              <a:gd name="connsiteX18" fmla="*/ 2140820 w 2424582"/>
              <a:gd name="connsiteY18" fmla="*/ 126686 h 1506752"/>
              <a:gd name="connsiteX19" fmla="*/ 1946087 w 2424582"/>
              <a:gd name="connsiteY19" fmla="*/ 173252 h 1506752"/>
              <a:gd name="connsiteX20" fmla="*/ 1535454 w 2424582"/>
              <a:gd name="connsiteY20" fmla="*/ 224052 h 1506752"/>
              <a:gd name="connsiteX21" fmla="*/ 1306854 w 2424582"/>
              <a:gd name="connsiteY21" fmla="*/ 211352 h 1506752"/>
              <a:gd name="connsiteX22" fmla="*/ 1340720 w 2424582"/>
              <a:gd name="connsiteY22" fmla="*/ 130919 h 1506752"/>
              <a:gd name="connsiteX23" fmla="*/ 1353420 w 2424582"/>
              <a:gd name="connsiteY23" fmla="*/ 58952 h 1506752"/>
              <a:gd name="connsiteX24" fmla="*/ 1205254 w 2424582"/>
              <a:gd name="connsiteY24" fmla="*/ 3919 h 1506752"/>
              <a:gd name="connsiteX25" fmla="*/ 1018987 w 2424582"/>
              <a:gd name="connsiteY25" fmla="*/ 8152 h 1506752"/>
              <a:gd name="connsiteX26" fmla="*/ 913154 w 2424582"/>
              <a:gd name="connsiteY26" fmla="*/ 37786 h 1506752"/>
              <a:gd name="connsiteX27" fmla="*/ 900454 w 2424582"/>
              <a:gd name="connsiteY27" fmla="*/ 71652 h 1506752"/>
              <a:gd name="connsiteX28" fmla="*/ 942787 w 2424582"/>
              <a:gd name="connsiteY28" fmla="*/ 198652 h 1506752"/>
              <a:gd name="connsiteX29" fmla="*/ 849654 w 2424582"/>
              <a:gd name="connsiteY29" fmla="*/ 249452 h 1506752"/>
              <a:gd name="connsiteX30" fmla="*/ 553320 w 2424582"/>
              <a:gd name="connsiteY30" fmla="*/ 240986 h 1506752"/>
              <a:gd name="connsiteX31" fmla="*/ 163854 w 2424582"/>
              <a:gd name="connsiteY31" fmla="*/ 181719 h 1506752"/>
              <a:gd name="connsiteX32" fmla="*/ 74954 w 2424582"/>
              <a:gd name="connsiteY32" fmla="*/ 147852 h 1506752"/>
              <a:gd name="connsiteX33" fmla="*/ 62254 w 2424582"/>
              <a:gd name="connsiteY33" fmla="*/ 245219 h 1506752"/>
              <a:gd name="connsiteX34" fmla="*/ 2987 w 2424582"/>
              <a:gd name="connsiteY34" fmla="*/ 507686 h 1506752"/>
              <a:gd name="connsiteX35" fmla="*/ 15687 w 2424582"/>
              <a:gd name="connsiteY35" fmla="*/ 672786 h 1506752"/>
              <a:gd name="connsiteX36" fmla="*/ 74954 w 2424582"/>
              <a:gd name="connsiteY36" fmla="*/ 655852 h 1506752"/>
              <a:gd name="connsiteX37" fmla="*/ 138454 w 2424582"/>
              <a:gd name="connsiteY37" fmla="*/ 642094 h 1506752"/>
              <a:gd name="connsiteX38" fmla="*/ 217829 w 2424582"/>
              <a:gd name="connsiteY38" fmla="*/ 688132 h 1506752"/>
              <a:gd name="connsiteX39" fmla="*/ 259632 w 2424582"/>
              <a:gd name="connsiteY39" fmla="*/ 860111 h 1506752"/>
              <a:gd name="connsiteX40" fmla="*/ 176554 w 2424582"/>
              <a:gd name="connsiteY40" fmla="*/ 1002986 h 1506752"/>
              <a:gd name="connsiteX41" fmla="*/ 66487 w 2424582"/>
              <a:gd name="connsiteY41" fmla="*/ 960652 h 1506752"/>
              <a:gd name="connsiteX42" fmla="*/ 32620 w 2424582"/>
              <a:gd name="connsiteY42" fmla="*/ 1007219 h 1506752"/>
              <a:gd name="connsiteX43" fmla="*/ 58020 w 2424582"/>
              <a:gd name="connsiteY43" fmla="*/ 1218886 h 1506752"/>
              <a:gd name="connsiteX44" fmla="*/ 138454 w 242458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6907 w 2425002"/>
              <a:gd name="connsiteY41" fmla="*/ 960652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18249 w 2425002"/>
              <a:gd name="connsiteY38" fmla="*/ 688132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0874 w 2425002"/>
              <a:gd name="connsiteY27" fmla="*/ 71652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24599 w 2425002"/>
              <a:gd name="connsiteY38" fmla="*/ 689720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89819 h 1506752"/>
              <a:gd name="connsiteX1" fmla="*/ 1137940 w 2425002"/>
              <a:gd name="connsiteY1" fmla="*/ 1506752 h 1506752"/>
              <a:gd name="connsiteX2" fmla="*/ 2031174 w 2425002"/>
              <a:gd name="connsiteY2" fmla="*/ 1506752 h 1506752"/>
              <a:gd name="connsiteX3" fmla="*/ 2162407 w 2425002"/>
              <a:gd name="connsiteY3" fmla="*/ 1464419 h 1506752"/>
              <a:gd name="connsiteX4" fmla="*/ 2132774 w 2425002"/>
              <a:gd name="connsiteY4" fmla="*/ 1324719 h 1506752"/>
              <a:gd name="connsiteX5" fmla="*/ 2103140 w 2425002"/>
              <a:gd name="connsiteY5" fmla="*/ 1151152 h 1506752"/>
              <a:gd name="connsiteX6" fmla="*/ 2137007 w 2425002"/>
              <a:gd name="connsiteY6" fmla="*/ 1024152 h 1506752"/>
              <a:gd name="connsiteX7" fmla="*/ 2179340 w 2425002"/>
              <a:gd name="connsiteY7" fmla="*/ 986052 h 1506752"/>
              <a:gd name="connsiteX8" fmla="*/ 2234374 w 2425002"/>
              <a:gd name="connsiteY8" fmla="*/ 1045319 h 1506752"/>
              <a:gd name="connsiteX9" fmla="*/ 2302107 w 2425002"/>
              <a:gd name="connsiteY9" fmla="*/ 1062252 h 1506752"/>
              <a:gd name="connsiteX10" fmla="*/ 2395240 w 2425002"/>
              <a:gd name="connsiteY10" fmla="*/ 981819 h 1506752"/>
              <a:gd name="connsiteX11" fmla="*/ 2424874 w 2425002"/>
              <a:gd name="connsiteY11" fmla="*/ 859052 h 1506752"/>
              <a:gd name="connsiteX12" fmla="*/ 2399474 w 2425002"/>
              <a:gd name="connsiteY12" fmla="*/ 723586 h 1506752"/>
              <a:gd name="connsiteX13" fmla="*/ 2276707 w 2425002"/>
              <a:gd name="connsiteY13" fmla="*/ 681252 h 1506752"/>
              <a:gd name="connsiteX14" fmla="*/ 2183574 w 2425002"/>
              <a:gd name="connsiteY14" fmla="*/ 706652 h 1506752"/>
              <a:gd name="connsiteX15" fmla="*/ 2204740 w 2425002"/>
              <a:gd name="connsiteY15" fmla="*/ 478052 h 1506752"/>
              <a:gd name="connsiteX16" fmla="*/ 2230140 w 2425002"/>
              <a:gd name="connsiteY16" fmla="*/ 253686 h 1506752"/>
              <a:gd name="connsiteX17" fmla="*/ 2238607 w 2425002"/>
              <a:gd name="connsiteY17" fmla="*/ 92819 h 1506752"/>
              <a:gd name="connsiteX18" fmla="*/ 2141240 w 2425002"/>
              <a:gd name="connsiteY18" fmla="*/ 126686 h 1506752"/>
              <a:gd name="connsiteX19" fmla="*/ 1946507 w 2425002"/>
              <a:gd name="connsiteY19" fmla="*/ 173252 h 1506752"/>
              <a:gd name="connsiteX20" fmla="*/ 1535874 w 2425002"/>
              <a:gd name="connsiteY20" fmla="*/ 224052 h 1506752"/>
              <a:gd name="connsiteX21" fmla="*/ 1307274 w 2425002"/>
              <a:gd name="connsiteY21" fmla="*/ 211352 h 1506752"/>
              <a:gd name="connsiteX22" fmla="*/ 1341140 w 2425002"/>
              <a:gd name="connsiteY22" fmla="*/ 130919 h 1506752"/>
              <a:gd name="connsiteX23" fmla="*/ 1353840 w 2425002"/>
              <a:gd name="connsiteY23" fmla="*/ 58952 h 1506752"/>
              <a:gd name="connsiteX24" fmla="*/ 1205674 w 2425002"/>
              <a:gd name="connsiteY24" fmla="*/ 3919 h 1506752"/>
              <a:gd name="connsiteX25" fmla="*/ 1019407 w 2425002"/>
              <a:gd name="connsiteY25" fmla="*/ 8152 h 1506752"/>
              <a:gd name="connsiteX26" fmla="*/ 913574 w 2425002"/>
              <a:gd name="connsiteY26" fmla="*/ 37786 h 1506752"/>
              <a:gd name="connsiteX27" fmla="*/ 902461 w 2425002"/>
              <a:gd name="connsiteY27" fmla="*/ 100227 h 1506752"/>
              <a:gd name="connsiteX28" fmla="*/ 943207 w 2425002"/>
              <a:gd name="connsiteY28" fmla="*/ 198652 h 1506752"/>
              <a:gd name="connsiteX29" fmla="*/ 850074 w 2425002"/>
              <a:gd name="connsiteY29" fmla="*/ 249452 h 1506752"/>
              <a:gd name="connsiteX30" fmla="*/ 553740 w 2425002"/>
              <a:gd name="connsiteY30" fmla="*/ 240986 h 1506752"/>
              <a:gd name="connsiteX31" fmla="*/ 164274 w 2425002"/>
              <a:gd name="connsiteY31" fmla="*/ 181719 h 1506752"/>
              <a:gd name="connsiteX32" fmla="*/ 75374 w 2425002"/>
              <a:gd name="connsiteY32" fmla="*/ 147852 h 1506752"/>
              <a:gd name="connsiteX33" fmla="*/ 62674 w 2425002"/>
              <a:gd name="connsiteY33" fmla="*/ 245219 h 1506752"/>
              <a:gd name="connsiteX34" fmla="*/ 3407 w 2425002"/>
              <a:gd name="connsiteY34" fmla="*/ 507686 h 1506752"/>
              <a:gd name="connsiteX35" fmla="*/ 14520 w 2425002"/>
              <a:gd name="connsiteY35" fmla="*/ 687074 h 1506752"/>
              <a:gd name="connsiteX36" fmla="*/ 75374 w 2425002"/>
              <a:gd name="connsiteY36" fmla="*/ 655852 h 1506752"/>
              <a:gd name="connsiteX37" fmla="*/ 138874 w 2425002"/>
              <a:gd name="connsiteY37" fmla="*/ 642094 h 1506752"/>
              <a:gd name="connsiteX38" fmla="*/ 224599 w 2425002"/>
              <a:gd name="connsiteY38" fmla="*/ 689720 h 1506752"/>
              <a:gd name="connsiteX39" fmla="*/ 260052 w 2425002"/>
              <a:gd name="connsiteY39" fmla="*/ 860111 h 1506752"/>
              <a:gd name="connsiteX40" fmla="*/ 176974 w 2425002"/>
              <a:gd name="connsiteY40" fmla="*/ 1002986 h 1506752"/>
              <a:gd name="connsiteX41" fmla="*/ 63732 w 2425002"/>
              <a:gd name="connsiteY41" fmla="*/ 968590 h 1506752"/>
              <a:gd name="connsiteX42" fmla="*/ 33040 w 2425002"/>
              <a:gd name="connsiteY42" fmla="*/ 1007219 h 1506752"/>
              <a:gd name="connsiteX43" fmla="*/ 58440 w 2425002"/>
              <a:gd name="connsiteY43" fmla="*/ 1218886 h 1506752"/>
              <a:gd name="connsiteX44" fmla="*/ 138874 w 2425002"/>
              <a:gd name="connsiteY44" fmla="*/ 1489819 h 1506752"/>
              <a:gd name="connsiteX0" fmla="*/ 138874 w 2425002"/>
              <a:gd name="connsiteY0" fmla="*/ 1490064 h 1506997"/>
              <a:gd name="connsiteX1" fmla="*/ 1137940 w 2425002"/>
              <a:gd name="connsiteY1" fmla="*/ 1506997 h 1506997"/>
              <a:gd name="connsiteX2" fmla="*/ 2031174 w 2425002"/>
              <a:gd name="connsiteY2" fmla="*/ 1506997 h 1506997"/>
              <a:gd name="connsiteX3" fmla="*/ 2162407 w 2425002"/>
              <a:gd name="connsiteY3" fmla="*/ 1464664 h 1506997"/>
              <a:gd name="connsiteX4" fmla="*/ 2132774 w 2425002"/>
              <a:gd name="connsiteY4" fmla="*/ 1324964 h 1506997"/>
              <a:gd name="connsiteX5" fmla="*/ 2103140 w 2425002"/>
              <a:gd name="connsiteY5" fmla="*/ 1151397 h 1506997"/>
              <a:gd name="connsiteX6" fmla="*/ 2137007 w 2425002"/>
              <a:gd name="connsiteY6" fmla="*/ 1024397 h 1506997"/>
              <a:gd name="connsiteX7" fmla="*/ 2179340 w 2425002"/>
              <a:gd name="connsiteY7" fmla="*/ 986297 h 1506997"/>
              <a:gd name="connsiteX8" fmla="*/ 2234374 w 2425002"/>
              <a:gd name="connsiteY8" fmla="*/ 1045564 h 1506997"/>
              <a:gd name="connsiteX9" fmla="*/ 2302107 w 2425002"/>
              <a:gd name="connsiteY9" fmla="*/ 1062497 h 1506997"/>
              <a:gd name="connsiteX10" fmla="*/ 2395240 w 2425002"/>
              <a:gd name="connsiteY10" fmla="*/ 982064 h 1506997"/>
              <a:gd name="connsiteX11" fmla="*/ 2424874 w 2425002"/>
              <a:gd name="connsiteY11" fmla="*/ 859297 h 1506997"/>
              <a:gd name="connsiteX12" fmla="*/ 2399474 w 2425002"/>
              <a:gd name="connsiteY12" fmla="*/ 723831 h 1506997"/>
              <a:gd name="connsiteX13" fmla="*/ 2276707 w 2425002"/>
              <a:gd name="connsiteY13" fmla="*/ 681497 h 1506997"/>
              <a:gd name="connsiteX14" fmla="*/ 2183574 w 2425002"/>
              <a:gd name="connsiteY14" fmla="*/ 706897 h 1506997"/>
              <a:gd name="connsiteX15" fmla="*/ 2204740 w 2425002"/>
              <a:gd name="connsiteY15" fmla="*/ 478297 h 1506997"/>
              <a:gd name="connsiteX16" fmla="*/ 2230140 w 2425002"/>
              <a:gd name="connsiteY16" fmla="*/ 253931 h 1506997"/>
              <a:gd name="connsiteX17" fmla="*/ 2238607 w 2425002"/>
              <a:gd name="connsiteY17" fmla="*/ 93064 h 1506997"/>
              <a:gd name="connsiteX18" fmla="*/ 2141240 w 2425002"/>
              <a:gd name="connsiteY18" fmla="*/ 126931 h 1506997"/>
              <a:gd name="connsiteX19" fmla="*/ 1946507 w 2425002"/>
              <a:gd name="connsiteY19" fmla="*/ 173497 h 1506997"/>
              <a:gd name="connsiteX20" fmla="*/ 1535874 w 2425002"/>
              <a:gd name="connsiteY20" fmla="*/ 224297 h 1506997"/>
              <a:gd name="connsiteX21" fmla="*/ 1307274 w 2425002"/>
              <a:gd name="connsiteY21" fmla="*/ 211597 h 1506997"/>
              <a:gd name="connsiteX22" fmla="*/ 1341140 w 2425002"/>
              <a:gd name="connsiteY22" fmla="*/ 131164 h 1506997"/>
              <a:gd name="connsiteX23" fmla="*/ 1353840 w 2425002"/>
              <a:gd name="connsiteY23" fmla="*/ 59197 h 1506997"/>
              <a:gd name="connsiteX24" fmla="*/ 1205674 w 2425002"/>
              <a:gd name="connsiteY24" fmla="*/ 4164 h 1506997"/>
              <a:gd name="connsiteX25" fmla="*/ 1019407 w 2425002"/>
              <a:gd name="connsiteY25" fmla="*/ 8397 h 1506997"/>
              <a:gd name="connsiteX26" fmla="*/ 921512 w 2425002"/>
              <a:gd name="connsiteY26" fmla="*/ 44381 h 1506997"/>
              <a:gd name="connsiteX27" fmla="*/ 902461 w 2425002"/>
              <a:gd name="connsiteY27" fmla="*/ 100472 h 1506997"/>
              <a:gd name="connsiteX28" fmla="*/ 943207 w 2425002"/>
              <a:gd name="connsiteY28" fmla="*/ 198897 h 1506997"/>
              <a:gd name="connsiteX29" fmla="*/ 850074 w 2425002"/>
              <a:gd name="connsiteY29" fmla="*/ 249697 h 1506997"/>
              <a:gd name="connsiteX30" fmla="*/ 553740 w 2425002"/>
              <a:gd name="connsiteY30" fmla="*/ 241231 h 1506997"/>
              <a:gd name="connsiteX31" fmla="*/ 164274 w 2425002"/>
              <a:gd name="connsiteY31" fmla="*/ 181964 h 1506997"/>
              <a:gd name="connsiteX32" fmla="*/ 75374 w 2425002"/>
              <a:gd name="connsiteY32" fmla="*/ 148097 h 1506997"/>
              <a:gd name="connsiteX33" fmla="*/ 62674 w 2425002"/>
              <a:gd name="connsiteY33" fmla="*/ 245464 h 1506997"/>
              <a:gd name="connsiteX34" fmla="*/ 3407 w 2425002"/>
              <a:gd name="connsiteY34" fmla="*/ 507931 h 1506997"/>
              <a:gd name="connsiteX35" fmla="*/ 14520 w 2425002"/>
              <a:gd name="connsiteY35" fmla="*/ 687319 h 1506997"/>
              <a:gd name="connsiteX36" fmla="*/ 75374 w 2425002"/>
              <a:gd name="connsiteY36" fmla="*/ 656097 h 1506997"/>
              <a:gd name="connsiteX37" fmla="*/ 138874 w 2425002"/>
              <a:gd name="connsiteY37" fmla="*/ 642339 h 1506997"/>
              <a:gd name="connsiteX38" fmla="*/ 224599 w 2425002"/>
              <a:gd name="connsiteY38" fmla="*/ 689965 h 1506997"/>
              <a:gd name="connsiteX39" fmla="*/ 260052 w 2425002"/>
              <a:gd name="connsiteY39" fmla="*/ 860356 h 1506997"/>
              <a:gd name="connsiteX40" fmla="*/ 176974 w 2425002"/>
              <a:gd name="connsiteY40" fmla="*/ 1003231 h 1506997"/>
              <a:gd name="connsiteX41" fmla="*/ 63732 w 2425002"/>
              <a:gd name="connsiteY41" fmla="*/ 968835 h 1506997"/>
              <a:gd name="connsiteX42" fmla="*/ 33040 w 2425002"/>
              <a:gd name="connsiteY42" fmla="*/ 1007464 h 1506997"/>
              <a:gd name="connsiteX43" fmla="*/ 58440 w 2425002"/>
              <a:gd name="connsiteY43" fmla="*/ 1219131 h 1506997"/>
              <a:gd name="connsiteX44" fmla="*/ 138874 w 2425002"/>
              <a:gd name="connsiteY44" fmla="*/ 1490064 h 1506997"/>
              <a:gd name="connsiteX0" fmla="*/ 138874 w 2425002"/>
              <a:gd name="connsiteY0" fmla="*/ 1488676 h 1505609"/>
              <a:gd name="connsiteX1" fmla="*/ 1137940 w 2425002"/>
              <a:gd name="connsiteY1" fmla="*/ 1505609 h 1505609"/>
              <a:gd name="connsiteX2" fmla="*/ 2031174 w 2425002"/>
              <a:gd name="connsiteY2" fmla="*/ 1505609 h 1505609"/>
              <a:gd name="connsiteX3" fmla="*/ 2162407 w 2425002"/>
              <a:gd name="connsiteY3" fmla="*/ 1463276 h 1505609"/>
              <a:gd name="connsiteX4" fmla="*/ 2132774 w 2425002"/>
              <a:gd name="connsiteY4" fmla="*/ 1323576 h 1505609"/>
              <a:gd name="connsiteX5" fmla="*/ 2103140 w 2425002"/>
              <a:gd name="connsiteY5" fmla="*/ 1150009 h 1505609"/>
              <a:gd name="connsiteX6" fmla="*/ 2137007 w 2425002"/>
              <a:gd name="connsiteY6" fmla="*/ 1023009 h 1505609"/>
              <a:gd name="connsiteX7" fmla="*/ 2179340 w 2425002"/>
              <a:gd name="connsiteY7" fmla="*/ 984909 h 1505609"/>
              <a:gd name="connsiteX8" fmla="*/ 2234374 w 2425002"/>
              <a:gd name="connsiteY8" fmla="*/ 1044176 h 1505609"/>
              <a:gd name="connsiteX9" fmla="*/ 2302107 w 2425002"/>
              <a:gd name="connsiteY9" fmla="*/ 1061109 h 1505609"/>
              <a:gd name="connsiteX10" fmla="*/ 2395240 w 2425002"/>
              <a:gd name="connsiteY10" fmla="*/ 980676 h 1505609"/>
              <a:gd name="connsiteX11" fmla="*/ 2424874 w 2425002"/>
              <a:gd name="connsiteY11" fmla="*/ 857909 h 1505609"/>
              <a:gd name="connsiteX12" fmla="*/ 2399474 w 2425002"/>
              <a:gd name="connsiteY12" fmla="*/ 722443 h 1505609"/>
              <a:gd name="connsiteX13" fmla="*/ 2276707 w 2425002"/>
              <a:gd name="connsiteY13" fmla="*/ 680109 h 1505609"/>
              <a:gd name="connsiteX14" fmla="*/ 2183574 w 2425002"/>
              <a:gd name="connsiteY14" fmla="*/ 705509 h 1505609"/>
              <a:gd name="connsiteX15" fmla="*/ 2204740 w 2425002"/>
              <a:gd name="connsiteY15" fmla="*/ 476909 h 1505609"/>
              <a:gd name="connsiteX16" fmla="*/ 2230140 w 2425002"/>
              <a:gd name="connsiteY16" fmla="*/ 252543 h 1505609"/>
              <a:gd name="connsiteX17" fmla="*/ 2238607 w 2425002"/>
              <a:gd name="connsiteY17" fmla="*/ 91676 h 1505609"/>
              <a:gd name="connsiteX18" fmla="*/ 2141240 w 2425002"/>
              <a:gd name="connsiteY18" fmla="*/ 125543 h 1505609"/>
              <a:gd name="connsiteX19" fmla="*/ 1946507 w 2425002"/>
              <a:gd name="connsiteY19" fmla="*/ 172109 h 1505609"/>
              <a:gd name="connsiteX20" fmla="*/ 1535874 w 2425002"/>
              <a:gd name="connsiteY20" fmla="*/ 222909 h 1505609"/>
              <a:gd name="connsiteX21" fmla="*/ 1307274 w 2425002"/>
              <a:gd name="connsiteY21" fmla="*/ 210209 h 1505609"/>
              <a:gd name="connsiteX22" fmla="*/ 1341140 w 2425002"/>
              <a:gd name="connsiteY22" fmla="*/ 129776 h 1505609"/>
              <a:gd name="connsiteX23" fmla="*/ 1353840 w 2425002"/>
              <a:gd name="connsiteY23" fmla="*/ 57809 h 1505609"/>
              <a:gd name="connsiteX24" fmla="*/ 1205674 w 2425002"/>
              <a:gd name="connsiteY24" fmla="*/ 2776 h 1505609"/>
              <a:gd name="connsiteX25" fmla="*/ 1028932 w 2425002"/>
              <a:gd name="connsiteY25" fmla="*/ 11772 h 1505609"/>
              <a:gd name="connsiteX26" fmla="*/ 921512 w 2425002"/>
              <a:gd name="connsiteY26" fmla="*/ 42993 h 1505609"/>
              <a:gd name="connsiteX27" fmla="*/ 902461 w 2425002"/>
              <a:gd name="connsiteY27" fmla="*/ 99084 h 1505609"/>
              <a:gd name="connsiteX28" fmla="*/ 943207 w 2425002"/>
              <a:gd name="connsiteY28" fmla="*/ 197509 h 1505609"/>
              <a:gd name="connsiteX29" fmla="*/ 850074 w 2425002"/>
              <a:gd name="connsiteY29" fmla="*/ 248309 h 1505609"/>
              <a:gd name="connsiteX30" fmla="*/ 553740 w 2425002"/>
              <a:gd name="connsiteY30" fmla="*/ 239843 h 1505609"/>
              <a:gd name="connsiteX31" fmla="*/ 164274 w 2425002"/>
              <a:gd name="connsiteY31" fmla="*/ 180576 h 1505609"/>
              <a:gd name="connsiteX32" fmla="*/ 75374 w 2425002"/>
              <a:gd name="connsiteY32" fmla="*/ 146709 h 1505609"/>
              <a:gd name="connsiteX33" fmla="*/ 62674 w 2425002"/>
              <a:gd name="connsiteY33" fmla="*/ 244076 h 1505609"/>
              <a:gd name="connsiteX34" fmla="*/ 3407 w 2425002"/>
              <a:gd name="connsiteY34" fmla="*/ 506543 h 1505609"/>
              <a:gd name="connsiteX35" fmla="*/ 14520 w 2425002"/>
              <a:gd name="connsiteY35" fmla="*/ 685931 h 1505609"/>
              <a:gd name="connsiteX36" fmla="*/ 75374 w 2425002"/>
              <a:gd name="connsiteY36" fmla="*/ 654709 h 1505609"/>
              <a:gd name="connsiteX37" fmla="*/ 138874 w 2425002"/>
              <a:gd name="connsiteY37" fmla="*/ 640951 h 1505609"/>
              <a:gd name="connsiteX38" fmla="*/ 224599 w 2425002"/>
              <a:gd name="connsiteY38" fmla="*/ 688577 h 1505609"/>
              <a:gd name="connsiteX39" fmla="*/ 260052 w 2425002"/>
              <a:gd name="connsiteY39" fmla="*/ 858968 h 1505609"/>
              <a:gd name="connsiteX40" fmla="*/ 176974 w 2425002"/>
              <a:gd name="connsiteY40" fmla="*/ 1001843 h 1505609"/>
              <a:gd name="connsiteX41" fmla="*/ 63732 w 2425002"/>
              <a:gd name="connsiteY41" fmla="*/ 967447 h 1505609"/>
              <a:gd name="connsiteX42" fmla="*/ 33040 w 2425002"/>
              <a:gd name="connsiteY42" fmla="*/ 1006076 h 1505609"/>
              <a:gd name="connsiteX43" fmla="*/ 58440 w 2425002"/>
              <a:gd name="connsiteY43" fmla="*/ 1217743 h 1505609"/>
              <a:gd name="connsiteX44" fmla="*/ 138874 w 2425002"/>
              <a:gd name="connsiteY44" fmla="*/ 1488676 h 1505609"/>
              <a:gd name="connsiteX0" fmla="*/ 138874 w 2425002"/>
              <a:gd name="connsiteY0" fmla="*/ 1484764 h 1501697"/>
              <a:gd name="connsiteX1" fmla="*/ 1137940 w 2425002"/>
              <a:gd name="connsiteY1" fmla="*/ 1501697 h 1501697"/>
              <a:gd name="connsiteX2" fmla="*/ 2031174 w 2425002"/>
              <a:gd name="connsiteY2" fmla="*/ 1501697 h 1501697"/>
              <a:gd name="connsiteX3" fmla="*/ 2162407 w 2425002"/>
              <a:gd name="connsiteY3" fmla="*/ 1459364 h 1501697"/>
              <a:gd name="connsiteX4" fmla="*/ 2132774 w 2425002"/>
              <a:gd name="connsiteY4" fmla="*/ 1319664 h 1501697"/>
              <a:gd name="connsiteX5" fmla="*/ 2103140 w 2425002"/>
              <a:gd name="connsiteY5" fmla="*/ 1146097 h 1501697"/>
              <a:gd name="connsiteX6" fmla="*/ 2137007 w 2425002"/>
              <a:gd name="connsiteY6" fmla="*/ 1019097 h 1501697"/>
              <a:gd name="connsiteX7" fmla="*/ 2179340 w 2425002"/>
              <a:gd name="connsiteY7" fmla="*/ 980997 h 1501697"/>
              <a:gd name="connsiteX8" fmla="*/ 2234374 w 2425002"/>
              <a:gd name="connsiteY8" fmla="*/ 1040264 h 1501697"/>
              <a:gd name="connsiteX9" fmla="*/ 2302107 w 2425002"/>
              <a:gd name="connsiteY9" fmla="*/ 1057197 h 1501697"/>
              <a:gd name="connsiteX10" fmla="*/ 2395240 w 2425002"/>
              <a:gd name="connsiteY10" fmla="*/ 976764 h 1501697"/>
              <a:gd name="connsiteX11" fmla="*/ 2424874 w 2425002"/>
              <a:gd name="connsiteY11" fmla="*/ 853997 h 1501697"/>
              <a:gd name="connsiteX12" fmla="*/ 2399474 w 2425002"/>
              <a:gd name="connsiteY12" fmla="*/ 718531 h 1501697"/>
              <a:gd name="connsiteX13" fmla="*/ 2276707 w 2425002"/>
              <a:gd name="connsiteY13" fmla="*/ 676197 h 1501697"/>
              <a:gd name="connsiteX14" fmla="*/ 2183574 w 2425002"/>
              <a:gd name="connsiteY14" fmla="*/ 701597 h 1501697"/>
              <a:gd name="connsiteX15" fmla="*/ 2204740 w 2425002"/>
              <a:gd name="connsiteY15" fmla="*/ 472997 h 1501697"/>
              <a:gd name="connsiteX16" fmla="*/ 2230140 w 2425002"/>
              <a:gd name="connsiteY16" fmla="*/ 248631 h 1501697"/>
              <a:gd name="connsiteX17" fmla="*/ 2238607 w 2425002"/>
              <a:gd name="connsiteY17" fmla="*/ 87764 h 1501697"/>
              <a:gd name="connsiteX18" fmla="*/ 2141240 w 2425002"/>
              <a:gd name="connsiteY18" fmla="*/ 121631 h 1501697"/>
              <a:gd name="connsiteX19" fmla="*/ 1946507 w 2425002"/>
              <a:gd name="connsiteY19" fmla="*/ 168197 h 1501697"/>
              <a:gd name="connsiteX20" fmla="*/ 1535874 w 2425002"/>
              <a:gd name="connsiteY20" fmla="*/ 218997 h 1501697"/>
              <a:gd name="connsiteX21" fmla="*/ 1307274 w 2425002"/>
              <a:gd name="connsiteY21" fmla="*/ 206297 h 1501697"/>
              <a:gd name="connsiteX22" fmla="*/ 1341140 w 2425002"/>
              <a:gd name="connsiteY22" fmla="*/ 125864 h 1501697"/>
              <a:gd name="connsiteX23" fmla="*/ 1353840 w 2425002"/>
              <a:gd name="connsiteY23" fmla="*/ 53897 h 1501697"/>
              <a:gd name="connsiteX24" fmla="*/ 1213612 w 2425002"/>
              <a:gd name="connsiteY24" fmla="*/ 3627 h 1501697"/>
              <a:gd name="connsiteX25" fmla="*/ 1028932 w 2425002"/>
              <a:gd name="connsiteY25" fmla="*/ 7860 h 1501697"/>
              <a:gd name="connsiteX26" fmla="*/ 921512 w 2425002"/>
              <a:gd name="connsiteY26" fmla="*/ 39081 h 1501697"/>
              <a:gd name="connsiteX27" fmla="*/ 902461 w 2425002"/>
              <a:gd name="connsiteY27" fmla="*/ 95172 h 1501697"/>
              <a:gd name="connsiteX28" fmla="*/ 943207 w 2425002"/>
              <a:gd name="connsiteY28" fmla="*/ 193597 h 1501697"/>
              <a:gd name="connsiteX29" fmla="*/ 850074 w 2425002"/>
              <a:gd name="connsiteY29" fmla="*/ 244397 h 1501697"/>
              <a:gd name="connsiteX30" fmla="*/ 553740 w 2425002"/>
              <a:gd name="connsiteY30" fmla="*/ 235931 h 1501697"/>
              <a:gd name="connsiteX31" fmla="*/ 164274 w 2425002"/>
              <a:gd name="connsiteY31" fmla="*/ 176664 h 1501697"/>
              <a:gd name="connsiteX32" fmla="*/ 75374 w 2425002"/>
              <a:gd name="connsiteY32" fmla="*/ 142797 h 1501697"/>
              <a:gd name="connsiteX33" fmla="*/ 62674 w 2425002"/>
              <a:gd name="connsiteY33" fmla="*/ 240164 h 1501697"/>
              <a:gd name="connsiteX34" fmla="*/ 3407 w 2425002"/>
              <a:gd name="connsiteY34" fmla="*/ 502631 h 1501697"/>
              <a:gd name="connsiteX35" fmla="*/ 14520 w 2425002"/>
              <a:gd name="connsiteY35" fmla="*/ 682019 h 1501697"/>
              <a:gd name="connsiteX36" fmla="*/ 75374 w 2425002"/>
              <a:gd name="connsiteY36" fmla="*/ 650797 h 1501697"/>
              <a:gd name="connsiteX37" fmla="*/ 138874 w 2425002"/>
              <a:gd name="connsiteY37" fmla="*/ 637039 h 1501697"/>
              <a:gd name="connsiteX38" fmla="*/ 224599 w 2425002"/>
              <a:gd name="connsiteY38" fmla="*/ 684665 h 1501697"/>
              <a:gd name="connsiteX39" fmla="*/ 260052 w 2425002"/>
              <a:gd name="connsiteY39" fmla="*/ 855056 h 1501697"/>
              <a:gd name="connsiteX40" fmla="*/ 176974 w 2425002"/>
              <a:gd name="connsiteY40" fmla="*/ 997931 h 1501697"/>
              <a:gd name="connsiteX41" fmla="*/ 63732 w 2425002"/>
              <a:gd name="connsiteY41" fmla="*/ 963535 h 1501697"/>
              <a:gd name="connsiteX42" fmla="*/ 33040 w 2425002"/>
              <a:gd name="connsiteY42" fmla="*/ 1002164 h 1501697"/>
              <a:gd name="connsiteX43" fmla="*/ 58440 w 2425002"/>
              <a:gd name="connsiteY43" fmla="*/ 1213831 h 1501697"/>
              <a:gd name="connsiteX44" fmla="*/ 138874 w 2425002"/>
              <a:gd name="connsiteY44" fmla="*/ 1484764 h 1501697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7274 w 2425002"/>
              <a:gd name="connsiteY21" fmla="*/ 207001 h 1502401"/>
              <a:gd name="connsiteX22" fmla="*/ 1341140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7274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04099 w 2425002"/>
              <a:gd name="connsiteY21" fmla="*/ 203826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1562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38607 w 2425002"/>
              <a:gd name="connsiteY17" fmla="*/ 88468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  <a:gd name="connsiteX0" fmla="*/ 138874 w 2425002"/>
              <a:gd name="connsiteY0" fmla="*/ 1485468 h 1502401"/>
              <a:gd name="connsiteX1" fmla="*/ 1137940 w 2425002"/>
              <a:gd name="connsiteY1" fmla="*/ 1502401 h 1502401"/>
              <a:gd name="connsiteX2" fmla="*/ 2031174 w 2425002"/>
              <a:gd name="connsiteY2" fmla="*/ 1502401 h 1502401"/>
              <a:gd name="connsiteX3" fmla="*/ 2162407 w 2425002"/>
              <a:gd name="connsiteY3" fmla="*/ 1460068 h 1502401"/>
              <a:gd name="connsiteX4" fmla="*/ 2132774 w 2425002"/>
              <a:gd name="connsiteY4" fmla="*/ 1320368 h 1502401"/>
              <a:gd name="connsiteX5" fmla="*/ 2103140 w 2425002"/>
              <a:gd name="connsiteY5" fmla="*/ 1146801 h 1502401"/>
              <a:gd name="connsiteX6" fmla="*/ 2137007 w 2425002"/>
              <a:gd name="connsiteY6" fmla="*/ 1019801 h 1502401"/>
              <a:gd name="connsiteX7" fmla="*/ 2179340 w 2425002"/>
              <a:gd name="connsiteY7" fmla="*/ 981701 h 1502401"/>
              <a:gd name="connsiteX8" fmla="*/ 2234374 w 2425002"/>
              <a:gd name="connsiteY8" fmla="*/ 1040968 h 1502401"/>
              <a:gd name="connsiteX9" fmla="*/ 2302107 w 2425002"/>
              <a:gd name="connsiteY9" fmla="*/ 1057901 h 1502401"/>
              <a:gd name="connsiteX10" fmla="*/ 2395240 w 2425002"/>
              <a:gd name="connsiteY10" fmla="*/ 977468 h 1502401"/>
              <a:gd name="connsiteX11" fmla="*/ 2424874 w 2425002"/>
              <a:gd name="connsiteY11" fmla="*/ 854701 h 1502401"/>
              <a:gd name="connsiteX12" fmla="*/ 2399474 w 2425002"/>
              <a:gd name="connsiteY12" fmla="*/ 719235 h 1502401"/>
              <a:gd name="connsiteX13" fmla="*/ 2276707 w 2425002"/>
              <a:gd name="connsiteY13" fmla="*/ 676901 h 1502401"/>
              <a:gd name="connsiteX14" fmla="*/ 2183574 w 2425002"/>
              <a:gd name="connsiteY14" fmla="*/ 702301 h 1502401"/>
              <a:gd name="connsiteX15" fmla="*/ 2204740 w 2425002"/>
              <a:gd name="connsiteY15" fmla="*/ 473701 h 1502401"/>
              <a:gd name="connsiteX16" fmla="*/ 2230140 w 2425002"/>
              <a:gd name="connsiteY16" fmla="*/ 249335 h 1502401"/>
              <a:gd name="connsiteX17" fmla="*/ 2241782 w 2425002"/>
              <a:gd name="connsiteY17" fmla="*/ 96406 h 1502401"/>
              <a:gd name="connsiteX18" fmla="*/ 2141240 w 2425002"/>
              <a:gd name="connsiteY18" fmla="*/ 122335 h 1502401"/>
              <a:gd name="connsiteX19" fmla="*/ 1946507 w 2425002"/>
              <a:gd name="connsiteY19" fmla="*/ 168901 h 1502401"/>
              <a:gd name="connsiteX20" fmla="*/ 1535874 w 2425002"/>
              <a:gd name="connsiteY20" fmla="*/ 219701 h 1502401"/>
              <a:gd name="connsiteX21" fmla="*/ 1326325 w 2425002"/>
              <a:gd name="connsiteY21" fmla="*/ 207001 h 1502401"/>
              <a:gd name="connsiteX22" fmla="*/ 1336378 w 2425002"/>
              <a:gd name="connsiteY22" fmla="*/ 126568 h 1502401"/>
              <a:gd name="connsiteX23" fmla="*/ 1350665 w 2425002"/>
              <a:gd name="connsiteY23" fmla="*/ 64126 h 1502401"/>
              <a:gd name="connsiteX24" fmla="*/ 1213612 w 2425002"/>
              <a:gd name="connsiteY24" fmla="*/ 4331 h 1502401"/>
              <a:gd name="connsiteX25" fmla="*/ 1028932 w 2425002"/>
              <a:gd name="connsiteY25" fmla="*/ 8564 h 1502401"/>
              <a:gd name="connsiteX26" fmla="*/ 921512 w 2425002"/>
              <a:gd name="connsiteY26" fmla="*/ 39785 h 1502401"/>
              <a:gd name="connsiteX27" fmla="*/ 902461 w 2425002"/>
              <a:gd name="connsiteY27" fmla="*/ 95876 h 1502401"/>
              <a:gd name="connsiteX28" fmla="*/ 943207 w 2425002"/>
              <a:gd name="connsiteY28" fmla="*/ 194301 h 1502401"/>
              <a:gd name="connsiteX29" fmla="*/ 850074 w 2425002"/>
              <a:gd name="connsiteY29" fmla="*/ 245101 h 1502401"/>
              <a:gd name="connsiteX30" fmla="*/ 553740 w 2425002"/>
              <a:gd name="connsiteY30" fmla="*/ 236635 h 1502401"/>
              <a:gd name="connsiteX31" fmla="*/ 164274 w 2425002"/>
              <a:gd name="connsiteY31" fmla="*/ 177368 h 1502401"/>
              <a:gd name="connsiteX32" fmla="*/ 75374 w 2425002"/>
              <a:gd name="connsiteY32" fmla="*/ 143501 h 1502401"/>
              <a:gd name="connsiteX33" fmla="*/ 62674 w 2425002"/>
              <a:gd name="connsiteY33" fmla="*/ 240868 h 1502401"/>
              <a:gd name="connsiteX34" fmla="*/ 3407 w 2425002"/>
              <a:gd name="connsiteY34" fmla="*/ 503335 h 1502401"/>
              <a:gd name="connsiteX35" fmla="*/ 14520 w 2425002"/>
              <a:gd name="connsiteY35" fmla="*/ 682723 h 1502401"/>
              <a:gd name="connsiteX36" fmla="*/ 75374 w 2425002"/>
              <a:gd name="connsiteY36" fmla="*/ 651501 h 1502401"/>
              <a:gd name="connsiteX37" fmla="*/ 138874 w 2425002"/>
              <a:gd name="connsiteY37" fmla="*/ 637743 h 1502401"/>
              <a:gd name="connsiteX38" fmla="*/ 224599 w 2425002"/>
              <a:gd name="connsiteY38" fmla="*/ 685369 h 1502401"/>
              <a:gd name="connsiteX39" fmla="*/ 260052 w 2425002"/>
              <a:gd name="connsiteY39" fmla="*/ 855760 h 1502401"/>
              <a:gd name="connsiteX40" fmla="*/ 176974 w 2425002"/>
              <a:gd name="connsiteY40" fmla="*/ 998635 h 1502401"/>
              <a:gd name="connsiteX41" fmla="*/ 63732 w 2425002"/>
              <a:gd name="connsiteY41" fmla="*/ 964239 h 1502401"/>
              <a:gd name="connsiteX42" fmla="*/ 33040 w 2425002"/>
              <a:gd name="connsiteY42" fmla="*/ 1002868 h 1502401"/>
              <a:gd name="connsiteX43" fmla="*/ 58440 w 2425002"/>
              <a:gd name="connsiteY43" fmla="*/ 1214535 h 1502401"/>
              <a:gd name="connsiteX44" fmla="*/ 138874 w 2425002"/>
              <a:gd name="connsiteY44" fmla="*/ 1485468 h 150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425002" h="1502401">
                <a:moveTo>
                  <a:pt x="138874" y="1485468"/>
                </a:moveTo>
                <a:lnTo>
                  <a:pt x="1137940" y="1502401"/>
                </a:lnTo>
                <a:lnTo>
                  <a:pt x="2031174" y="1502401"/>
                </a:lnTo>
                <a:cubicBezTo>
                  <a:pt x="2201919" y="1495346"/>
                  <a:pt x="2145474" y="1490407"/>
                  <a:pt x="2162407" y="1460068"/>
                </a:cubicBezTo>
                <a:cubicBezTo>
                  <a:pt x="2179340" y="1429729"/>
                  <a:pt x="2142652" y="1372579"/>
                  <a:pt x="2132774" y="1320368"/>
                </a:cubicBezTo>
                <a:cubicBezTo>
                  <a:pt x="2122896" y="1268157"/>
                  <a:pt x="2102435" y="1196895"/>
                  <a:pt x="2103140" y="1146801"/>
                </a:cubicBezTo>
                <a:cubicBezTo>
                  <a:pt x="2103846" y="1096706"/>
                  <a:pt x="2124307" y="1047318"/>
                  <a:pt x="2137007" y="1019801"/>
                </a:cubicBezTo>
                <a:cubicBezTo>
                  <a:pt x="2149707" y="992284"/>
                  <a:pt x="2163112" y="978173"/>
                  <a:pt x="2179340" y="981701"/>
                </a:cubicBezTo>
                <a:cubicBezTo>
                  <a:pt x="2195568" y="985229"/>
                  <a:pt x="2213913" y="1028268"/>
                  <a:pt x="2234374" y="1040968"/>
                </a:cubicBezTo>
                <a:cubicBezTo>
                  <a:pt x="2254835" y="1053668"/>
                  <a:pt x="2275296" y="1068484"/>
                  <a:pt x="2302107" y="1057901"/>
                </a:cubicBezTo>
                <a:cubicBezTo>
                  <a:pt x="2328918" y="1047318"/>
                  <a:pt x="2374779" y="1011335"/>
                  <a:pt x="2395240" y="977468"/>
                </a:cubicBezTo>
                <a:cubicBezTo>
                  <a:pt x="2415701" y="943601"/>
                  <a:pt x="2424168" y="897740"/>
                  <a:pt x="2424874" y="854701"/>
                </a:cubicBezTo>
                <a:cubicBezTo>
                  <a:pt x="2425580" y="811662"/>
                  <a:pt x="2424169" y="748868"/>
                  <a:pt x="2399474" y="719235"/>
                </a:cubicBezTo>
                <a:cubicBezTo>
                  <a:pt x="2374780" y="689602"/>
                  <a:pt x="2312690" y="679723"/>
                  <a:pt x="2276707" y="676901"/>
                </a:cubicBezTo>
                <a:cubicBezTo>
                  <a:pt x="2240724" y="674079"/>
                  <a:pt x="2195569" y="736168"/>
                  <a:pt x="2183574" y="702301"/>
                </a:cubicBezTo>
                <a:cubicBezTo>
                  <a:pt x="2171580" y="668434"/>
                  <a:pt x="2196979" y="549195"/>
                  <a:pt x="2204740" y="473701"/>
                </a:cubicBezTo>
                <a:cubicBezTo>
                  <a:pt x="2212501" y="398207"/>
                  <a:pt x="2223966" y="312217"/>
                  <a:pt x="2230140" y="249335"/>
                </a:cubicBezTo>
                <a:cubicBezTo>
                  <a:pt x="2236314" y="186453"/>
                  <a:pt x="2256599" y="117573"/>
                  <a:pt x="2241782" y="96406"/>
                </a:cubicBezTo>
                <a:cubicBezTo>
                  <a:pt x="2226965" y="75239"/>
                  <a:pt x="2190452" y="110253"/>
                  <a:pt x="2141240" y="122335"/>
                </a:cubicBezTo>
                <a:cubicBezTo>
                  <a:pt x="2092028" y="134417"/>
                  <a:pt x="2047401" y="152673"/>
                  <a:pt x="1946507" y="168901"/>
                </a:cubicBezTo>
                <a:cubicBezTo>
                  <a:pt x="1845613" y="185129"/>
                  <a:pt x="1639238" y="213351"/>
                  <a:pt x="1535874" y="219701"/>
                </a:cubicBezTo>
                <a:cubicBezTo>
                  <a:pt x="1432510" y="226051"/>
                  <a:pt x="1359574" y="222523"/>
                  <a:pt x="1326325" y="207001"/>
                </a:cubicBezTo>
                <a:cubicBezTo>
                  <a:pt x="1293076" y="191479"/>
                  <a:pt x="1327558" y="150380"/>
                  <a:pt x="1336378" y="126568"/>
                </a:cubicBezTo>
                <a:cubicBezTo>
                  <a:pt x="1345198" y="102756"/>
                  <a:pt x="1371126" y="84499"/>
                  <a:pt x="1350665" y="64126"/>
                </a:cubicBezTo>
                <a:cubicBezTo>
                  <a:pt x="1330204" y="43753"/>
                  <a:pt x="1267234" y="13591"/>
                  <a:pt x="1213612" y="4331"/>
                </a:cubicBezTo>
                <a:cubicBezTo>
                  <a:pt x="1159990" y="-4929"/>
                  <a:pt x="1077615" y="2655"/>
                  <a:pt x="1028932" y="8564"/>
                </a:cubicBezTo>
                <a:cubicBezTo>
                  <a:pt x="980249" y="14473"/>
                  <a:pt x="942591" y="25233"/>
                  <a:pt x="921512" y="39785"/>
                </a:cubicBezTo>
                <a:cubicBezTo>
                  <a:pt x="900434" y="54337"/>
                  <a:pt x="898845" y="70123"/>
                  <a:pt x="902461" y="95876"/>
                </a:cubicBezTo>
                <a:cubicBezTo>
                  <a:pt x="906077" y="121629"/>
                  <a:pt x="951938" y="169430"/>
                  <a:pt x="943207" y="194301"/>
                </a:cubicBezTo>
                <a:cubicBezTo>
                  <a:pt x="934476" y="219172"/>
                  <a:pt x="914985" y="238045"/>
                  <a:pt x="850074" y="245101"/>
                </a:cubicBezTo>
                <a:cubicBezTo>
                  <a:pt x="785163" y="252157"/>
                  <a:pt x="668040" y="247924"/>
                  <a:pt x="553740" y="236635"/>
                </a:cubicBezTo>
                <a:cubicBezTo>
                  <a:pt x="439440" y="225346"/>
                  <a:pt x="244002" y="192890"/>
                  <a:pt x="164274" y="177368"/>
                </a:cubicBezTo>
                <a:cubicBezTo>
                  <a:pt x="84546" y="161846"/>
                  <a:pt x="92307" y="132918"/>
                  <a:pt x="75374" y="143501"/>
                </a:cubicBezTo>
                <a:cubicBezTo>
                  <a:pt x="58441" y="154084"/>
                  <a:pt x="74668" y="180896"/>
                  <a:pt x="62674" y="240868"/>
                </a:cubicBezTo>
                <a:cubicBezTo>
                  <a:pt x="50680" y="300840"/>
                  <a:pt x="11433" y="429693"/>
                  <a:pt x="3407" y="503335"/>
                </a:cubicBezTo>
                <a:cubicBezTo>
                  <a:pt x="-4619" y="576977"/>
                  <a:pt x="2525" y="658029"/>
                  <a:pt x="14520" y="682723"/>
                </a:cubicBezTo>
                <a:cubicBezTo>
                  <a:pt x="26514" y="707417"/>
                  <a:pt x="54648" y="658998"/>
                  <a:pt x="75374" y="651501"/>
                </a:cubicBezTo>
                <a:cubicBezTo>
                  <a:pt x="96100" y="644004"/>
                  <a:pt x="114003" y="632098"/>
                  <a:pt x="138874" y="637743"/>
                </a:cubicBezTo>
                <a:cubicBezTo>
                  <a:pt x="163745" y="643388"/>
                  <a:pt x="204403" y="649033"/>
                  <a:pt x="224599" y="685369"/>
                </a:cubicBezTo>
                <a:cubicBezTo>
                  <a:pt x="244795" y="721705"/>
                  <a:pt x="267990" y="803549"/>
                  <a:pt x="260052" y="855760"/>
                </a:cubicBezTo>
                <a:cubicBezTo>
                  <a:pt x="252115" y="907971"/>
                  <a:pt x="209694" y="980555"/>
                  <a:pt x="176974" y="998635"/>
                </a:cubicBezTo>
                <a:cubicBezTo>
                  <a:pt x="144254" y="1016715"/>
                  <a:pt x="90896" y="969883"/>
                  <a:pt x="63732" y="964239"/>
                </a:cubicBezTo>
                <a:cubicBezTo>
                  <a:pt x="36568" y="958595"/>
                  <a:pt x="34451" y="959829"/>
                  <a:pt x="33040" y="1002868"/>
                </a:cubicBezTo>
                <a:cubicBezTo>
                  <a:pt x="31629" y="1045907"/>
                  <a:pt x="42212" y="1139041"/>
                  <a:pt x="58440" y="1214535"/>
                </a:cubicBezTo>
                <a:cubicBezTo>
                  <a:pt x="74668" y="1290029"/>
                  <a:pt x="102537" y="1372932"/>
                  <a:pt x="138874" y="1485468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F855485-DB0F-9D36-46E5-87D4DE2F6571}"/>
              </a:ext>
            </a:extLst>
          </p:cNvPr>
          <p:cNvSpPr/>
          <p:nvPr/>
        </p:nvSpPr>
        <p:spPr>
          <a:xfrm>
            <a:off x="3246854" y="4905784"/>
            <a:ext cx="1457095" cy="1448581"/>
          </a:xfrm>
          <a:custGeom>
            <a:avLst/>
            <a:gdLst>
              <a:gd name="connsiteX0" fmla="*/ 64050 w 1479803"/>
              <a:gd name="connsiteY0" fmla="*/ 1435616 h 1453306"/>
              <a:gd name="connsiteX1" fmla="*/ 885316 w 1479803"/>
              <a:gd name="connsiteY1" fmla="*/ 1448316 h 1453306"/>
              <a:gd name="connsiteX2" fmla="*/ 1376383 w 1479803"/>
              <a:gd name="connsiteY2" fmla="*/ 1444083 h 1453306"/>
              <a:gd name="connsiteX3" fmla="*/ 1461050 w 1479803"/>
              <a:gd name="connsiteY3" fmla="*/ 1346716 h 1453306"/>
              <a:gd name="connsiteX4" fmla="*/ 1477983 w 1479803"/>
              <a:gd name="connsiteY4" fmla="*/ 897983 h 1453306"/>
              <a:gd name="connsiteX5" fmla="*/ 1431416 w 1479803"/>
              <a:gd name="connsiteY5" fmla="*/ 868350 h 1453306"/>
              <a:gd name="connsiteX6" fmla="*/ 1406016 w 1479803"/>
              <a:gd name="connsiteY6" fmla="*/ 931850 h 1453306"/>
              <a:gd name="connsiteX7" fmla="*/ 1317116 w 1479803"/>
              <a:gd name="connsiteY7" fmla="*/ 876816 h 1453306"/>
              <a:gd name="connsiteX8" fmla="*/ 1317116 w 1479803"/>
              <a:gd name="connsiteY8" fmla="*/ 728650 h 1453306"/>
              <a:gd name="connsiteX9" fmla="*/ 1363683 w 1479803"/>
              <a:gd name="connsiteY9" fmla="*/ 665150 h 1453306"/>
              <a:gd name="connsiteX10" fmla="*/ 1435650 w 1479803"/>
              <a:gd name="connsiteY10" fmla="*/ 694783 h 1453306"/>
              <a:gd name="connsiteX11" fmla="*/ 1444116 w 1479803"/>
              <a:gd name="connsiteY11" fmla="*/ 474650 h 1453306"/>
              <a:gd name="connsiteX12" fmla="*/ 1422950 w 1479803"/>
              <a:gd name="connsiteY12" fmla="*/ 246050 h 1453306"/>
              <a:gd name="connsiteX13" fmla="*/ 1389083 w 1479803"/>
              <a:gd name="connsiteY13" fmla="*/ 85183 h 1453306"/>
              <a:gd name="connsiteX14" fmla="*/ 1308650 w 1479803"/>
              <a:gd name="connsiteY14" fmla="*/ 64016 h 1453306"/>
              <a:gd name="connsiteX15" fmla="*/ 1181650 w 1479803"/>
              <a:gd name="connsiteY15" fmla="*/ 17450 h 1453306"/>
              <a:gd name="connsiteX16" fmla="*/ 1037716 w 1479803"/>
              <a:gd name="connsiteY16" fmla="*/ 516 h 1453306"/>
              <a:gd name="connsiteX17" fmla="*/ 965750 w 1479803"/>
              <a:gd name="connsiteY17" fmla="*/ 34383 h 1453306"/>
              <a:gd name="connsiteX18" fmla="*/ 999616 w 1479803"/>
              <a:gd name="connsiteY18" fmla="*/ 157150 h 1453306"/>
              <a:gd name="connsiteX19" fmla="*/ 999616 w 1479803"/>
              <a:gd name="connsiteY19" fmla="*/ 271450 h 1453306"/>
              <a:gd name="connsiteX20" fmla="*/ 855683 w 1479803"/>
              <a:gd name="connsiteY20" fmla="*/ 326483 h 1453306"/>
              <a:gd name="connsiteX21" fmla="*/ 669416 w 1479803"/>
              <a:gd name="connsiteY21" fmla="*/ 296850 h 1453306"/>
              <a:gd name="connsiteX22" fmla="*/ 627083 w 1479803"/>
              <a:gd name="connsiteY22" fmla="*/ 161383 h 1453306"/>
              <a:gd name="connsiteX23" fmla="*/ 703283 w 1479803"/>
              <a:gd name="connsiteY23" fmla="*/ 51316 h 1453306"/>
              <a:gd name="connsiteX24" fmla="*/ 576283 w 1479803"/>
              <a:gd name="connsiteY24" fmla="*/ 13216 h 1453306"/>
              <a:gd name="connsiteX25" fmla="*/ 330750 w 1479803"/>
              <a:gd name="connsiteY25" fmla="*/ 25916 h 1453306"/>
              <a:gd name="connsiteX26" fmla="*/ 152950 w 1479803"/>
              <a:gd name="connsiteY26" fmla="*/ 30150 h 1453306"/>
              <a:gd name="connsiteX27" fmla="*/ 157183 w 1479803"/>
              <a:gd name="connsiteY27" fmla="*/ 110583 h 1453306"/>
              <a:gd name="connsiteX28" fmla="*/ 97916 w 1479803"/>
              <a:gd name="connsiteY28" fmla="*/ 504283 h 1453306"/>
              <a:gd name="connsiteX29" fmla="*/ 97916 w 1479803"/>
              <a:gd name="connsiteY29" fmla="*/ 643983 h 1453306"/>
              <a:gd name="connsiteX30" fmla="*/ 186816 w 1479803"/>
              <a:gd name="connsiteY30" fmla="*/ 610116 h 1453306"/>
              <a:gd name="connsiteX31" fmla="*/ 288416 w 1479803"/>
              <a:gd name="connsiteY31" fmla="*/ 639750 h 1453306"/>
              <a:gd name="connsiteX32" fmla="*/ 343450 w 1479803"/>
              <a:gd name="connsiteY32" fmla="*/ 728650 h 1453306"/>
              <a:gd name="connsiteX33" fmla="*/ 309583 w 1479803"/>
              <a:gd name="connsiteY33" fmla="*/ 931850 h 1453306"/>
              <a:gd name="connsiteX34" fmla="*/ 178350 w 1479803"/>
              <a:gd name="connsiteY34" fmla="*/ 999583 h 1453306"/>
              <a:gd name="connsiteX35" fmla="*/ 102150 w 1479803"/>
              <a:gd name="connsiteY35" fmla="*/ 923383 h 1453306"/>
              <a:gd name="connsiteX36" fmla="*/ 38650 w 1479803"/>
              <a:gd name="connsiteY36" fmla="*/ 965716 h 1453306"/>
              <a:gd name="connsiteX37" fmla="*/ 13250 w 1479803"/>
              <a:gd name="connsiteY37" fmla="*/ 1122350 h 1453306"/>
              <a:gd name="connsiteX38" fmla="*/ 47116 w 1479803"/>
              <a:gd name="connsiteY38" fmla="*/ 1278983 h 1453306"/>
              <a:gd name="connsiteX39" fmla="*/ 64050 w 1479803"/>
              <a:gd name="connsiteY39" fmla="*/ 1435616 h 1453306"/>
              <a:gd name="connsiteX0" fmla="*/ 66363 w 1482116"/>
              <a:gd name="connsiteY0" fmla="*/ 1435616 h 1453306"/>
              <a:gd name="connsiteX1" fmla="*/ 887629 w 1482116"/>
              <a:gd name="connsiteY1" fmla="*/ 1448316 h 1453306"/>
              <a:gd name="connsiteX2" fmla="*/ 1378696 w 1482116"/>
              <a:gd name="connsiteY2" fmla="*/ 1444083 h 1453306"/>
              <a:gd name="connsiteX3" fmla="*/ 1463363 w 1482116"/>
              <a:gd name="connsiteY3" fmla="*/ 1346716 h 1453306"/>
              <a:gd name="connsiteX4" fmla="*/ 1480296 w 1482116"/>
              <a:gd name="connsiteY4" fmla="*/ 897983 h 1453306"/>
              <a:gd name="connsiteX5" fmla="*/ 1433729 w 1482116"/>
              <a:gd name="connsiteY5" fmla="*/ 868350 h 1453306"/>
              <a:gd name="connsiteX6" fmla="*/ 1408329 w 1482116"/>
              <a:gd name="connsiteY6" fmla="*/ 931850 h 1453306"/>
              <a:gd name="connsiteX7" fmla="*/ 1319429 w 1482116"/>
              <a:gd name="connsiteY7" fmla="*/ 876816 h 1453306"/>
              <a:gd name="connsiteX8" fmla="*/ 1319429 w 1482116"/>
              <a:gd name="connsiteY8" fmla="*/ 728650 h 1453306"/>
              <a:gd name="connsiteX9" fmla="*/ 1365996 w 1482116"/>
              <a:gd name="connsiteY9" fmla="*/ 665150 h 1453306"/>
              <a:gd name="connsiteX10" fmla="*/ 1437963 w 1482116"/>
              <a:gd name="connsiteY10" fmla="*/ 694783 h 1453306"/>
              <a:gd name="connsiteX11" fmla="*/ 1446429 w 1482116"/>
              <a:gd name="connsiteY11" fmla="*/ 474650 h 1453306"/>
              <a:gd name="connsiteX12" fmla="*/ 1425263 w 1482116"/>
              <a:gd name="connsiteY12" fmla="*/ 246050 h 1453306"/>
              <a:gd name="connsiteX13" fmla="*/ 1391396 w 1482116"/>
              <a:gd name="connsiteY13" fmla="*/ 85183 h 1453306"/>
              <a:gd name="connsiteX14" fmla="*/ 1310963 w 1482116"/>
              <a:gd name="connsiteY14" fmla="*/ 64016 h 1453306"/>
              <a:gd name="connsiteX15" fmla="*/ 1183963 w 1482116"/>
              <a:gd name="connsiteY15" fmla="*/ 17450 h 1453306"/>
              <a:gd name="connsiteX16" fmla="*/ 1040029 w 1482116"/>
              <a:gd name="connsiteY16" fmla="*/ 516 h 1453306"/>
              <a:gd name="connsiteX17" fmla="*/ 968063 w 1482116"/>
              <a:gd name="connsiteY17" fmla="*/ 34383 h 1453306"/>
              <a:gd name="connsiteX18" fmla="*/ 1001929 w 1482116"/>
              <a:gd name="connsiteY18" fmla="*/ 157150 h 1453306"/>
              <a:gd name="connsiteX19" fmla="*/ 1001929 w 1482116"/>
              <a:gd name="connsiteY19" fmla="*/ 271450 h 1453306"/>
              <a:gd name="connsiteX20" fmla="*/ 857996 w 1482116"/>
              <a:gd name="connsiteY20" fmla="*/ 326483 h 1453306"/>
              <a:gd name="connsiteX21" fmla="*/ 671729 w 1482116"/>
              <a:gd name="connsiteY21" fmla="*/ 296850 h 1453306"/>
              <a:gd name="connsiteX22" fmla="*/ 629396 w 1482116"/>
              <a:gd name="connsiteY22" fmla="*/ 161383 h 1453306"/>
              <a:gd name="connsiteX23" fmla="*/ 705596 w 1482116"/>
              <a:gd name="connsiteY23" fmla="*/ 51316 h 1453306"/>
              <a:gd name="connsiteX24" fmla="*/ 578596 w 1482116"/>
              <a:gd name="connsiteY24" fmla="*/ 13216 h 1453306"/>
              <a:gd name="connsiteX25" fmla="*/ 333063 w 1482116"/>
              <a:gd name="connsiteY25" fmla="*/ 25916 h 1453306"/>
              <a:gd name="connsiteX26" fmla="*/ 155263 w 1482116"/>
              <a:gd name="connsiteY26" fmla="*/ 30150 h 1453306"/>
              <a:gd name="connsiteX27" fmla="*/ 159496 w 1482116"/>
              <a:gd name="connsiteY27" fmla="*/ 110583 h 1453306"/>
              <a:gd name="connsiteX28" fmla="*/ 100229 w 1482116"/>
              <a:gd name="connsiteY28" fmla="*/ 504283 h 1453306"/>
              <a:gd name="connsiteX29" fmla="*/ 100229 w 1482116"/>
              <a:gd name="connsiteY29" fmla="*/ 643983 h 1453306"/>
              <a:gd name="connsiteX30" fmla="*/ 189129 w 1482116"/>
              <a:gd name="connsiteY30" fmla="*/ 610116 h 1453306"/>
              <a:gd name="connsiteX31" fmla="*/ 290729 w 1482116"/>
              <a:gd name="connsiteY31" fmla="*/ 639750 h 1453306"/>
              <a:gd name="connsiteX32" fmla="*/ 345763 w 1482116"/>
              <a:gd name="connsiteY32" fmla="*/ 728650 h 1453306"/>
              <a:gd name="connsiteX33" fmla="*/ 311896 w 1482116"/>
              <a:gd name="connsiteY33" fmla="*/ 931850 h 1453306"/>
              <a:gd name="connsiteX34" fmla="*/ 180663 w 1482116"/>
              <a:gd name="connsiteY34" fmla="*/ 999583 h 1453306"/>
              <a:gd name="connsiteX35" fmla="*/ 104463 w 1482116"/>
              <a:gd name="connsiteY35" fmla="*/ 923383 h 1453306"/>
              <a:gd name="connsiteX36" fmla="*/ 40963 w 1482116"/>
              <a:gd name="connsiteY36" fmla="*/ 965716 h 1453306"/>
              <a:gd name="connsiteX37" fmla="*/ 15563 w 1482116"/>
              <a:gd name="connsiteY37" fmla="*/ 1122350 h 1453306"/>
              <a:gd name="connsiteX38" fmla="*/ 49429 w 1482116"/>
              <a:gd name="connsiteY38" fmla="*/ 1278983 h 1453306"/>
              <a:gd name="connsiteX39" fmla="*/ 66363 w 1482116"/>
              <a:gd name="connsiteY39" fmla="*/ 1435616 h 1453306"/>
              <a:gd name="connsiteX0" fmla="*/ 59750 w 1475503"/>
              <a:gd name="connsiteY0" fmla="*/ 1435616 h 1453306"/>
              <a:gd name="connsiteX1" fmla="*/ 881016 w 1475503"/>
              <a:gd name="connsiteY1" fmla="*/ 1448316 h 1453306"/>
              <a:gd name="connsiteX2" fmla="*/ 1372083 w 1475503"/>
              <a:gd name="connsiteY2" fmla="*/ 1444083 h 1453306"/>
              <a:gd name="connsiteX3" fmla="*/ 1456750 w 1475503"/>
              <a:gd name="connsiteY3" fmla="*/ 1346716 h 1453306"/>
              <a:gd name="connsiteX4" fmla="*/ 1473683 w 1475503"/>
              <a:gd name="connsiteY4" fmla="*/ 897983 h 1453306"/>
              <a:gd name="connsiteX5" fmla="*/ 1427116 w 1475503"/>
              <a:gd name="connsiteY5" fmla="*/ 868350 h 1453306"/>
              <a:gd name="connsiteX6" fmla="*/ 1401716 w 1475503"/>
              <a:gd name="connsiteY6" fmla="*/ 931850 h 1453306"/>
              <a:gd name="connsiteX7" fmla="*/ 1312816 w 1475503"/>
              <a:gd name="connsiteY7" fmla="*/ 876816 h 1453306"/>
              <a:gd name="connsiteX8" fmla="*/ 1312816 w 1475503"/>
              <a:gd name="connsiteY8" fmla="*/ 728650 h 1453306"/>
              <a:gd name="connsiteX9" fmla="*/ 1359383 w 1475503"/>
              <a:gd name="connsiteY9" fmla="*/ 665150 h 1453306"/>
              <a:gd name="connsiteX10" fmla="*/ 1431350 w 1475503"/>
              <a:gd name="connsiteY10" fmla="*/ 694783 h 1453306"/>
              <a:gd name="connsiteX11" fmla="*/ 1439816 w 1475503"/>
              <a:gd name="connsiteY11" fmla="*/ 474650 h 1453306"/>
              <a:gd name="connsiteX12" fmla="*/ 1418650 w 1475503"/>
              <a:gd name="connsiteY12" fmla="*/ 246050 h 1453306"/>
              <a:gd name="connsiteX13" fmla="*/ 1384783 w 1475503"/>
              <a:gd name="connsiteY13" fmla="*/ 85183 h 1453306"/>
              <a:gd name="connsiteX14" fmla="*/ 1304350 w 1475503"/>
              <a:gd name="connsiteY14" fmla="*/ 64016 h 1453306"/>
              <a:gd name="connsiteX15" fmla="*/ 1177350 w 1475503"/>
              <a:gd name="connsiteY15" fmla="*/ 17450 h 1453306"/>
              <a:gd name="connsiteX16" fmla="*/ 1033416 w 1475503"/>
              <a:gd name="connsiteY16" fmla="*/ 516 h 1453306"/>
              <a:gd name="connsiteX17" fmla="*/ 961450 w 1475503"/>
              <a:gd name="connsiteY17" fmla="*/ 34383 h 1453306"/>
              <a:gd name="connsiteX18" fmla="*/ 995316 w 1475503"/>
              <a:gd name="connsiteY18" fmla="*/ 157150 h 1453306"/>
              <a:gd name="connsiteX19" fmla="*/ 995316 w 1475503"/>
              <a:gd name="connsiteY19" fmla="*/ 271450 h 1453306"/>
              <a:gd name="connsiteX20" fmla="*/ 851383 w 1475503"/>
              <a:gd name="connsiteY20" fmla="*/ 326483 h 1453306"/>
              <a:gd name="connsiteX21" fmla="*/ 665116 w 1475503"/>
              <a:gd name="connsiteY21" fmla="*/ 296850 h 1453306"/>
              <a:gd name="connsiteX22" fmla="*/ 622783 w 1475503"/>
              <a:gd name="connsiteY22" fmla="*/ 161383 h 1453306"/>
              <a:gd name="connsiteX23" fmla="*/ 698983 w 1475503"/>
              <a:gd name="connsiteY23" fmla="*/ 51316 h 1453306"/>
              <a:gd name="connsiteX24" fmla="*/ 571983 w 1475503"/>
              <a:gd name="connsiteY24" fmla="*/ 13216 h 1453306"/>
              <a:gd name="connsiteX25" fmla="*/ 326450 w 1475503"/>
              <a:gd name="connsiteY25" fmla="*/ 25916 h 1453306"/>
              <a:gd name="connsiteX26" fmla="*/ 148650 w 1475503"/>
              <a:gd name="connsiteY26" fmla="*/ 30150 h 1453306"/>
              <a:gd name="connsiteX27" fmla="*/ 152883 w 1475503"/>
              <a:gd name="connsiteY27" fmla="*/ 110583 h 1453306"/>
              <a:gd name="connsiteX28" fmla="*/ 93616 w 1475503"/>
              <a:gd name="connsiteY28" fmla="*/ 504283 h 1453306"/>
              <a:gd name="connsiteX29" fmla="*/ 93616 w 1475503"/>
              <a:gd name="connsiteY29" fmla="*/ 643983 h 1453306"/>
              <a:gd name="connsiteX30" fmla="*/ 182516 w 1475503"/>
              <a:gd name="connsiteY30" fmla="*/ 610116 h 1453306"/>
              <a:gd name="connsiteX31" fmla="*/ 284116 w 1475503"/>
              <a:gd name="connsiteY31" fmla="*/ 639750 h 1453306"/>
              <a:gd name="connsiteX32" fmla="*/ 339150 w 1475503"/>
              <a:gd name="connsiteY32" fmla="*/ 728650 h 1453306"/>
              <a:gd name="connsiteX33" fmla="*/ 305283 w 1475503"/>
              <a:gd name="connsiteY33" fmla="*/ 931850 h 1453306"/>
              <a:gd name="connsiteX34" fmla="*/ 174050 w 1475503"/>
              <a:gd name="connsiteY34" fmla="*/ 999583 h 1453306"/>
              <a:gd name="connsiteX35" fmla="*/ 97850 w 1475503"/>
              <a:gd name="connsiteY35" fmla="*/ 923383 h 1453306"/>
              <a:gd name="connsiteX36" fmla="*/ 34350 w 1475503"/>
              <a:gd name="connsiteY36" fmla="*/ 965716 h 1453306"/>
              <a:gd name="connsiteX37" fmla="*/ 8950 w 1475503"/>
              <a:gd name="connsiteY37" fmla="*/ 1122350 h 1453306"/>
              <a:gd name="connsiteX38" fmla="*/ 61866 w 1475503"/>
              <a:gd name="connsiteY38" fmla="*/ 1348833 h 1453306"/>
              <a:gd name="connsiteX39" fmla="*/ 59750 w 1475503"/>
              <a:gd name="connsiteY39" fmla="*/ 1435616 h 145330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4883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233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30313 w 1466666"/>
              <a:gd name="connsiteY32" fmla="*/ 728650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73679 w 1466666"/>
              <a:gd name="connsiteY30" fmla="*/ 610116 h 1453146"/>
              <a:gd name="connsiteX31" fmla="*/ 275279 w 1466666"/>
              <a:gd name="connsiteY31" fmla="*/ 63975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75279 w 1466666"/>
              <a:gd name="connsiteY31" fmla="*/ 63975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4404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86479 w 1466666"/>
              <a:gd name="connsiteY18" fmla="*/ 157150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58963 w 1466666"/>
              <a:gd name="connsiteY18" fmla="*/ 155034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8791 h 1453146"/>
              <a:gd name="connsiteX1" fmla="*/ 872179 w 1466666"/>
              <a:gd name="connsiteY1" fmla="*/ 1448316 h 1453146"/>
              <a:gd name="connsiteX2" fmla="*/ 1363246 w 1466666"/>
              <a:gd name="connsiteY2" fmla="*/ 1444083 h 1453146"/>
              <a:gd name="connsiteX3" fmla="*/ 1447913 w 1466666"/>
              <a:gd name="connsiteY3" fmla="*/ 1346716 h 1453146"/>
              <a:gd name="connsiteX4" fmla="*/ 1464846 w 1466666"/>
              <a:gd name="connsiteY4" fmla="*/ 897983 h 1453146"/>
              <a:gd name="connsiteX5" fmla="*/ 1418279 w 1466666"/>
              <a:gd name="connsiteY5" fmla="*/ 868350 h 1453146"/>
              <a:gd name="connsiteX6" fmla="*/ 1392879 w 1466666"/>
              <a:gd name="connsiteY6" fmla="*/ 931850 h 1453146"/>
              <a:gd name="connsiteX7" fmla="*/ 1303979 w 1466666"/>
              <a:gd name="connsiteY7" fmla="*/ 876816 h 1453146"/>
              <a:gd name="connsiteX8" fmla="*/ 1303979 w 1466666"/>
              <a:gd name="connsiteY8" fmla="*/ 728650 h 1453146"/>
              <a:gd name="connsiteX9" fmla="*/ 1350546 w 1466666"/>
              <a:gd name="connsiteY9" fmla="*/ 665150 h 1453146"/>
              <a:gd name="connsiteX10" fmla="*/ 1422513 w 1466666"/>
              <a:gd name="connsiteY10" fmla="*/ 694783 h 1453146"/>
              <a:gd name="connsiteX11" fmla="*/ 1430979 w 1466666"/>
              <a:gd name="connsiteY11" fmla="*/ 474650 h 1453146"/>
              <a:gd name="connsiteX12" fmla="*/ 1409813 w 1466666"/>
              <a:gd name="connsiteY12" fmla="*/ 246050 h 1453146"/>
              <a:gd name="connsiteX13" fmla="*/ 1375946 w 1466666"/>
              <a:gd name="connsiteY13" fmla="*/ 85183 h 1453146"/>
              <a:gd name="connsiteX14" fmla="*/ 1295513 w 1466666"/>
              <a:gd name="connsiteY14" fmla="*/ 64016 h 1453146"/>
              <a:gd name="connsiteX15" fmla="*/ 1168513 w 1466666"/>
              <a:gd name="connsiteY15" fmla="*/ 17450 h 1453146"/>
              <a:gd name="connsiteX16" fmla="*/ 1024579 w 1466666"/>
              <a:gd name="connsiteY16" fmla="*/ 516 h 1453146"/>
              <a:gd name="connsiteX17" fmla="*/ 952613 w 1466666"/>
              <a:gd name="connsiteY17" fmla="*/ 34383 h 1453146"/>
              <a:gd name="connsiteX18" fmla="*/ 958963 w 1466666"/>
              <a:gd name="connsiteY18" fmla="*/ 155034 h 1453146"/>
              <a:gd name="connsiteX19" fmla="*/ 986479 w 1466666"/>
              <a:gd name="connsiteY19" fmla="*/ 271450 h 1453146"/>
              <a:gd name="connsiteX20" fmla="*/ 842546 w 1466666"/>
              <a:gd name="connsiteY20" fmla="*/ 326483 h 1453146"/>
              <a:gd name="connsiteX21" fmla="*/ 656279 w 1466666"/>
              <a:gd name="connsiteY21" fmla="*/ 296850 h 1453146"/>
              <a:gd name="connsiteX22" fmla="*/ 613946 w 1466666"/>
              <a:gd name="connsiteY22" fmla="*/ 161383 h 1453146"/>
              <a:gd name="connsiteX23" fmla="*/ 690146 w 1466666"/>
              <a:gd name="connsiteY23" fmla="*/ 51316 h 1453146"/>
              <a:gd name="connsiteX24" fmla="*/ 563146 w 1466666"/>
              <a:gd name="connsiteY24" fmla="*/ 13216 h 1453146"/>
              <a:gd name="connsiteX25" fmla="*/ 317613 w 1466666"/>
              <a:gd name="connsiteY25" fmla="*/ 25916 h 1453146"/>
              <a:gd name="connsiteX26" fmla="*/ 139813 w 1466666"/>
              <a:gd name="connsiteY26" fmla="*/ 30150 h 1453146"/>
              <a:gd name="connsiteX27" fmla="*/ 137696 w 1466666"/>
              <a:gd name="connsiteY27" fmla="*/ 110583 h 1453146"/>
              <a:gd name="connsiteX28" fmla="*/ 84779 w 1466666"/>
              <a:gd name="connsiteY28" fmla="*/ 504283 h 1453146"/>
              <a:gd name="connsiteX29" fmla="*/ 84779 w 1466666"/>
              <a:gd name="connsiteY29" fmla="*/ 643983 h 1453146"/>
              <a:gd name="connsiteX30" fmla="*/ 184263 w 1466666"/>
              <a:gd name="connsiteY30" fmla="*/ 620699 h 1453146"/>
              <a:gd name="connsiteX31" fmla="*/ 268929 w 1466666"/>
              <a:gd name="connsiteY31" fmla="*/ 646100 h 1453146"/>
              <a:gd name="connsiteX32" fmla="*/ 319729 w 1466666"/>
              <a:gd name="connsiteY32" fmla="*/ 732884 h 1453146"/>
              <a:gd name="connsiteX33" fmla="*/ 296446 w 1466666"/>
              <a:gd name="connsiteY33" fmla="*/ 931850 h 1453146"/>
              <a:gd name="connsiteX34" fmla="*/ 165213 w 1466666"/>
              <a:gd name="connsiteY34" fmla="*/ 999583 h 1453146"/>
              <a:gd name="connsiteX35" fmla="*/ 89013 w 1466666"/>
              <a:gd name="connsiteY35" fmla="*/ 936083 h 1453146"/>
              <a:gd name="connsiteX36" fmla="*/ 25513 w 1466666"/>
              <a:gd name="connsiteY36" fmla="*/ 965716 h 1453146"/>
              <a:gd name="connsiteX37" fmla="*/ 113 w 1466666"/>
              <a:gd name="connsiteY37" fmla="*/ 1122350 h 1453146"/>
              <a:gd name="connsiteX38" fmla="*/ 53029 w 1466666"/>
              <a:gd name="connsiteY38" fmla="*/ 1367883 h 1453146"/>
              <a:gd name="connsiteX39" fmla="*/ 92188 w 1466666"/>
              <a:gd name="connsiteY39" fmla="*/ 1438791 h 1453146"/>
              <a:gd name="connsiteX0" fmla="*/ 92188 w 1466666"/>
              <a:gd name="connsiteY0" fmla="*/ 1439003 h 1453358"/>
              <a:gd name="connsiteX1" fmla="*/ 872179 w 1466666"/>
              <a:gd name="connsiteY1" fmla="*/ 1448528 h 1453358"/>
              <a:gd name="connsiteX2" fmla="*/ 1363246 w 1466666"/>
              <a:gd name="connsiteY2" fmla="*/ 1444295 h 1453358"/>
              <a:gd name="connsiteX3" fmla="*/ 1447913 w 1466666"/>
              <a:gd name="connsiteY3" fmla="*/ 1346928 h 1453358"/>
              <a:gd name="connsiteX4" fmla="*/ 1464846 w 1466666"/>
              <a:gd name="connsiteY4" fmla="*/ 898195 h 1453358"/>
              <a:gd name="connsiteX5" fmla="*/ 1418279 w 1466666"/>
              <a:gd name="connsiteY5" fmla="*/ 868562 h 1453358"/>
              <a:gd name="connsiteX6" fmla="*/ 1392879 w 1466666"/>
              <a:gd name="connsiteY6" fmla="*/ 932062 h 1453358"/>
              <a:gd name="connsiteX7" fmla="*/ 1303979 w 1466666"/>
              <a:gd name="connsiteY7" fmla="*/ 877028 h 1453358"/>
              <a:gd name="connsiteX8" fmla="*/ 1303979 w 1466666"/>
              <a:gd name="connsiteY8" fmla="*/ 728862 h 1453358"/>
              <a:gd name="connsiteX9" fmla="*/ 1350546 w 1466666"/>
              <a:gd name="connsiteY9" fmla="*/ 665362 h 1453358"/>
              <a:gd name="connsiteX10" fmla="*/ 1422513 w 1466666"/>
              <a:gd name="connsiteY10" fmla="*/ 694995 h 1453358"/>
              <a:gd name="connsiteX11" fmla="*/ 1430979 w 1466666"/>
              <a:gd name="connsiteY11" fmla="*/ 474862 h 1453358"/>
              <a:gd name="connsiteX12" fmla="*/ 1409813 w 1466666"/>
              <a:gd name="connsiteY12" fmla="*/ 246262 h 1453358"/>
              <a:gd name="connsiteX13" fmla="*/ 1375946 w 1466666"/>
              <a:gd name="connsiteY13" fmla="*/ 85395 h 1453358"/>
              <a:gd name="connsiteX14" fmla="*/ 1295513 w 1466666"/>
              <a:gd name="connsiteY14" fmla="*/ 64228 h 1453358"/>
              <a:gd name="connsiteX15" fmla="*/ 1168513 w 1466666"/>
              <a:gd name="connsiteY15" fmla="*/ 17662 h 1453358"/>
              <a:gd name="connsiteX16" fmla="*/ 1024579 w 1466666"/>
              <a:gd name="connsiteY16" fmla="*/ 728 h 1453358"/>
              <a:gd name="connsiteX17" fmla="*/ 927213 w 1466666"/>
              <a:gd name="connsiteY17" fmla="*/ 38828 h 1453358"/>
              <a:gd name="connsiteX18" fmla="*/ 958963 w 1466666"/>
              <a:gd name="connsiteY18" fmla="*/ 155246 h 1453358"/>
              <a:gd name="connsiteX19" fmla="*/ 986479 w 1466666"/>
              <a:gd name="connsiteY19" fmla="*/ 271662 h 1453358"/>
              <a:gd name="connsiteX20" fmla="*/ 842546 w 1466666"/>
              <a:gd name="connsiteY20" fmla="*/ 326695 h 1453358"/>
              <a:gd name="connsiteX21" fmla="*/ 656279 w 1466666"/>
              <a:gd name="connsiteY21" fmla="*/ 297062 h 1453358"/>
              <a:gd name="connsiteX22" fmla="*/ 613946 w 1466666"/>
              <a:gd name="connsiteY22" fmla="*/ 161595 h 1453358"/>
              <a:gd name="connsiteX23" fmla="*/ 690146 w 1466666"/>
              <a:gd name="connsiteY23" fmla="*/ 51528 h 1453358"/>
              <a:gd name="connsiteX24" fmla="*/ 563146 w 1466666"/>
              <a:gd name="connsiteY24" fmla="*/ 13428 h 1453358"/>
              <a:gd name="connsiteX25" fmla="*/ 317613 w 1466666"/>
              <a:gd name="connsiteY25" fmla="*/ 26128 h 1453358"/>
              <a:gd name="connsiteX26" fmla="*/ 139813 w 1466666"/>
              <a:gd name="connsiteY26" fmla="*/ 30362 h 1453358"/>
              <a:gd name="connsiteX27" fmla="*/ 137696 w 1466666"/>
              <a:gd name="connsiteY27" fmla="*/ 110795 h 1453358"/>
              <a:gd name="connsiteX28" fmla="*/ 84779 w 1466666"/>
              <a:gd name="connsiteY28" fmla="*/ 504495 h 1453358"/>
              <a:gd name="connsiteX29" fmla="*/ 84779 w 1466666"/>
              <a:gd name="connsiteY29" fmla="*/ 644195 h 1453358"/>
              <a:gd name="connsiteX30" fmla="*/ 184263 w 1466666"/>
              <a:gd name="connsiteY30" fmla="*/ 620911 h 1453358"/>
              <a:gd name="connsiteX31" fmla="*/ 268929 w 1466666"/>
              <a:gd name="connsiteY31" fmla="*/ 646312 h 1453358"/>
              <a:gd name="connsiteX32" fmla="*/ 319729 w 1466666"/>
              <a:gd name="connsiteY32" fmla="*/ 733096 h 1453358"/>
              <a:gd name="connsiteX33" fmla="*/ 296446 w 1466666"/>
              <a:gd name="connsiteY33" fmla="*/ 932062 h 1453358"/>
              <a:gd name="connsiteX34" fmla="*/ 165213 w 1466666"/>
              <a:gd name="connsiteY34" fmla="*/ 999795 h 1453358"/>
              <a:gd name="connsiteX35" fmla="*/ 89013 w 1466666"/>
              <a:gd name="connsiteY35" fmla="*/ 936295 h 1453358"/>
              <a:gd name="connsiteX36" fmla="*/ 25513 w 1466666"/>
              <a:gd name="connsiteY36" fmla="*/ 965928 h 1453358"/>
              <a:gd name="connsiteX37" fmla="*/ 113 w 1466666"/>
              <a:gd name="connsiteY37" fmla="*/ 1122562 h 1453358"/>
              <a:gd name="connsiteX38" fmla="*/ 53029 w 1466666"/>
              <a:gd name="connsiteY38" fmla="*/ 1368095 h 1453358"/>
              <a:gd name="connsiteX39" fmla="*/ 92188 w 1466666"/>
              <a:gd name="connsiteY39" fmla="*/ 1439003 h 1453358"/>
              <a:gd name="connsiteX0" fmla="*/ 92188 w 1466666"/>
              <a:gd name="connsiteY0" fmla="*/ 1439003 h 1453358"/>
              <a:gd name="connsiteX1" fmla="*/ 872179 w 1466666"/>
              <a:gd name="connsiteY1" fmla="*/ 1448528 h 1453358"/>
              <a:gd name="connsiteX2" fmla="*/ 1363246 w 1466666"/>
              <a:gd name="connsiteY2" fmla="*/ 1444295 h 1453358"/>
              <a:gd name="connsiteX3" fmla="*/ 1447913 w 1466666"/>
              <a:gd name="connsiteY3" fmla="*/ 1346928 h 1453358"/>
              <a:gd name="connsiteX4" fmla="*/ 1464846 w 1466666"/>
              <a:gd name="connsiteY4" fmla="*/ 898195 h 1453358"/>
              <a:gd name="connsiteX5" fmla="*/ 1418279 w 1466666"/>
              <a:gd name="connsiteY5" fmla="*/ 868562 h 1453358"/>
              <a:gd name="connsiteX6" fmla="*/ 1392879 w 1466666"/>
              <a:gd name="connsiteY6" fmla="*/ 932062 h 1453358"/>
              <a:gd name="connsiteX7" fmla="*/ 1303979 w 1466666"/>
              <a:gd name="connsiteY7" fmla="*/ 877028 h 1453358"/>
              <a:gd name="connsiteX8" fmla="*/ 1303979 w 1466666"/>
              <a:gd name="connsiteY8" fmla="*/ 728862 h 1453358"/>
              <a:gd name="connsiteX9" fmla="*/ 1350546 w 1466666"/>
              <a:gd name="connsiteY9" fmla="*/ 665362 h 1453358"/>
              <a:gd name="connsiteX10" fmla="*/ 1422513 w 1466666"/>
              <a:gd name="connsiteY10" fmla="*/ 694995 h 1453358"/>
              <a:gd name="connsiteX11" fmla="*/ 1430979 w 1466666"/>
              <a:gd name="connsiteY11" fmla="*/ 474862 h 1453358"/>
              <a:gd name="connsiteX12" fmla="*/ 1409813 w 1466666"/>
              <a:gd name="connsiteY12" fmla="*/ 246262 h 1453358"/>
              <a:gd name="connsiteX13" fmla="*/ 1375946 w 1466666"/>
              <a:gd name="connsiteY13" fmla="*/ 85395 h 1453358"/>
              <a:gd name="connsiteX14" fmla="*/ 1295513 w 1466666"/>
              <a:gd name="connsiteY14" fmla="*/ 64228 h 1453358"/>
              <a:gd name="connsiteX15" fmla="*/ 1168513 w 1466666"/>
              <a:gd name="connsiteY15" fmla="*/ 17662 h 1453358"/>
              <a:gd name="connsiteX16" fmla="*/ 1024579 w 1466666"/>
              <a:gd name="connsiteY16" fmla="*/ 728 h 1453358"/>
              <a:gd name="connsiteX17" fmla="*/ 927213 w 1466666"/>
              <a:gd name="connsiteY17" fmla="*/ 38828 h 1453358"/>
              <a:gd name="connsiteX18" fmla="*/ 958963 w 1466666"/>
              <a:gd name="connsiteY18" fmla="*/ 155246 h 1453358"/>
              <a:gd name="connsiteX19" fmla="*/ 986479 w 1466666"/>
              <a:gd name="connsiteY19" fmla="*/ 271662 h 1453358"/>
              <a:gd name="connsiteX20" fmla="*/ 842546 w 1466666"/>
              <a:gd name="connsiteY20" fmla="*/ 326695 h 1453358"/>
              <a:gd name="connsiteX21" fmla="*/ 656279 w 1466666"/>
              <a:gd name="connsiteY21" fmla="*/ 297062 h 1453358"/>
              <a:gd name="connsiteX22" fmla="*/ 613946 w 1466666"/>
              <a:gd name="connsiteY22" fmla="*/ 161595 h 1453358"/>
              <a:gd name="connsiteX23" fmla="*/ 690146 w 1466666"/>
              <a:gd name="connsiteY23" fmla="*/ 51528 h 1453358"/>
              <a:gd name="connsiteX24" fmla="*/ 563146 w 1466666"/>
              <a:gd name="connsiteY24" fmla="*/ 13428 h 1453358"/>
              <a:gd name="connsiteX25" fmla="*/ 317613 w 1466666"/>
              <a:gd name="connsiteY25" fmla="*/ 26128 h 1453358"/>
              <a:gd name="connsiteX26" fmla="*/ 139813 w 1466666"/>
              <a:gd name="connsiteY26" fmla="*/ 30362 h 1453358"/>
              <a:gd name="connsiteX27" fmla="*/ 137696 w 1466666"/>
              <a:gd name="connsiteY27" fmla="*/ 110795 h 1453358"/>
              <a:gd name="connsiteX28" fmla="*/ 84779 w 1466666"/>
              <a:gd name="connsiteY28" fmla="*/ 504495 h 1453358"/>
              <a:gd name="connsiteX29" fmla="*/ 84779 w 1466666"/>
              <a:gd name="connsiteY29" fmla="*/ 644195 h 1453358"/>
              <a:gd name="connsiteX30" fmla="*/ 184263 w 1466666"/>
              <a:gd name="connsiteY30" fmla="*/ 620911 h 1453358"/>
              <a:gd name="connsiteX31" fmla="*/ 268929 w 1466666"/>
              <a:gd name="connsiteY31" fmla="*/ 646312 h 1453358"/>
              <a:gd name="connsiteX32" fmla="*/ 319729 w 1466666"/>
              <a:gd name="connsiteY32" fmla="*/ 733096 h 1453358"/>
              <a:gd name="connsiteX33" fmla="*/ 296446 w 1466666"/>
              <a:gd name="connsiteY33" fmla="*/ 932062 h 1453358"/>
              <a:gd name="connsiteX34" fmla="*/ 165213 w 1466666"/>
              <a:gd name="connsiteY34" fmla="*/ 999795 h 1453358"/>
              <a:gd name="connsiteX35" fmla="*/ 89013 w 1466666"/>
              <a:gd name="connsiteY35" fmla="*/ 936295 h 1453358"/>
              <a:gd name="connsiteX36" fmla="*/ 25513 w 1466666"/>
              <a:gd name="connsiteY36" fmla="*/ 965928 h 1453358"/>
              <a:gd name="connsiteX37" fmla="*/ 113 w 1466666"/>
              <a:gd name="connsiteY37" fmla="*/ 1122562 h 1453358"/>
              <a:gd name="connsiteX38" fmla="*/ 53029 w 1466666"/>
              <a:gd name="connsiteY38" fmla="*/ 1368095 h 1453358"/>
              <a:gd name="connsiteX39" fmla="*/ 92188 w 1466666"/>
              <a:gd name="connsiteY39" fmla="*/ 1439003 h 1453358"/>
              <a:gd name="connsiteX0" fmla="*/ 92188 w 1469809"/>
              <a:gd name="connsiteY0" fmla="*/ 1439003 h 1449439"/>
              <a:gd name="connsiteX1" fmla="*/ 872179 w 1469809"/>
              <a:gd name="connsiteY1" fmla="*/ 1448528 h 1449439"/>
              <a:gd name="connsiteX2" fmla="*/ 1282813 w 1469809"/>
              <a:gd name="connsiteY2" fmla="*/ 1433712 h 1449439"/>
              <a:gd name="connsiteX3" fmla="*/ 1447913 w 1469809"/>
              <a:gd name="connsiteY3" fmla="*/ 1346928 h 1449439"/>
              <a:gd name="connsiteX4" fmla="*/ 1464846 w 1469809"/>
              <a:gd name="connsiteY4" fmla="*/ 898195 h 1449439"/>
              <a:gd name="connsiteX5" fmla="*/ 1418279 w 1469809"/>
              <a:gd name="connsiteY5" fmla="*/ 868562 h 1449439"/>
              <a:gd name="connsiteX6" fmla="*/ 1392879 w 1469809"/>
              <a:gd name="connsiteY6" fmla="*/ 932062 h 1449439"/>
              <a:gd name="connsiteX7" fmla="*/ 1303979 w 1469809"/>
              <a:gd name="connsiteY7" fmla="*/ 877028 h 1449439"/>
              <a:gd name="connsiteX8" fmla="*/ 1303979 w 1469809"/>
              <a:gd name="connsiteY8" fmla="*/ 728862 h 1449439"/>
              <a:gd name="connsiteX9" fmla="*/ 1350546 w 1469809"/>
              <a:gd name="connsiteY9" fmla="*/ 665362 h 1449439"/>
              <a:gd name="connsiteX10" fmla="*/ 1422513 w 1469809"/>
              <a:gd name="connsiteY10" fmla="*/ 694995 h 1449439"/>
              <a:gd name="connsiteX11" fmla="*/ 1430979 w 1469809"/>
              <a:gd name="connsiteY11" fmla="*/ 474862 h 1449439"/>
              <a:gd name="connsiteX12" fmla="*/ 1409813 w 1469809"/>
              <a:gd name="connsiteY12" fmla="*/ 246262 h 1449439"/>
              <a:gd name="connsiteX13" fmla="*/ 1375946 w 1469809"/>
              <a:gd name="connsiteY13" fmla="*/ 85395 h 1449439"/>
              <a:gd name="connsiteX14" fmla="*/ 1295513 w 1469809"/>
              <a:gd name="connsiteY14" fmla="*/ 64228 h 1449439"/>
              <a:gd name="connsiteX15" fmla="*/ 1168513 w 1469809"/>
              <a:gd name="connsiteY15" fmla="*/ 17662 h 1449439"/>
              <a:gd name="connsiteX16" fmla="*/ 1024579 w 1469809"/>
              <a:gd name="connsiteY16" fmla="*/ 728 h 1449439"/>
              <a:gd name="connsiteX17" fmla="*/ 927213 w 1469809"/>
              <a:gd name="connsiteY17" fmla="*/ 38828 h 1449439"/>
              <a:gd name="connsiteX18" fmla="*/ 958963 w 1469809"/>
              <a:gd name="connsiteY18" fmla="*/ 155246 h 1449439"/>
              <a:gd name="connsiteX19" fmla="*/ 986479 w 1469809"/>
              <a:gd name="connsiteY19" fmla="*/ 271662 h 1449439"/>
              <a:gd name="connsiteX20" fmla="*/ 842546 w 1469809"/>
              <a:gd name="connsiteY20" fmla="*/ 326695 h 1449439"/>
              <a:gd name="connsiteX21" fmla="*/ 656279 w 1469809"/>
              <a:gd name="connsiteY21" fmla="*/ 297062 h 1449439"/>
              <a:gd name="connsiteX22" fmla="*/ 613946 w 1469809"/>
              <a:gd name="connsiteY22" fmla="*/ 161595 h 1449439"/>
              <a:gd name="connsiteX23" fmla="*/ 690146 w 1469809"/>
              <a:gd name="connsiteY23" fmla="*/ 51528 h 1449439"/>
              <a:gd name="connsiteX24" fmla="*/ 563146 w 1469809"/>
              <a:gd name="connsiteY24" fmla="*/ 13428 h 1449439"/>
              <a:gd name="connsiteX25" fmla="*/ 317613 w 1469809"/>
              <a:gd name="connsiteY25" fmla="*/ 26128 h 1449439"/>
              <a:gd name="connsiteX26" fmla="*/ 139813 w 1469809"/>
              <a:gd name="connsiteY26" fmla="*/ 30362 h 1449439"/>
              <a:gd name="connsiteX27" fmla="*/ 137696 w 1469809"/>
              <a:gd name="connsiteY27" fmla="*/ 110795 h 1449439"/>
              <a:gd name="connsiteX28" fmla="*/ 84779 w 1469809"/>
              <a:gd name="connsiteY28" fmla="*/ 504495 h 1449439"/>
              <a:gd name="connsiteX29" fmla="*/ 84779 w 1469809"/>
              <a:gd name="connsiteY29" fmla="*/ 644195 h 1449439"/>
              <a:gd name="connsiteX30" fmla="*/ 184263 w 1469809"/>
              <a:gd name="connsiteY30" fmla="*/ 620911 h 1449439"/>
              <a:gd name="connsiteX31" fmla="*/ 268929 w 1469809"/>
              <a:gd name="connsiteY31" fmla="*/ 646312 h 1449439"/>
              <a:gd name="connsiteX32" fmla="*/ 319729 w 1469809"/>
              <a:gd name="connsiteY32" fmla="*/ 733096 h 1449439"/>
              <a:gd name="connsiteX33" fmla="*/ 296446 w 1469809"/>
              <a:gd name="connsiteY33" fmla="*/ 932062 h 1449439"/>
              <a:gd name="connsiteX34" fmla="*/ 165213 w 1469809"/>
              <a:gd name="connsiteY34" fmla="*/ 999795 h 1449439"/>
              <a:gd name="connsiteX35" fmla="*/ 89013 w 1469809"/>
              <a:gd name="connsiteY35" fmla="*/ 936295 h 1449439"/>
              <a:gd name="connsiteX36" fmla="*/ 25513 w 1469809"/>
              <a:gd name="connsiteY36" fmla="*/ 965928 h 1449439"/>
              <a:gd name="connsiteX37" fmla="*/ 113 w 1469809"/>
              <a:gd name="connsiteY37" fmla="*/ 1122562 h 1449439"/>
              <a:gd name="connsiteX38" fmla="*/ 53029 w 1469809"/>
              <a:gd name="connsiteY38" fmla="*/ 1368095 h 1449439"/>
              <a:gd name="connsiteX39" fmla="*/ 92188 w 1469809"/>
              <a:gd name="connsiteY39" fmla="*/ 1439003 h 1449439"/>
              <a:gd name="connsiteX0" fmla="*/ 92188 w 1466236"/>
              <a:gd name="connsiteY0" fmla="*/ 1439003 h 1449439"/>
              <a:gd name="connsiteX1" fmla="*/ 872179 w 1466236"/>
              <a:gd name="connsiteY1" fmla="*/ 1448528 h 1449439"/>
              <a:gd name="connsiteX2" fmla="*/ 1282813 w 1466236"/>
              <a:gd name="connsiteY2" fmla="*/ 1433712 h 1449439"/>
              <a:gd name="connsiteX3" fmla="*/ 1386528 w 1466236"/>
              <a:gd name="connsiteY3" fmla="*/ 1361746 h 1449439"/>
              <a:gd name="connsiteX4" fmla="*/ 1447913 w 1466236"/>
              <a:gd name="connsiteY4" fmla="*/ 1346928 h 1449439"/>
              <a:gd name="connsiteX5" fmla="*/ 1464846 w 1466236"/>
              <a:gd name="connsiteY5" fmla="*/ 898195 h 1449439"/>
              <a:gd name="connsiteX6" fmla="*/ 1418279 w 1466236"/>
              <a:gd name="connsiteY6" fmla="*/ 868562 h 1449439"/>
              <a:gd name="connsiteX7" fmla="*/ 1392879 w 1466236"/>
              <a:gd name="connsiteY7" fmla="*/ 932062 h 1449439"/>
              <a:gd name="connsiteX8" fmla="*/ 1303979 w 1466236"/>
              <a:gd name="connsiteY8" fmla="*/ 877028 h 1449439"/>
              <a:gd name="connsiteX9" fmla="*/ 1303979 w 1466236"/>
              <a:gd name="connsiteY9" fmla="*/ 728862 h 1449439"/>
              <a:gd name="connsiteX10" fmla="*/ 1350546 w 1466236"/>
              <a:gd name="connsiteY10" fmla="*/ 665362 h 1449439"/>
              <a:gd name="connsiteX11" fmla="*/ 1422513 w 1466236"/>
              <a:gd name="connsiteY11" fmla="*/ 694995 h 1449439"/>
              <a:gd name="connsiteX12" fmla="*/ 1430979 w 1466236"/>
              <a:gd name="connsiteY12" fmla="*/ 474862 h 1449439"/>
              <a:gd name="connsiteX13" fmla="*/ 1409813 w 1466236"/>
              <a:gd name="connsiteY13" fmla="*/ 246262 h 1449439"/>
              <a:gd name="connsiteX14" fmla="*/ 1375946 w 1466236"/>
              <a:gd name="connsiteY14" fmla="*/ 85395 h 1449439"/>
              <a:gd name="connsiteX15" fmla="*/ 1295513 w 1466236"/>
              <a:gd name="connsiteY15" fmla="*/ 64228 h 1449439"/>
              <a:gd name="connsiteX16" fmla="*/ 1168513 w 1466236"/>
              <a:gd name="connsiteY16" fmla="*/ 17662 h 1449439"/>
              <a:gd name="connsiteX17" fmla="*/ 1024579 w 1466236"/>
              <a:gd name="connsiteY17" fmla="*/ 728 h 1449439"/>
              <a:gd name="connsiteX18" fmla="*/ 927213 w 1466236"/>
              <a:gd name="connsiteY18" fmla="*/ 38828 h 1449439"/>
              <a:gd name="connsiteX19" fmla="*/ 958963 w 1466236"/>
              <a:gd name="connsiteY19" fmla="*/ 155246 h 1449439"/>
              <a:gd name="connsiteX20" fmla="*/ 986479 w 1466236"/>
              <a:gd name="connsiteY20" fmla="*/ 271662 h 1449439"/>
              <a:gd name="connsiteX21" fmla="*/ 842546 w 1466236"/>
              <a:gd name="connsiteY21" fmla="*/ 326695 h 1449439"/>
              <a:gd name="connsiteX22" fmla="*/ 656279 w 1466236"/>
              <a:gd name="connsiteY22" fmla="*/ 297062 h 1449439"/>
              <a:gd name="connsiteX23" fmla="*/ 613946 w 1466236"/>
              <a:gd name="connsiteY23" fmla="*/ 161595 h 1449439"/>
              <a:gd name="connsiteX24" fmla="*/ 690146 w 1466236"/>
              <a:gd name="connsiteY24" fmla="*/ 51528 h 1449439"/>
              <a:gd name="connsiteX25" fmla="*/ 563146 w 1466236"/>
              <a:gd name="connsiteY25" fmla="*/ 13428 h 1449439"/>
              <a:gd name="connsiteX26" fmla="*/ 317613 w 1466236"/>
              <a:gd name="connsiteY26" fmla="*/ 26128 h 1449439"/>
              <a:gd name="connsiteX27" fmla="*/ 139813 w 1466236"/>
              <a:gd name="connsiteY27" fmla="*/ 30362 h 1449439"/>
              <a:gd name="connsiteX28" fmla="*/ 137696 w 1466236"/>
              <a:gd name="connsiteY28" fmla="*/ 110795 h 1449439"/>
              <a:gd name="connsiteX29" fmla="*/ 84779 w 1466236"/>
              <a:gd name="connsiteY29" fmla="*/ 504495 h 1449439"/>
              <a:gd name="connsiteX30" fmla="*/ 84779 w 1466236"/>
              <a:gd name="connsiteY30" fmla="*/ 644195 h 1449439"/>
              <a:gd name="connsiteX31" fmla="*/ 184263 w 1466236"/>
              <a:gd name="connsiteY31" fmla="*/ 620911 h 1449439"/>
              <a:gd name="connsiteX32" fmla="*/ 268929 w 1466236"/>
              <a:gd name="connsiteY32" fmla="*/ 646312 h 1449439"/>
              <a:gd name="connsiteX33" fmla="*/ 319729 w 1466236"/>
              <a:gd name="connsiteY33" fmla="*/ 733096 h 1449439"/>
              <a:gd name="connsiteX34" fmla="*/ 296446 w 1466236"/>
              <a:gd name="connsiteY34" fmla="*/ 932062 h 1449439"/>
              <a:gd name="connsiteX35" fmla="*/ 165213 w 1466236"/>
              <a:gd name="connsiteY35" fmla="*/ 999795 h 1449439"/>
              <a:gd name="connsiteX36" fmla="*/ 89013 w 1466236"/>
              <a:gd name="connsiteY36" fmla="*/ 936295 h 1449439"/>
              <a:gd name="connsiteX37" fmla="*/ 25513 w 1466236"/>
              <a:gd name="connsiteY37" fmla="*/ 965928 h 1449439"/>
              <a:gd name="connsiteX38" fmla="*/ 113 w 1466236"/>
              <a:gd name="connsiteY38" fmla="*/ 1122562 h 1449439"/>
              <a:gd name="connsiteX39" fmla="*/ 53029 w 1466236"/>
              <a:gd name="connsiteY39" fmla="*/ 1368095 h 1449439"/>
              <a:gd name="connsiteX40" fmla="*/ 92188 w 1466236"/>
              <a:gd name="connsiteY40" fmla="*/ 1439003 h 1449439"/>
              <a:gd name="connsiteX0" fmla="*/ 92188 w 1466489"/>
              <a:gd name="connsiteY0" fmla="*/ 1439003 h 1449439"/>
              <a:gd name="connsiteX1" fmla="*/ 872179 w 1466489"/>
              <a:gd name="connsiteY1" fmla="*/ 1448528 h 1449439"/>
              <a:gd name="connsiteX2" fmla="*/ 1282813 w 1466489"/>
              <a:gd name="connsiteY2" fmla="*/ 1433712 h 1449439"/>
              <a:gd name="connsiteX3" fmla="*/ 1371711 w 1466489"/>
              <a:gd name="connsiteY3" fmla="*/ 1385029 h 1449439"/>
              <a:gd name="connsiteX4" fmla="*/ 1447913 w 1466489"/>
              <a:gd name="connsiteY4" fmla="*/ 1346928 h 1449439"/>
              <a:gd name="connsiteX5" fmla="*/ 1464846 w 1466489"/>
              <a:gd name="connsiteY5" fmla="*/ 898195 h 1449439"/>
              <a:gd name="connsiteX6" fmla="*/ 1418279 w 1466489"/>
              <a:gd name="connsiteY6" fmla="*/ 868562 h 1449439"/>
              <a:gd name="connsiteX7" fmla="*/ 1392879 w 1466489"/>
              <a:gd name="connsiteY7" fmla="*/ 932062 h 1449439"/>
              <a:gd name="connsiteX8" fmla="*/ 1303979 w 1466489"/>
              <a:gd name="connsiteY8" fmla="*/ 877028 h 1449439"/>
              <a:gd name="connsiteX9" fmla="*/ 1303979 w 1466489"/>
              <a:gd name="connsiteY9" fmla="*/ 728862 h 1449439"/>
              <a:gd name="connsiteX10" fmla="*/ 1350546 w 1466489"/>
              <a:gd name="connsiteY10" fmla="*/ 665362 h 1449439"/>
              <a:gd name="connsiteX11" fmla="*/ 1422513 w 1466489"/>
              <a:gd name="connsiteY11" fmla="*/ 694995 h 1449439"/>
              <a:gd name="connsiteX12" fmla="*/ 1430979 w 1466489"/>
              <a:gd name="connsiteY12" fmla="*/ 474862 h 1449439"/>
              <a:gd name="connsiteX13" fmla="*/ 1409813 w 1466489"/>
              <a:gd name="connsiteY13" fmla="*/ 246262 h 1449439"/>
              <a:gd name="connsiteX14" fmla="*/ 1375946 w 1466489"/>
              <a:gd name="connsiteY14" fmla="*/ 85395 h 1449439"/>
              <a:gd name="connsiteX15" fmla="*/ 1295513 w 1466489"/>
              <a:gd name="connsiteY15" fmla="*/ 64228 h 1449439"/>
              <a:gd name="connsiteX16" fmla="*/ 1168513 w 1466489"/>
              <a:gd name="connsiteY16" fmla="*/ 17662 h 1449439"/>
              <a:gd name="connsiteX17" fmla="*/ 1024579 w 1466489"/>
              <a:gd name="connsiteY17" fmla="*/ 728 h 1449439"/>
              <a:gd name="connsiteX18" fmla="*/ 927213 w 1466489"/>
              <a:gd name="connsiteY18" fmla="*/ 38828 h 1449439"/>
              <a:gd name="connsiteX19" fmla="*/ 958963 w 1466489"/>
              <a:gd name="connsiteY19" fmla="*/ 155246 h 1449439"/>
              <a:gd name="connsiteX20" fmla="*/ 986479 w 1466489"/>
              <a:gd name="connsiteY20" fmla="*/ 271662 h 1449439"/>
              <a:gd name="connsiteX21" fmla="*/ 842546 w 1466489"/>
              <a:gd name="connsiteY21" fmla="*/ 326695 h 1449439"/>
              <a:gd name="connsiteX22" fmla="*/ 656279 w 1466489"/>
              <a:gd name="connsiteY22" fmla="*/ 297062 h 1449439"/>
              <a:gd name="connsiteX23" fmla="*/ 613946 w 1466489"/>
              <a:gd name="connsiteY23" fmla="*/ 161595 h 1449439"/>
              <a:gd name="connsiteX24" fmla="*/ 690146 w 1466489"/>
              <a:gd name="connsiteY24" fmla="*/ 51528 h 1449439"/>
              <a:gd name="connsiteX25" fmla="*/ 563146 w 1466489"/>
              <a:gd name="connsiteY25" fmla="*/ 13428 h 1449439"/>
              <a:gd name="connsiteX26" fmla="*/ 317613 w 1466489"/>
              <a:gd name="connsiteY26" fmla="*/ 26128 h 1449439"/>
              <a:gd name="connsiteX27" fmla="*/ 139813 w 1466489"/>
              <a:gd name="connsiteY27" fmla="*/ 30362 h 1449439"/>
              <a:gd name="connsiteX28" fmla="*/ 137696 w 1466489"/>
              <a:gd name="connsiteY28" fmla="*/ 110795 h 1449439"/>
              <a:gd name="connsiteX29" fmla="*/ 84779 w 1466489"/>
              <a:gd name="connsiteY29" fmla="*/ 504495 h 1449439"/>
              <a:gd name="connsiteX30" fmla="*/ 84779 w 1466489"/>
              <a:gd name="connsiteY30" fmla="*/ 644195 h 1449439"/>
              <a:gd name="connsiteX31" fmla="*/ 184263 w 1466489"/>
              <a:gd name="connsiteY31" fmla="*/ 620911 h 1449439"/>
              <a:gd name="connsiteX32" fmla="*/ 268929 w 1466489"/>
              <a:gd name="connsiteY32" fmla="*/ 646312 h 1449439"/>
              <a:gd name="connsiteX33" fmla="*/ 319729 w 1466489"/>
              <a:gd name="connsiteY33" fmla="*/ 733096 h 1449439"/>
              <a:gd name="connsiteX34" fmla="*/ 296446 w 1466489"/>
              <a:gd name="connsiteY34" fmla="*/ 932062 h 1449439"/>
              <a:gd name="connsiteX35" fmla="*/ 165213 w 1466489"/>
              <a:gd name="connsiteY35" fmla="*/ 999795 h 1449439"/>
              <a:gd name="connsiteX36" fmla="*/ 89013 w 1466489"/>
              <a:gd name="connsiteY36" fmla="*/ 936295 h 1449439"/>
              <a:gd name="connsiteX37" fmla="*/ 25513 w 1466489"/>
              <a:gd name="connsiteY37" fmla="*/ 965928 h 1449439"/>
              <a:gd name="connsiteX38" fmla="*/ 113 w 1466489"/>
              <a:gd name="connsiteY38" fmla="*/ 1122562 h 1449439"/>
              <a:gd name="connsiteX39" fmla="*/ 53029 w 1466489"/>
              <a:gd name="connsiteY39" fmla="*/ 1368095 h 1449439"/>
              <a:gd name="connsiteX40" fmla="*/ 92188 w 1466489"/>
              <a:gd name="connsiteY40" fmla="*/ 1439003 h 1449439"/>
              <a:gd name="connsiteX0" fmla="*/ 92188 w 1466489"/>
              <a:gd name="connsiteY0" fmla="*/ 1439003 h 1450722"/>
              <a:gd name="connsiteX1" fmla="*/ 872179 w 1466489"/>
              <a:gd name="connsiteY1" fmla="*/ 1448528 h 1450722"/>
              <a:gd name="connsiteX2" fmla="*/ 1225663 w 1466489"/>
              <a:gd name="connsiteY2" fmla="*/ 1444295 h 1450722"/>
              <a:gd name="connsiteX3" fmla="*/ 1371711 w 1466489"/>
              <a:gd name="connsiteY3" fmla="*/ 1385029 h 1450722"/>
              <a:gd name="connsiteX4" fmla="*/ 1447913 w 1466489"/>
              <a:gd name="connsiteY4" fmla="*/ 1346928 h 1450722"/>
              <a:gd name="connsiteX5" fmla="*/ 1464846 w 1466489"/>
              <a:gd name="connsiteY5" fmla="*/ 898195 h 1450722"/>
              <a:gd name="connsiteX6" fmla="*/ 1418279 w 1466489"/>
              <a:gd name="connsiteY6" fmla="*/ 868562 h 1450722"/>
              <a:gd name="connsiteX7" fmla="*/ 1392879 w 1466489"/>
              <a:gd name="connsiteY7" fmla="*/ 932062 h 1450722"/>
              <a:gd name="connsiteX8" fmla="*/ 1303979 w 1466489"/>
              <a:gd name="connsiteY8" fmla="*/ 877028 h 1450722"/>
              <a:gd name="connsiteX9" fmla="*/ 1303979 w 1466489"/>
              <a:gd name="connsiteY9" fmla="*/ 728862 h 1450722"/>
              <a:gd name="connsiteX10" fmla="*/ 1350546 w 1466489"/>
              <a:gd name="connsiteY10" fmla="*/ 665362 h 1450722"/>
              <a:gd name="connsiteX11" fmla="*/ 1422513 w 1466489"/>
              <a:gd name="connsiteY11" fmla="*/ 694995 h 1450722"/>
              <a:gd name="connsiteX12" fmla="*/ 1430979 w 1466489"/>
              <a:gd name="connsiteY12" fmla="*/ 474862 h 1450722"/>
              <a:gd name="connsiteX13" fmla="*/ 1409813 w 1466489"/>
              <a:gd name="connsiteY13" fmla="*/ 246262 h 1450722"/>
              <a:gd name="connsiteX14" fmla="*/ 1375946 w 1466489"/>
              <a:gd name="connsiteY14" fmla="*/ 85395 h 1450722"/>
              <a:gd name="connsiteX15" fmla="*/ 1295513 w 1466489"/>
              <a:gd name="connsiteY15" fmla="*/ 64228 h 1450722"/>
              <a:gd name="connsiteX16" fmla="*/ 1168513 w 1466489"/>
              <a:gd name="connsiteY16" fmla="*/ 17662 h 1450722"/>
              <a:gd name="connsiteX17" fmla="*/ 1024579 w 1466489"/>
              <a:gd name="connsiteY17" fmla="*/ 728 h 1450722"/>
              <a:gd name="connsiteX18" fmla="*/ 927213 w 1466489"/>
              <a:gd name="connsiteY18" fmla="*/ 38828 h 1450722"/>
              <a:gd name="connsiteX19" fmla="*/ 958963 w 1466489"/>
              <a:gd name="connsiteY19" fmla="*/ 155246 h 1450722"/>
              <a:gd name="connsiteX20" fmla="*/ 986479 w 1466489"/>
              <a:gd name="connsiteY20" fmla="*/ 271662 h 1450722"/>
              <a:gd name="connsiteX21" fmla="*/ 842546 w 1466489"/>
              <a:gd name="connsiteY21" fmla="*/ 326695 h 1450722"/>
              <a:gd name="connsiteX22" fmla="*/ 656279 w 1466489"/>
              <a:gd name="connsiteY22" fmla="*/ 297062 h 1450722"/>
              <a:gd name="connsiteX23" fmla="*/ 613946 w 1466489"/>
              <a:gd name="connsiteY23" fmla="*/ 161595 h 1450722"/>
              <a:gd name="connsiteX24" fmla="*/ 690146 w 1466489"/>
              <a:gd name="connsiteY24" fmla="*/ 51528 h 1450722"/>
              <a:gd name="connsiteX25" fmla="*/ 563146 w 1466489"/>
              <a:gd name="connsiteY25" fmla="*/ 13428 h 1450722"/>
              <a:gd name="connsiteX26" fmla="*/ 317613 w 1466489"/>
              <a:gd name="connsiteY26" fmla="*/ 26128 h 1450722"/>
              <a:gd name="connsiteX27" fmla="*/ 139813 w 1466489"/>
              <a:gd name="connsiteY27" fmla="*/ 30362 h 1450722"/>
              <a:gd name="connsiteX28" fmla="*/ 137696 w 1466489"/>
              <a:gd name="connsiteY28" fmla="*/ 110795 h 1450722"/>
              <a:gd name="connsiteX29" fmla="*/ 84779 w 1466489"/>
              <a:gd name="connsiteY29" fmla="*/ 504495 h 1450722"/>
              <a:gd name="connsiteX30" fmla="*/ 84779 w 1466489"/>
              <a:gd name="connsiteY30" fmla="*/ 644195 h 1450722"/>
              <a:gd name="connsiteX31" fmla="*/ 184263 w 1466489"/>
              <a:gd name="connsiteY31" fmla="*/ 620911 h 1450722"/>
              <a:gd name="connsiteX32" fmla="*/ 268929 w 1466489"/>
              <a:gd name="connsiteY32" fmla="*/ 646312 h 1450722"/>
              <a:gd name="connsiteX33" fmla="*/ 319729 w 1466489"/>
              <a:gd name="connsiteY33" fmla="*/ 733096 h 1450722"/>
              <a:gd name="connsiteX34" fmla="*/ 296446 w 1466489"/>
              <a:gd name="connsiteY34" fmla="*/ 932062 h 1450722"/>
              <a:gd name="connsiteX35" fmla="*/ 165213 w 1466489"/>
              <a:gd name="connsiteY35" fmla="*/ 999795 h 1450722"/>
              <a:gd name="connsiteX36" fmla="*/ 89013 w 1466489"/>
              <a:gd name="connsiteY36" fmla="*/ 936295 h 1450722"/>
              <a:gd name="connsiteX37" fmla="*/ 25513 w 1466489"/>
              <a:gd name="connsiteY37" fmla="*/ 965928 h 1450722"/>
              <a:gd name="connsiteX38" fmla="*/ 113 w 1466489"/>
              <a:gd name="connsiteY38" fmla="*/ 1122562 h 1450722"/>
              <a:gd name="connsiteX39" fmla="*/ 53029 w 1466489"/>
              <a:gd name="connsiteY39" fmla="*/ 1368095 h 1450722"/>
              <a:gd name="connsiteX40" fmla="*/ 92188 w 1466489"/>
              <a:gd name="connsiteY40" fmla="*/ 1439003 h 1450722"/>
              <a:gd name="connsiteX0" fmla="*/ 92188 w 1466619"/>
              <a:gd name="connsiteY0" fmla="*/ 1439003 h 1448661"/>
              <a:gd name="connsiteX1" fmla="*/ 872179 w 1466619"/>
              <a:gd name="connsiteY1" fmla="*/ 1448528 h 1448661"/>
              <a:gd name="connsiteX2" fmla="*/ 1225663 w 1466619"/>
              <a:gd name="connsiteY2" fmla="*/ 1444295 h 1448661"/>
              <a:gd name="connsiteX3" fmla="*/ 1365361 w 1466619"/>
              <a:gd name="connsiteY3" fmla="*/ 1412545 h 1448661"/>
              <a:gd name="connsiteX4" fmla="*/ 1447913 w 1466619"/>
              <a:gd name="connsiteY4" fmla="*/ 1346928 h 1448661"/>
              <a:gd name="connsiteX5" fmla="*/ 1464846 w 1466619"/>
              <a:gd name="connsiteY5" fmla="*/ 898195 h 1448661"/>
              <a:gd name="connsiteX6" fmla="*/ 1418279 w 1466619"/>
              <a:gd name="connsiteY6" fmla="*/ 868562 h 1448661"/>
              <a:gd name="connsiteX7" fmla="*/ 1392879 w 1466619"/>
              <a:gd name="connsiteY7" fmla="*/ 932062 h 1448661"/>
              <a:gd name="connsiteX8" fmla="*/ 1303979 w 1466619"/>
              <a:gd name="connsiteY8" fmla="*/ 877028 h 1448661"/>
              <a:gd name="connsiteX9" fmla="*/ 1303979 w 1466619"/>
              <a:gd name="connsiteY9" fmla="*/ 728862 h 1448661"/>
              <a:gd name="connsiteX10" fmla="*/ 1350546 w 1466619"/>
              <a:gd name="connsiteY10" fmla="*/ 665362 h 1448661"/>
              <a:gd name="connsiteX11" fmla="*/ 1422513 w 1466619"/>
              <a:gd name="connsiteY11" fmla="*/ 694995 h 1448661"/>
              <a:gd name="connsiteX12" fmla="*/ 1430979 w 1466619"/>
              <a:gd name="connsiteY12" fmla="*/ 474862 h 1448661"/>
              <a:gd name="connsiteX13" fmla="*/ 1409813 w 1466619"/>
              <a:gd name="connsiteY13" fmla="*/ 246262 h 1448661"/>
              <a:gd name="connsiteX14" fmla="*/ 1375946 w 1466619"/>
              <a:gd name="connsiteY14" fmla="*/ 85395 h 1448661"/>
              <a:gd name="connsiteX15" fmla="*/ 1295513 w 1466619"/>
              <a:gd name="connsiteY15" fmla="*/ 64228 h 1448661"/>
              <a:gd name="connsiteX16" fmla="*/ 1168513 w 1466619"/>
              <a:gd name="connsiteY16" fmla="*/ 17662 h 1448661"/>
              <a:gd name="connsiteX17" fmla="*/ 1024579 w 1466619"/>
              <a:gd name="connsiteY17" fmla="*/ 728 h 1448661"/>
              <a:gd name="connsiteX18" fmla="*/ 927213 w 1466619"/>
              <a:gd name="connsiteY18" fmla="*/ 38828 h 1448661"/>
              <a:gd name="connsiteX19" fmla="*/ 958963 w 1466619"/>
              <a:gd name="connsiteY19" fmla="*/ 155246 h 1448661"/>
              <a:gd name="connsiteX20" fmla="*/ 986479 w 1466619"/>
              <a:gd name="connsiteY20" fmla="*/ 271662 h 1448661"/>
              <a:gd name="connsiteX21" fmla="*/ 842546 w 1466619"/>
              <a:gd name="connsiteY21" fmla="*/ 326695 h 1448661"/>
              <a:gd name="connsiteX22" fmla="*/ 656279 w 1466619"/>
              <a:gd name="connsiteY22" fmla="*/ 297062 h 1448661"/>
              <a:gd name="connsiteX23" fmla="*/ 613946 w 1466619"/>
              <a:gd name="connsiteY23" fmla="*/ 161595 h 1448661"/>
              <a:gd name="connsiteX24" fmla="*/ 690146 w 1466619"/>
              <a:gd name="connsiteY24" fmla="*/ 51528 h 1448661"/>
              <a:gd name="connsiteX25" fmla="*/ 563146 w 1466619"/>
              <a:gd name="connsiteY25" fmla="*/ 13428 h 1448661"/>
              <a:gd name="connsiteX26" fmla="*/ 317613 w 1466619"/>
              <a:gd name="connsiteY26" fmla="*/ 26128 h 1448661"/>
              <a:gd name="connsiteX27" fmla="*/ 139813 w 1466619"/>
              <a:gd name="connsiteY27" fmla="*/ 30362 h 1448661"/>
              <a:gd name="connsiteX28" fmla="*/ 137696 w 1466619"/>
              <a:gd name="connsiteY28" fmla="*/ 110795 h 1448661"/>
              <a:gd name="connsiteX29" fmla="*/ 84779 w 1466619"/>
              <a:gd name="connsiteY29" fmla="*/ 504495 h 1448661"/>
              <a:gd name="connsiteX30" fmla="*/ 84779 w 1466619"/>
              <a:gd name="connsiteY30" fmla="*/ 644195 h 1448661"/>
              <a:gd name="connsiteX31" fmla="*/ 184263 w 1466619"/>
              <a:gd name="connsiteY31" fmla="*/ 620911 h 1448661"/>
              <a:gd name="connsiteX32" fmla="*/ 268929 w 1466619"/>
              <a:gd name="connsiteY32" fmla="*/ 646312 h 1448661"/>
              <a:gd name="connsiteX33" fmla="*/ 319729 w 1466619"/>
              <a:gd name="connsiteY33" fmla="*/ 733096 h 1448661"/>
              <a:gd name="connsiteX34" fmla="*/ 296446 w 1466619"/>
              <a:gd name="connsiteY34" fmla="*/ 932062 h 1448661"/>
              <a:gd name="connsiteX35" fmla="*/ 165213 w 1466619"/>
              <a:gd name="connsiteY35" fmla="*/ 999795 h 1448661"/>
              <a:gd name="connsiteX36" fmla="*/ 89013 w 1466619"/>
              <a:gd name="connsiteY36" fmla="*/ 936295 h 1448661"/>
              <a:gd name="connsiteX37" fmla="*/ 25513 w 1466619"/>
              <a:gd name="connsiteY37" fmla="*/ 965928 h 1448661"/>
              <a:gd name="connsiteX38" fmla="*/ 113 w 1466619"/>
              <a:gd name="connsiteY38" fmla="*/ 1122562 h 1448661"/>
              <a:gd name="connsiteX39" fmla="*/ 53029 w 1466619"/>
              <a:gd name="connsiteY39" fmla="*/ 1368095 h 1448661"/>
              <a:gd name="connsiteX40" fmla="*/ 92188 w 1466619"/>
              <a:gd name="connsiteY40" fmla="*/ 1439003 h 1448661"/>
              <a:gd name="connsiteX0" fmla="*/ 92188 w 1464933"/>
              <a:gd name="connsiteY0" fmla="*/ 1439003 h 1448661"/>
              <a:gd name="connsiteX1" fmla="*/ 872179 w 1464933"/>
              <a:gd name="connsiteY1" fmla="*/ 1448528 h 1448661"/>
              <a:gd name="connsiteX2" fmla="*/ 1225663 w 1464933"/>
              <a:gd name="connsiteY2" fmla="*/ 1444295 h 1448661"/>
              <a:gd name="connsiteX3" fmla="*/ 1365361 w 1464933"/>
              <a:gd name="connsiteY3" fmla="*/ 1412545 h 1448661"/>
              <a:gd name="connsiteX4" fmla="*/ 1405579 w 1464933"/>
              <a:gd name="connsiteY4" fmla="*/ 1332111 h 1448661"/>
              <a:gd name="connsiteX5" fmla="*/ 1464846 w 1464933"/>
              <a:gd name="connsiteY5" fmla="*/ 898195 h 1448661"/>
              <a:gd name="connsiteX6" fmla="*/ 1418279 w 1464933"/>
              <a:gd name="connsiteY6" fmla="*/ 868562 h 1448661"/>
              <a:gd name="connsiteX7" fmla="*/ 1392879 w 1464933"/>
              <a:gd name="connsiteY7" fmla="*/ 932062 h 1448661"/>
              <a:gd name="connsiteX8" fmla="*/ 1303979 w 1464933"/>
              <a:gd name="connsiteY8" fmla="*/ 877028 h 1448661"/>
              <a:gd name="connsiteX9" fmla="*/ 1303979 w 1464933"/>
              <a:gd name="connsiteY9" fmla="*/ 728862 h 1448661"/>
              <a:gd name="connsiteX10" fmla="*/ 1350546 w 1464933"/>
              <a:gd name="connsiteY10" fmla="*/ 665362 h 1448661"/>
              <a:gd name="connsiteX11" fmla="*/ 1422513 w 1464933"/>
              <a:gd name="connsiteY11" fmla="*/ 694995 h 1448661"/>
              <a:gd name="connsiteX12" fmla="*/ 1430979 w 1464933"/>
              <a:gd name="connsiteY12" fmla="*/ 474862 h 1448661"/>
              <a:gd name="connsiteX13" fmla="*/ 1409813 w 1464933"/>
              <a:gd name="connsiteY13" fmla="*/ 246262 h 1448661"/>
              <a:gd name="connsiteX14" fmla="*/ 1375946 w 1464933"/>
              <a:gd name="connsiteY14" fmla="*/ 85395 h 1448661"/>
              <a:gd name="connsiteX15" fmla="*/ 1295513 w 1464933"/>
              <a:gd name="connsiteY15" fmla="*/ 64228 h 1448661"/>
              <a:gd name="connsiteX16" fmla="*/ 1168513 w 1464933"/>
              <a:gd name="connsiteY16" fmla="*/ 17662 h 1448661"/>
              <a:gd name="connsiteX17" fmla="*/ 1024579 w 1464933"/>
              <a:gd name="connsiteY17" fmla="*/ 728 h 1448661"/>
              <a:gd name="connsiteX18" fmla="*/ 927213 w 1464933"/>
              <a:gd name="connsiteY18" fmla="*/ 38828 h 1448661"/>
              <a:gd name="connsiteX19" fmla="*/ 958963 w 1464933"/>
              <a:gd name="connsiteY19" fmla="*/ 155246 h 1448661"/>
              <a:gd name="connsiteX20" fmla="*/ 986479 w 1464933"/>
              <a:gd name="connsiteY20" fmla="*/ 271662 h 1448661"/>
              <a:gd name="connsiteX21" fmla="*/ 842546 w 1464933"/>
              <a:gd name="connsiteY21" fmla="*/ 326695 h 1448661"/>
              <a:gd name="connsiteX22" fmla="*/ 656279 w 1464933"/>
              <a:gd name="connsiteY22" fmla="*/ 297062 h 1448661"/>
              <a:gd name="connsiteX23" fmla="*/ 613946 w 1464933"/>
              <a:gd name="connsiteY23" fmla="*/ 161595 h 1448661"/>
              <a:gd name="connsiteX24" fmla="*/ 690146 w 1464933"/>
              <a:gd name="connsiteY24" fmla="*/ 51528 h 1448661"/>
              <a:gd name="connsiteX25" fmla="*/ 563146 w 1464933"/>
              <a:gd name="connsiteY25" fmla="*/ 13428 h 1448661"/>
              <a:gd name="connsiteX26" fmla="*/ 317613 w 1464933"/>
              <a:gd name="connsiteY26" fmla="*/ 26128 h 1448661"/>
              <a:gd name="connsiteX27" fmla="*/ 139813 w 1464933"/>
              <a:gd name="connsiteY27" fmla="*/ 30362 h 1448661"/>
              <a:gd name="connsiteX28" fmla="*/ 137696 w 1464933"/>
              <a:gd name="connsiteY28" fmla="*/ 110795 h 1448661"/>
              <a:gd name="connsiteX29" fmla="*/ 84779 w 1464933"/>
              <a:gd name="connsiteY29" fmla="*/ 504495 h 1448661"/>
              <a:gd name="connsiteX30" fmla="*/ 84779 w 1464933"/>
              <a:gd name="connsiteY30" fmla="*/ 644195 h 1448661"/>
              <a:gd name="connsiteX31" fmla="*/ 184263 w 1464933"/>
              <a:gd name="connsiteY31" fmla="*/ 620911 h 1448661"/>
              <a:gd name="connsiteX32" fmla="*/ 268929 w 1464933"/>
              <a:gd name="connsiteY32" fmla="*/ 646312 h 1448661"/>
              <a:gd name="connsiteX33" fmla="*/ 319729 w 1464933"/>
              <a:gd name="connsiteY33" fmla="*/ 733096 h 1448661"/>
              <a:gd name="connsiteX34" fmla="*/ 296446 w 1464933"/>
              <a:gd name="connsiteY34" fmla="*/ 932062 h 1448661"/>
              <a:gd name="connsiteX35" fmla="*/ 165213 w 1464933"/>
              <a:gd name="connsiteY35" fmla="*/ 999795 h 1448661"/>
              <a:gd name="connsiteX36" fmla="*/ 89013 w 1464933"/>
              <a:gd name="connsiteY36" fmla="*/ 936295 h 1448661"/>
              <a:gd name="connsiteX37" fmla="*/ 25513 w 1464933"/>
              <a:gd name="connsiteY37" fmla="*/ 965928 h 1448661"/>
              <a:gd name="connsiteX38" fmla="*/ 113 w 1464933"/>
              <a:gd name="connsiteY38" fmla="*/ 1122562 h 1448661"/>
              <a:gd name="connsiteX39" fmla="*/ 53029 w 1464933"/>
              <a:gd name="connsiteY39" fmla="*/ 1368095 h 1448661"/>
              <a:gd name="connsiteX40" fmla="*/ 92188 w 1464933"/>
              <a:gd name="connsiteY40" fmla="*/ 1439003 h 1448661"/>
              <a:gd name="connsiteX0" fmla="*/ 92188 w 1464949"/>
              <a:gd name="connsiteY0" fmla="*/ 1439003 h 1448661"/>
              <a:gd name="connsiteX1" fmla="*/ 872179 w 1464949"/>
              <a:gd name="connsiteY1" fmla="*/ 1448528 h 1448661"/>
              <a:gd name="connsiteX2" fmla="*/ 1225663 w 1464949"/>
              <a:gd name="connsiteY2" fmla="*/ 1444295 h 1448661"/>
              <a:gd name="connsiteX3" fmla="*/ 1365361 w 1464949"/>
              <a:gd name="connsiteY3" fmla="*/ 1412545 h 1448661"/>
              <a:gd name="connsiteX4" fmla="*/ 1428863 w 1464949"/>
              <a:gd name="connsiteY4" fmla="*/ 1202994 h 1448661"/>
              <a:gd name="connsiteX5" fmla="*/ 1464846 w 1464949"/>
              <a:gd name="connsiteY5" fmla="*/ 898195 h 1448661"/>
              <a:gd name="connsiteX6" fmla="*/ 1418279 w 1464949"/>
              <a:gd name="connsiteY6" fmla="*/ 868562 h 1448661"/>
              <a:gd name="connsiteX7" fmla="*/ 1392879 w 1464949"/>
              <a:gd name="connsiteY7" fmla="*/ 932062 h 1448661"/>
              <a:gd name="connsiteX8" fmla="*/ 1303979 w 1464949"/>
              <a:gd name="connsiteY8" fmla="*/ 877028 h 1448661"/>
              <a:gd name="connsiteX9" fmla="*/ 1303979 w 1464949"/>
              <a:gd name="connsiteY9" fmla="*/ 728862 h 1448661"/>
              <a:gd name="connsiteX10" fmla="*/ 1350546 w 1464949"/>
              <a:gd name="connsiteY10" fmla="*/ 665362 h 1448661"/>
              <a:gd name="connsiteX11" fmla="*/ 1422513 w 1464949"/>
              <a:gd name="connsiteY11" fmla="*/ 694995 h 1448661"/>
              <a:gd name="connsiteX12" fmla="*/ 1430979 w 1464949"/>
              <a:gd name="connsiteY12" fmla="*/ 474862 h 1448661"/>
              <a:gd name="connsiteX13" fmla="*/ 1409813 w 1464949"/>
              <a:gd name="connsiteY13" fmla="*/ 246262 h 1448661"/>
              <a:gd name="connsiteX14" fmla="*/ 1375946 w 1464949"/>
              <a:gd name="connsiteY14" fmla="*/ 85395 h 1448661"/>
              <a:gd name="connsiteX15" fmla="*/ 1295513 w 1464949"/>
              <a:gd name="connsiteY15" fmla="*/ 64228 h 1448661"/>
              <a:gd name="connsiteX16" fmla="*/ 1168513 w 1464949"/>
              <a:gd name="connsiteY16" fmla="*/ 17662 h 1448661"/>
              <a:gd name="connsiteX17" fmla="*/ 1024579 w 1464949"/>
              <a:gd name="connsiteY17" fmla="*/ 728 h 1448661"/>
              <a:gd name="connsiteX18" fmla="*/ 927213 w 1464949"/>
              <a:gd name="connsiteY18" fmla="*/ 38828 h 1448661"/>
              <a:gd name="connsiteX19" fmla="*/ 958963 w 1464949"/>
              <a:gd name="connsiteY19" fmla="*/ 155246 h 1448661"/>
              <a:gd name="connsiteX20" fmla="*/ 986479 w 1464949"/>
              <a:gd name="connsiteY20" fmla="*/ 271662 h 1448661"/>
              <a:gd name="connsiteX21" fmla="*/ 842546 w 1464949"/>
              <a:gd name="connsiteY21" fmla="*/ 326695 h 1448661"/>
              <a:gd name="connsiteX22" fmla="*/ 656279 w 1464949"/>
              <a:gd name="connsiteY22" fmla="*/ 297062 h 1448661"/>
              <a:gd name="connsiteX23" fmla="*/ 613946 w 1464949"/>
              <a:gd name="connsiteY23" fmla="*/ 161595 h 1448661"/>
              <a:gd name="connsiteX24" fmla="*/ 690146 w 1464949"/>
              <a:gd name="connsiteY24" fmla="*/ 51528 h 1448661"/>
              <a:gd name="connsiteX25" fmla="*/ 563146 w 1464949"/>
              <a:gd name="connsiteY25" fmla="*/ 13428 h 1448661"/>
              <a:gd name="connsiteX26" fmla="*/ 317613 w 1464949"/>
              <a:gd name="connsiteY26" fmla="*/ 26128 h 1448661"/>
              <a:gd name="connsiteX27" fmla="*/ 139813 w 1464949"/>
              <a:gd name="connsiteY27" fmla="*/ 30362 h 1448661"/>
              <a:gd name="connsiteX28" fmla="*/ 137696 w 1464949"/>
              <a:gd name="connsiteY28" fmla="*/ 110795 h 1448661"/>
              <a:gd name="connsiteX29" fmla="*/ 84779 w 1464949"/>
              <a:gd name="connsiteY29" fmla="*/ 504495 h 1448661"/>
              <a:gd name="connsiteX30" fmla="*/ 84779 w 1464949"/>
              <a:gd name="connsiteY30" fmla="*/ 644195 h 1448661"/>
              <a:gd name="connsiteX31" fmla="*/ 184263 w 1464949"/>
              <a:gd name="connsiteY31" fmla="*/ 620911 h 1448661"/>
              <a:gd name="connsiteX32" fmla="*/ 268929 w 1464949"/>
              <a:gd name="connsiteY32" fmla="*/ 646312 h 1448661"/>
              <a:gd name="connsiteX33" fmla="*/ 319729 w 1464949"/>
              <a:gd name="connsiteY33" fmla="*/ 733096 h 1448661"/>
              <a:gd name="connsiteX34" fmla="*/ 296446 w 1464949"/>
              <a:gd name="connsiteY34" fmla="*/ 932062 h 1448661"/>
              <a:gd name="connsiteX35" fmla="*/ 165213 w 1464949"/>
              <a:gd name="connsiteY35" fmla="*/ 999795 h 1448661"/>
              <a:gd name="connsiteX36" fmla="*/ 89013 w 1464949"/>
              <a:gd name="connsiteY36" fmla="*/ 936295 h 1448661"/>
              <a:gd name="connsiteX37" fmla="*/ 25513 w 1464949"/>
              <a:gd name="connsiteY37" fmla="*/ 965928 h 1448661"/>
              <a:gd name="connsiteX38" fmla="*/ 113 w 1464949"/>
              <a:gd name="connsiteY38" fmla="*/ 1122562 h 1448661"/>
              <a:gd name="connsiteX39" fmla="*/ 53029 w 1464949"/>
              <a:gd name="connsiteY39" fmla="*/ 1368095 h 1448661"/>
              <a:gd name="connsiteX40" fmla="*/ 92188 w 1464949"/>
              <a:gd name="connsiteY40" fmla="*/ 1439003 h 1448661"/>
              <a:gd name="connsiteX0" fmla="*/ 92188 w 1464967"/>
              <a:gd name="connsiteY0" fmla="*/ 1439003 h 1448661"/>
              <a:gd name="connsiteX1" fmla="*/ 872179 w 1464967"/>
              <a:gd name="connsiteY1" fmla="*/ 1448528 h 1448661"/>
              <a:gd name="connsiteX2" fmla="*/ 1225663 w 1464967"/>
              <a:gd name="connsiteY2" fmla="*/ 1444295 h 1448661"/>
              <a:gd name="connsiteX3" fmla="*/ 1344194 w 1464967"/>
              <a:gd name="connsiteY3" fmla="*/ 1404078 h 1448661"/>
              <a:gd name="connsiteX4" fmla="*/ 1428863 w 1464967"/>
              <a:gd name="connsiteY4" fmla="*/ 1202994 h 1448661"/>
              <a:gd name="connsiteX5" fmla="*/ 1464846 w 1464967"/>
              <a:gd name="connsiteY5" fmla="*/ 898195 h 1448661"/>
              <a:gd name="connsiteX6" fmla="*/ 1418279 w 1464967"/>
              <a:gd name="connsiteY6" fmla="*/ 868562 h 1448661"/>
              <a:gd name="connsiteX7" fmla="*/ 1392879 w 1464967"/>
              <a:gd name="connsiteY7" fmla="*/ 932062 h 1448661"/>
              <a:gd name="connsiteX8" fmla="*/ 1303979 w 1464967"/>
              <a:gd name="connsiteY8" fmla="*/ 877028 h 1448661"/>
              <a:gd name="connsiteX9" fmla="*/ 1303979 w 1464967"/>
              <a:gd name="connsiteY9" fmla="*/ 728862 h 1448661"/>
              <a:gd name="connsiteX10" fmla="*/ 1350546 w 1464967"/>
              <a:gd name="connsiteY10" fmla="*/ 665362 h 1448661"/>
              <a:gd name="connsiteX11" fmla="*/ 1422513 w 1464967"/>
              <a:gd name="connsiteY11" fmla="*/ 694995 h 1448661"/>
              <a:gd name="connsiteX12" fmla="*/ 1430979 w 1464967"/>
              <a:gd name="connsiteY12" fmla="*/ 474862 h 1448661"/>
              <a:gd name="connsiteX13" fmla="*/ 1409813 w 1464967"/>
              <a:gd name="connsiteY13" fmla="*/ 246262 h 1448661"/>
              <a:gd name="connsiteX14" fmla="*/ 1375946 w 1464967"/>
              <a:gd name="connsiteY14" fmla="*/ 85395 h 1448661"/>
              <a:gd name="connsiteX15" fmla="*/ 1295513 w 1464967"/>
              <a:gd name="connsiteY15" fmla="*/ 64228 h 1448661"/>
              <a:gd name="connsiteX16" fmla="*/ 1168513 w 1464967"/>
              <a:gd name="connsiteY16" fmla="*/ 17662 h 1448661"/>
              <a:gd name="connsiteX17" fmla="*/ 1024579 w 1464967"/>
              <a:gd name="connsiteY17" fmla="*/ 728 h 1448661"/>
              <a:gd name="connsiteX18" fmla="*/ 927213 w 1464967"/>
              <a:gd name="connsiteY18" fmla="*/ 38828 h 1448661"/>
              <a:gd name="connsiteX19" fmla="*/ 958963 w 1464967"/>
              <a:gd name="connsiteY19" fmla="*/ 155246 h 1448661"/>
              <a:gd name="connsiteX20" fmla="*/ 986479 w 1464967"/>
              <a:gd name="connsiteY20" fmla="*/ 271662 h 1448661"/>
              <a:gd name="connsiteX21" fmla="*/ 842546 w 1464967"/>
              <a:gd name="connsiteY21" fmla="*/ 326695 h 1448661"/>
              <a:gd name="connsiteX22" fmla="*/ 656279 w 1464967"/>
              <a:gd name="connsiteY22" fmla="*/ 297062 h 1448661"/>
              <a:gd name="connsiteX23" fmla="*/ 613946 w 1464967"/>
              <a:gd name="connsiteY23" fmla="*/ 161595 h 1448661"/>
              <a:gd name="connsiteX24" fmla="*/ 690146 w 1464967"/>
              <a:gd name="connsiteY24" fmla="*/ 51528 h 1448661"/>
              <a:gd name="connsiteX25" fmla="*/ 563146 w 1464967"/>
              <a:gd name="connsiteY25" fmla="*/ 13428 h 1448661"/>
              <a:gd name="connsiteX26" fmla="*/ 317613 w 1464967"/>
              <a:gd name="connsiteY26" fmla="*/ 26128 h 1448661"/>
              <a:gd name="connsiteX27" fmla="*/ 139813 w 1464967"/>
              <a:gd name="connsiteY27" fmla="*/ 30362 h 1448661"/>
              <a:gd name="connsiteX28" fmla="*/ 137696 w 1464967"/>
              <a:gd name="connsiteY28" fmla="*/ 110795 h 1448661"/>
              <a:gd name="connsiteX29" fmla="*/ 84779 w 1464967"/>
              <a:gd name="connsiteY29" fmla="*/ 504495 h 1448661"/>
              <a:gd name="connsiteX30" fmla="*/ 84779 w 1464967"/>
              <a:gd name="connsiteY30" fmla="*/ 644195 h 1448661"/>
              <a:gd name="connsiteX31" fmla="*/ 184263 w 1464967"/>
              <a:gd name="connsiteY31" fmla="*/ 620911 h 1448661"/>
              <a:gd name="connsiteX32" fmla="*/ 268929 w 1464967"/>
              <a:gd name="connsiteY32" fmla="*/ 646312 h 1448661"/>
              <a:gd name="connsiteX33" fmla="*/ 319729 w 1464967"/>
              <a:gd name="connsiteY33" fmla="*/ 733096 h 1448661"/>
              <a:gd name="connsiteX34" fmla="*/ 296446 w 1464967"/>
              <a:gd name="connsiteY34" fmla="*/ 932062 h 1448661"/>
              <a:gd name="connsiteX35" fmla="*/ 165213 w 1464967"/>
              <a:gd name="connsiteY35" fmla="*/ 999795 h 1448661"/>
              <a:gd name="connsiteX36" fmla="*/ 89013 w 1464967"/>
              <a:gd name="connsiteY36" fmla="*/ 936295 h 1448661"/>
              <a:gd name="connsiteX37" fmla="*/ 25513 w 1464967"/>
              <a:gd name="connsiteY37" fmla="*/ 965928 h 1448661"/>
              <a:gd name="connsiteX38" fmla="*/ 113 w 1464967"/>
              <a:gd name="connsiteY38" fmla="*/ 1122562 h 1448661"/>
              <a:gd name="connsiteX39" fmla="*/ 53029 w 1464967"/>
              <a:gd name="connsiteY39" fmla="*/ 1368095 h 1448661"/>
              <a:gd name="connsiteX40" fmla="*/ 92188 w 1464967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44194 w 1464856"/>
              <a:gd name="connsiteY3" fmla="*/ 1404078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92879 w 1464856"/>
              <a:gd name="connsiteY7" fmla="*/ 93206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33611 w 1464856"/>
              <a:gd name="connsiteY3" fmla="*/ 1389261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92879 w 1464856"/>
              <a:gd name="connsiteY7" fmla="*/ 93206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64856"/>
              <a:gd name="connsiteY0" fmla="*/ 1439003 h 1448661"/>
              <a:gd name="connsiteX1" fmla="*/ 872179 w 1464856"/>
              <a:gd name="connsiteY1" fmla="*/ 1448528 h 1448661"/>
              <a:gd name="connsiteX2" fmla="*/ 1225663 w 1464856"/>
              <a:gd name="connsiteY2" fmla="*/ 1444295 h 1448661"/>
              <a:gd name="connsiteX3" fmla="*/ 1333611 w 1464856"/>
              <a:gd name="connsiteY3" fmla="*/ 1389261 h 1448661"/>
              <a:gd name="connsiteX4" fmla="*/ 1414046 w 1464856"/>
              <a:gd name="connsiteY4" fmla="*/ 1200877 h 1448661"/>
              <a:gd name="connsiteX5" fmla="*/ 1464846 w 1464856"/>
              <a:gd name="connsiteY5" fmla="*/ 898195 h 1448661"/>
              <a:gd name="connsiteX6" fmla="*/ 1418279 w 1464856"/>
              <a:gd name="connsiteY6" fmla="*/ 868562 h 1448661"/>
              <a:gd name="connsiteX7" fmla="*/ 1382296 w 1464856"/>
              <a:gd name="connsiteY7" fmla="*/ 900312 h 1448661"/>
              <a:gd name="connsiteX8" fmla="*/ 1303979 w 1464856"/>
              <a:gd name="connsiteY8" fmla="*/ 877028 h 1448661"/>
              <a:gd name="connsiteX9" fmla="*/ 1303979 w 1464856"/>
              <a:gd name="connsiteY9" fmla="*/ 728862 h 1448661"/>
              <a:gd name="connsiteX10" fmla="*/ 1350546 w 1464856"/>
              <a:gd name="connsiteY10" fmla="*/ 665362 h 1448661"/>
              <a:gd name="connsiteX11" fmla="*/ 1422513 w 1464856"/>
              <a:gd name="connsiteY11" fmla="*/ 694995 h 1448661"/>
              <a:gd name="connsiteX12" fmla="*/ 1430979 w 1464856"/>
              <a:gd name="connsiteY12" fmla="*/ 474862 h 1448661"/>
              <a:gd name="connsiteX13" fmla="*/ 1409813 w 1464856"/>
              <a:gd name="connsiteY13" fmla="*/ 246262 h 1448661"/>
              <a:gd name="connsiteX14" fmla="*/ 1375946 w 1464856"/>
              <a:gd name="connsiteY14" fmla="*/ 85395 h 1448661"/>
              <a:gd name="connsiteX15" fmla="*/ 1295513 w 1464856"/>
              <a:gd name="connsiteY15" fmla="*/ 64228 h 1448661"/>
              <a:gd name="connsiteX16" fmla="*/ 1168513 w 1464856"/>
              <a:gd name="connsiteY16" fmla="*/ 17662 h 1448661"/>
              <a:gd name="connsiteX17" fmla="*/ 1024579 w 1464856"/>
              <a:gd name="connsiteY17" fmla="*/ 728 h 1448661"/>
              <a:gd name="connsiteX18" fmla="*/ 927213 w 1464856"/>
              <a:gd name="connsiteY18" fmla="*/ 38828 h 1448661"/>
              <a:gd name="connsiteX19" fmla="*/ 958963 w 1464856"/>
              <a:gd name="connsiteY19" fmla="*/ 155246 h 1448661"/>
              <a:gd name="connsiteX20" fmla="*/ 986479 w 1464856"/>
              <a:gd name="connsiteY20" fmla="*/ 271662 h 1448661"/>
              <a:gd name="connsiteX21" fmla="*/ 842546 w 1464856"/>
              <a:gd name="connsiteY21" fmla="*/ 326695 h 1448661"/>
              <a:gd name="connsiteX22" fmla="*/ 656279 w 1464856"/>
              <a:gd name="connsiteY22" fmla="*/ 297062 h 1448661"/>
              <a:gd name="connsiteX23" fmla="*/ 613946 w 1464856"/>
              <a:gd name="connsiteY23" fmla="*/ 161595 h 1448661"/>
              <a:gd name="connsiteX24" fmla="*/ 690146 w 1464856"/>
              <a:gd name="connsiteY24" fmla="*/ 51528 h 1448661"/>
              <a:gd name="connsiteX25" fmla="*/ 563146 w 1464856"/>
              <a:gd name="connsiteY25" fmla="*/ 13428 h 1448661"/>
              <a:gd name="connsiteX26" fmla="*/ 317613 w 1464856"/>
              <a:gd name="connsiteY26" fmla="*/ 26128 h 1448661"/>
              <a:gd name="connsiteX27" fmla="*/ 139813 w 1464856"/>
              <a:gd name="connsiteY27" fmla="*/ 30362 h 1448661"/>
              <a:gd name="connsiteX28" fmla="*/ 137696 w 1464856"/>
              <a:gd name="connsiteY28" fmla="*/ 110795 h 1448661"/>
              <a:gd name="connsiteX29" fmla="*/ 84779 w 1464856"/>
              <a:gd name="connsiteY29" fmla="*/ 504495 h 1448661"/>
              <a:gd name="connsiteX30" fmla="*/ 84779 w 1464856"/>
              <a:gd name="connsiteY30" fmla="*/ 644195 h 1448661"/>
              <a:gd name="connsiteX31" fmla="*/ 184263 w 1464856"/>
              <a:gd name="connsiteY31" fmla="*/ 620911 h 1448661"/>
              <a:gd name="connsiteX32" fmla="*/ 268929 w 1464856"/>
              <a:gd name="connsiteY32" fmla="*/ 646312 h 1448661"/>
              <a:gd name="connsiteX33" fmla="*/ 319729 w 1464856"/>
              <a:gd name="connsiteY33" fmla="*/ 733096 h 1448661"/>
              <a:gd name="connsiteX34" fmla="*/ 296446 w 1464856"/>
              <a:gd name="connsiteY34" fmla="*/ 932062 h 1448661"/>
              <a:gd name="connsiteX35" fmla="*/ 165213 w 1464856"/>
              <a:gd name="connsiteY35" fmla="*/ 999795 h 1448661"/>
              <a:gd name="connsiteX36" fmla="*/ 89013 w 1464856"/>
              <a:gd name="connsiteY36" fmla="*/ 936295 h 1448661"/>
              <a:gd name="connsiteX37" fmla="*/ 25513 w 1464856"/>
              <a:gd name="connsiteY37" fmla="*/ 965928 h 1448661"/>
              <a:gd name="connsiteX38" fmla="*/ 113 w 1464856"/>
              <a:gd name="connsiteY38" fmla="*/ 1122562 h 1448661"/>
              <a:gd name="connsiteX39" fmla="*/ 53029 w 1464856"/>
              <a:gd name="connsiteY39" fmla="*/ 1368095 h 1448661"/>
              <a:gd name="connsiteX40" fmla="*/ 92188 w 1464856"/>
              <a:gd name="connsiteY40" fmla="*/ 1439003 h 1448661"/>
              <a:gd name="connsiteX0" fmla="*/ 92188 w 1476204"/>
              <a:gd name="connsiteY0" fmla="*/ 1439003 h 1448661"/>
              <a:gd name="connsiteX1" fmla="*/ 872179 w 1476204"/>
              <a:gd name="connsiteY1" fmla="*/ 1448528 h 1448661"/>
              <a:gd name="connsiteX2" fmla="*/ 1225663 w 1476204"/>
              <a:gd name="connsiteY2" fmla="*/ 1444295 h 1448661"/>
              <a:gd name="connsiteX3" fmla="*/ 1333611 w 1476204"/>
              <a:gd name="connsiteY3" fmla="*/ 1389261 h 1448661"/>
              <a:gd name="connsiteX4" fmla="*/ 1414046 w 1476204"/>
              <a:gd name="connsiteY4" fmla="*/ 1200877 h 1448661"/>
              <a:gd name="connsiteX5" fmla="*/ 1464846 w 1476204"/>
              <a:gd name="connsiteY5" fmla="*/ 898195 h 1448661"/>
              <a:gd name="connsiteX6" fmla="*/ 1469079 w 1476204"/>
              <a:gd name="connsiteY6" fmla="*/ 830462 h 1448661"/>
              <a:gd name="connsiteX7" fmla="*/ 1382296 w 1476204"/>
              <a:gd name="connsiteY7" fmla="*/ 900312 h 1448661"/>
              <a:gd name="connsiteX8" fmla="*/ 1303979 w 1476204"/>
              <a:gd name="connsiteY8" fmla="*/ 877028 h 1448661"/>
              <a:gd name="connsiteX9" fmla="*/ 1303979 w 1476204"/>
              <a:gd name="connsiteY9" fmla="*/ 728862 h 1448661"/>
              <a:gd name="connsiteX10" fmla="*/ 1350546 w 1476204"/>
              <a:gd name="connsiteY10" fmla="*/ 665362 h 1448661"/>
              <a:gd name="connsiteX11" fmla="*/ 1422513 w 1476204"/>
              <a:gd name="connsiteY11" fmla="*/ 694995 h 1448661"/>
              <a:gd name="connsiteX12" fmla="*/ 1430979 w 1476204"/>
              <a:gd name="connsiteY12" fmla="*/ 474862 h 1448661"/>
              <a:gd name="connsiteX13" fmla="*/ 1409813 w 1476204"/>
              <a:gd name="connsiteY13" fmla="*/ 246262 h 1448661"/>
              <a:gd name="connsiteX14" fmla="*/ 1375946 w 1476204"/>
              <a:gd name="connsiteY14" fmla="*/ 85395 h 1448661"/>
              <a:gd name="connsiteX15" fmla="*/ 1295513 w 1476204"/>
              <a:gd name="connsiteY15" fmla="*/ 64228 h 1448661"/>
              <a:gd name="connsiteX16" fmla="*/ 1168513 w 1476204"/>
              <a:gd name="connsiteY16" fmla="*/ 17662 h 1448661"/>
              <a:gd name="connsiteX17" fmla="*/ 1024579 w 1476204"/>
              <a:gd name="connsiteY17" fmla="*/ 728 h 1448661"/>
              <a:gd name="connsiteX18" fmla="*/ 927213 w 1476204"/>
              <a:gd name="connsiteY18" fmla="*/ 38828 h 1448661"/>
              <a:gd name="connsiteX19" fmla="*/ 958963 w 1476204"/>
              <a:gd name="connsiteY19" fmla="*/ 155246 h 1448661"/>
              <a:gd name="connsiteX20" fmla="*/ 986479 w 1476204"/>
              <a:gd name="connsiteY20" fmla="*/ 271662 h 1448661"/>
              <a:gd name="connsiteX21" fmla="*/ 842546 w 1476204"/>
              <a:gd name="connsiteY21" fmla="*/ 326695 h 1448661"/>
              <a:gd name="connsiteX22" fmla="*/ 656279 w 1476204"/>
              <a:gd name="connsiteY22" fmla="*/ 297062 h 1448661"/>
              <a:gd name="connsiteX23" fmla="*/ 613946 w 1476204"/>
              <a:gd name="connsiteY23" fmla="*/ 161595 h 1448661"/>
              <a:gd name="connsiteX24" fmla="*/ 690146 w 1476204"/>
              <a:gd name="connsiteY24" fmla="*/ 51528 h 1448661"/>
              <a:gd name="connsiteX25" fmla="*/ 563146 w 1476204"/>
              <a:gd name="connsiteY25" fmla="*/ 13428 h 1448661"/>
              <a:gd name="connsiteX26" fmla="*/ 317613 w 1476204"/>
              <a:gd name="connsiteY26" fmla="*/ 26128 h 1448661"/>
              <a:gd name="connsiteX27" fmla="*/ 139813 w 1476204"/>
              <a:gd name="connsiteY27" fmla="*/ 30362 h 1448661"/>
              <a:gd name="connsiteX28" fmla="*/ 137696 w 1476204"/>
              <a:gd name="connsiteY28" fmla="*/ 110795 h 1448661"/>
              <a:gd name="connsiteX29" fmla="*/ 84779 w 1476204"/>
              <a:gd name="connsiteY29" fmla="*/ 504495 h 1448661"/>
              <a:gd name="connsiteX30" fmla="*/ 84779 w 1476204"/>
              <a:gd name="connsiteY30" fmla="*/ 644195 h 1448661"/>
              <a:gd name="connsiteX31" fmla="*/ 184263 w 1476204"/>
              <a:gd name="connsiteY31" fmla="*/ 620911 h 1448661"/>
              <a:gd name="connsiteX32" fmla="*/ 268929 w 1476204"/>
              <a:gd name="connsiteY32" fmla="*/ 646312 h 1448661"/>
              <a:gd name="connsiteX33" fmla="*/ 319729 w 1476204"/>
              <a:gd name="connsiteY33" fmla="*/ 733096 h 1448661"/>
              <a:gd name="connsiteX34" fmla="*/ 296446 w 1476204"/>
              <a:gd name="connsiteY34" fmla="*/ 932062 h 1448661"/>
              <a:gd name="connsiteX35" fmla="*/ 165213 w 1476204"/>
              <a:gd name="connsiteY35" fmla="*/ 999795 h 1448661"/>
              <a:gd name="connsiteX36" fmla="*/ 89013 w 1476204"/>
              <a:gd name="connsiteY36" fmla="*/ 936295 h 1448661"/>
              <a:gd name="connsiteX37" fmla="*/ 25513 w 1476204"/>
              <a:gd name="connsiteY37" fmla="*/ 965928 h 1448661"/>
              <a:gd name="connsiteX38" fmla="*/ 113 w 1476204"/>
              <a:gd name="connsiteY38" fmla="*/ 1122562 h 1448661"/>
              <a:gd name="connsiteX39" fmla="*/ 53029 w 1476204"/>
              <a:gd name="connsiteY39" fmla="*/ 1368095 h 1448661"/>
              <a:gd name="connsiteX40" fmla="*/ 92188 w 1476204"/>
              <a:gd name="connsiteY40" fmla="*/ 1439003 h 1448661"/>
              <a:gd name="connsiteX0" fmla="*/ 92188 w 1465955"/>
              <a:gd name="connsiteY0" fmla="*/ 1439003 h 1448661"/>
              <a:gd name="connsiteX1" fmla="*/ 872179 w 1465955"/>
              <a:gd name="connsiteY1" fmla="*/ 1448528 h 1448661"/>
              <a:gd name="connsiteX2" fmla="*/ 1225663 w 1465955"/>
              <a:gd name="connsiteY2" fmla="*/ 1444295 h 1448661"/>
              <a:gd name="connsiteX3" fmla="*/ 1333611 w 1465955"/>
              <a:gd name="connsiteY3" fmla="*/ 1389261 h 1448661"/>
              <a:gd name="connsiteX4" fmla="*/ 1414046 w 1465955"/>
              <a:gd name="connsiteY4" fmla="*/ 1200877 h 1448661"/>
              <a:gd name="connsiteX5" fmla="*/ 1464846 w 1465955"/>
              <a:gd name="connsiteY5" fmla="*/ 898195 h 1448661"/>
              <a:gd name="connsiteX6" fmla="*/ 1443679 w 1465955"/>
              <a:gd name="connsiteY6" fmla="*/ 834696 h 1448661"/>
              <a:gd name="connsiteX7" fmla="*/ 1382296 w 1465955"/>
              <a:gd name="connsiteY7" fmla="*/ 900312 h 1448661"/>
              <a:gd name="connsiteX8" fmla="*/ 1303979 w 1465955"/>
              <a:gd name="connsiteY8" fmla="*/ 877028 h 1448661"/>
              <a:gd name="connsiteX9" fmla="*/ 1303979 w 1465955"/>
              <a:gd name="connsiteY9" fmla="*/ 728862 h 1448661"/>
              <a:gd name="connsiteX10" fmla="*/ 1350546 w 1465955"/>
              <a:gd name="connsiteY10" fmla="*/ 665362 h 1448661"/>
              <a:gd name="connsiteX11" fmla="*/ 1422513 w 1465955"/>
              <a:gd name="connsiteY11" fmla="*/ 694995 h 1448661"/>
              <a:gd name="connsiteX12" fmla="*/ 1430979 w 1465955"/>
              <a:gd name="connsiteY12" fmla="*/ 474862 h 1448661"/>
              <a:gd name="connsiteX13" fmla="*/ 1409813 w 1465955"/>
              <a:gd name="connsiteY13" fmla="*/ 246262 h 1448661"/>
              <a:gd name="connsiteX14" fmla="*/ 1375946 w 1465955"/>
              <a:gd name="connsiteY14" fmla="*/ 85395 h 1448661"/>
              <a:gd name="connsiteX15" fmla="*/ 1295513 w 1465955"/>
              <a:gd name="connsiteY15" fmla="*/ 64228 h 1448661"/>
              <a:gd name="connsiteX16" fmla="*/ 1168513 w 1465955"/>
              <a:gd name="connsiteY16" fmla="*/ 17662 h 1448661"/>
              <a:gd name="connsiteX17" fmla="*/ 1024579 w 1465955"/>
              <a:gd name="connsiteY17" fmla="*/ 728 h 1448661"/>
              <a:gd name="connsiteX18" fmla="*/ 927213 w 1465955"/>
              <a:gd name="connsiteY18" fmla="*/ 38828 h 1448661"/>
              <a:gd name="connsiteX19" fmla="*/ 958963 w 1465955"/>
              <a:gd name="connsiteY19" fmla="*/ 155246 h 1448661"/>
              <a:gd name="connsiteX20" fmla="*/ 986479 w 1465955"/>
              <a:gd name="connsiteY20" fmla="*/ 271662 h 1448661"/>
              <a:gd name="connsiteX21" fmla="*/ 842546 w 1465955"/>
              <a:gd name="connsiteY21" fmla="*/ 326695 h 1448661"/>
              <a:gd name="connsiteX22" fmla="*/ 656279 w 1465955"/>
              <a:gd name="connsiteY22" fmla="*/ 297062 h 1448661"/>
              <a:gd name="connsiteX23" fmla="*/ 613946 w 1465955"/>
              <a:gd name="connsiteY23" fmla="*/ 161595 h 1448661"/>
              <a:gd name="connsiteX24" fmla="*/ 690146 w 1465955"/>
              <a:gd name="connsiteY24" fmla="*/ 51528 h 1448661"/>
              <a:gd name="connsiteX25" fmla="*/ 563146 w 1465955"/>
              <a:gd name="connsiteY25" fmla="*/ 13428 h 1448661"/>
              <a:gd name="connsiteX26" fmla="*/ 317613 w 1465955"/>
              <a:gd name="connsiteY26" fmla="*/ 26128 h 1448661"/>
              <a:gd name="connsiteX27" fmla="*/ 139813 w 1465955"/>
              <a:gd name="connsiteY27" fmla="*/ 30362 h 1448661"/>
              <a:gd name="connsiteX28" fmla="*/ 137696 w 1465955"/>
              <a:gd name="connsiteY28" fmla="*/ 110795 h 1448661"/>
              <a:gd name="connsiteX29" fmla="*/ 84779 w 1465955"/>
              <a:gd name="connsiteY29" fmla="*/ 504495 h 1448661"/>
              <a:gd name="connsiteX30" fmla="*/ 84779 w 1465955"/>
              <a:gd name="connsiteY30" fmla="*/ 644195 h 1448661"/>
              <a:gd name="connsiteX31" fmla="*/ 184263 w 1465955"/>
              <a:gd name="connsiteY31" fmla="*/ 620911 h 1448661"/>
              <a:gd name="connsiteX32" fmla="*/ 268929 w 1465955"/>
              <a:gd name="connsiteY32" fmla="*/ 646312 h 1448661"/>
              <a:gd name="connsiteX33" fmla="*/ 319729 w 1465955"/>
              <a:gd name="connsiteY33" fmla="*/ 733096 h 1448661"/>
              <a:gd name="connsiteX34" fmla="*/ 296446 w 1465955"/>
              <a:gd name="connsiteY34" fmla="*/ 932062 h 1448661"/>
              <a:gd name="connsiteX35" fmla="*/ 165213 w 1465955"/>
              <a:gd name="connsiteY35" fmla="*/ 999795 h 1448661"/>
              <a:gd name="connsiteX36" fmla="*/ 89013 w 1465955"/>
              <a:gd name="connsiteY36" fmla="*/ 936295 h 1448661"/>
              <a:gd name="connsiteX37" fmla="*/ 25513 w 1465955"/>
              <a:gd name="connsiteY37" fmla="*/ 965928 h 1448661"/>
              <a:gd name="connsiteX38" fmla="*/ 113 w 1465955"/>
              <a:gd name="connsiteY38" fmla="*/ 1122562 h 1448661"/>
              <a:gd name="connsiteX39" fmla="*/ 53029 w 1465955"/>
              <a:gd name="connsiteY39" fmla="*/ 1368095 h 1448661"/>
              <a:gd name="connsiteX40" fmla="*/ 92188 w 1465955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22513 w 1456423"/>
              <a:gd name="connsiteY11" fmla="*/ 69499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37329 w 1456423"/>
              <a:gd name="connsiteY11" fmla="*/ 68864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9003 h 1448661"/>
              <a:gd name="connsiteX1" fmla="*/ 872179 w 1456423"/>
              <a:gd name="connsiteY1" fmla="*/ 1448528 h 1448661"/>
              <a:gd name="connsiteX2" fmla="*/ 1225663 w 1456423"/>
              <a:gd name="connsiteY2" fmla="*/ 1444295 h 1448661"/>
              <a:gd name="connsiteX3" fmla="*/ 1333611 w 1456423"/>
              <a:gd name="connsiteY3" fmla="*/ 1389261 h 1448661"/>
              <a:gd name="connsiteX4" fmla="*/ 1414046 w 1456423"/>
              <a:gd name="connsiteY4" fmla="*/ 1200877 h 1448661"/>
              <a:gd name="connsiteX5" fmla="*/ 1454263 w 1456423"/>
              <a:gd name="connsiteY5" fmla="*/ 896078 h 1448661"/>
              <a:gd name="connsiteX6" fmla="*/ 1443679 w 1456423"/>
              <a:gd name="connsiteY6" fmla="*/ 834696 h 1448661"/>
              <a:gd name="connsiteX7" fmla="*/ 1382296 w 1456423"/>
              <a:gd name="connsiteY7" fmla="*/ 900312 h 1448661"/>
              <a:gd name="connsiteX8" fmla="*/ 1303979 w 1456423"/>
              <a:gd name="connsiteY8" fmla="*/ 877028 h 1448661"/>
              <a:gd name="connsiteX9" fmla="*/ 1303979 w 1456423"/>
              <a:gd name="connsiteY9" fmla="*/ 728862 h 1448661"/>
              <a:gd name="connsiteX10" fmla="*/ 1350546 w 1456423"/>
              <a:gd name="connsiteY10" fmla="*/ 665362 h 1448661"/>
              <a:gd name="connsiteX11" fmla="*/ 1437329 w 1456423"/>
              <a:gd name="connsiteY11" fmla="*/ 688645 h 1448661"/>
              <a:gd name="connsiteX12" fmla="*/ 1430979 w 1456423"/>
              <a:gd name="connsiteY12" fmla="*/ 474862 h 1448661"/>
              <a:gd name="connsiteX13" fmla="*/ 1409813 w 1456423"/>
              <a:gd name="connsiteY13" fmla="*/ 246262 h 1448661"/>
              <a:gd name="connsiteX14" fmla="*/ 1375946 w 1456423"/>
              <a:gd name="connsiteY14" fmla="*/ 85395 h 1448661"/>
              <a:gd name="connsiteX15" fmla="*/ 1295513 w 1456423"/>
              <a:gd name="connsiteY15" fmla="*/ 64228 h 1448661"/>
              <a:gd name="connsiteX16" fmla="*/ 1168513 w 1456423"/>
              <a:gd name="connsiteY16" fmla="*/ 17662 h 1448661"/>
              <a:gd name="connsiteX17" fmla="*/ 1024579 w 1456423"/>
              <a:gd name="connsiteY17" fmla="*/ 728 h 1448661"/>
              <a:gd name="connsiteX18" fmla="*/ 927213 w 1456423"/>
              <a:gd name="connsiteY18" fmla="*/ 38828 h 1448661"/>
              <a:gd name="connsiteX19" fmla="*/ 958963 w 1456423"/>
              <a:gd name="connsiteY19" fmla="*/ 155246 h 1448661"/>
              <a:gd name="connsiteX20" fmla="*/ 986479 w 1456423"/>
              <a:gd name="connsiteY20" fmla="*/ 271662 h 1448661"/>
              <a:gd name="connsiteX21" fmla="*/ 842546 w 1456423"/>
              <a:gd name="connsiteY21" fmla="*/ 326695 h 1448661"/>
              <a:gd name="connsiteX22" fmla="*/ 656279 w 1456423"/>
              <a:gd name="connsiteY22" fmla="*/ 297062 h 1448661"/>
              <a:gd name="connsiteX23" fmla="*/ 613946 w 1456423"/>
              <a:gd name="connsiteY23" fmla="*/ 161595 h 1448661"/>
              <a:gd name="connsiteX24" fmla="*/ 690146 w 1456423"/>
              <a:gd name="connsiteY24" fmla="*/ 51528 h 1448661"/>
              <a:gd name="connsiteX25" fmla="*/ 563146 w 1456423"/>
              <a:gd name="connsiteY25" fmla="*/ 13428 h 1448661"/>
              <a:gd name="connsiteX26" fmla="*/ 317613 w 1456423"/>
              <a:gd name="connsiteY26" fmla="*/ 26128 h 1448661"/>
              <a:gd name="connsiteX27" fmla="*/ 139813 w 1456423"/>
              <a:gd name="connsiteY27" fmla="*/ 30362 h 1448661"/>
              <a:gd name="connsiteX28" fmla="*/ 137696 w 1456423"/>
              <a:gd name="connsiteY28" fmla="*/ 110795 h 1448661"/>
              <a:gd name="connsiteX29" fmla="*/ 84779 w 1456423"/>
              <a:gd name="connsiteY29" fmla="*/ 504495 h 1448661"/>
              <a:gd name="connsiteX30" fmla="*/ 84779 w 1456423"/>
              <a:gd name="connsiteY30" fmla="*/ 644195 h 1448661"/>
              <a:gd name="connsiteX31" fmla="*/ 184263 w 1456423"/>
              <a:gd name="connsiteY31" fmla="*/ 620911 h 1448661"/>
              <a:gd name="connsiteX32" fmla="*/ 268929 w 1456423"/>
              <a:gd name="connsiteY32" fmla="*/ 646312 h 1448661"/>
              <a:gd name="connsiteX33" fmla="*/ 319729 w 1456423"/>
              <a:gd name="connsiteY33" fmla="*/ 733096 h 1448661"/>
              <a:gd name="connsiteX34" fmla="*/ 296446 w 1456423"/>
              <a:gd name="connsiteY34" fmla="*/ 932062 h 1448661"/>
              <a:gd name="connsiteX35" fmla="*/ 165213 w 1456423"/>
              <a:gd name="connsiteY35" fmla="*/ 999795 h 1448661"/>
              <a:gd name="connsiteX36" fmla="*/ 89013 w 1456423"/>
              <a:gd name="connsiteY36" fmla="*/ 936295 h 1448661"/>
              <a:gd name="connsiteX37" fmla="*/ 25513 w 1456423"/>
              <a:gd name="connsiteY37" fmla="*/ 965928 h 1448661"/>
              <a:gd name="connsiteX38" fmla="*/ 113 w 1456423"/>
              <a:gd name="connsiteY38" fmla="*/ 1122562 h 1448661"/>
              <a:gd name="connsiteX39" fmla="*/ 53029 w 1456423"/>
              <a:gd name="connsiteY39" fmla="*/ 1368095 h 1448661"/>
              <a:gd name="connsiteX40" fmla="*/ 92188 w 1456423"/>
              <a:gd name="connsiteY40" fmla="*/ 1439003 h 144866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303979 w 1456423"/>
              <a:gd name="connsiteY9" fmla="*/ 728782 h 1448581"/>
              <a:gd name="connsiteX10" fmla="*/ 1350546 w 1456423"/>
              <a:gd name="connsiteY10" fmla="*/ 665282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50546 w 1456423"/>
              <a:gd name="connsiteY10" fmla="*/ 665282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46312 w 1456423"/>
              <a:gd name="connsiteY10" fmla="*/ 631415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03979 w 1456423"/>
              <a:gd name="connsiteY8" fmla="*/ 876948 h 1448581"/>
              <a:gd name="connsiteX9" fmla="*/ 1293396 w 1456423"/>
              <a:gd name="connsiteY9" fmla="*/ 701265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3396 w 1456423"/>
              <a:gd name="connsiteY9" fmla="*/ 701265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1279 w 1456423"/>
              <a:gd name="connsiteY9" fmla="*/ 722432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423"/>
              <a:gd name="connsiteY0" fmla="*/ 1438923 h 1448581"/>
              <a:gd name="connsiteX1" fmla="*/ 872179 w 1456423"/>
              <a:gd name="connsiteY1" fmla="*/ 1448448 h 1448581"/>
              <a:gd name="connsiteX2" fmla="*/ 1225663 w 1456423"/>
              <a:gd name="connsiteY2" fmla="*/ 1444215 h 1448581"/>
              <a:gd name="connsiteX3" fmla="*/ 1333611 w 1456423"/>
              <a:gd name="connsiteY3" fmla="*/ 1389181 h 1448581"/>
              <a:gd name="connsiteX4" fmla="*/ 1414046 w 1456423"/>
              <a:gd name="connsiteY4" fmla="*/ 1200797 h 1448581"/>
              <a:gd name="connsiteX5" fmla="*/ 1454263 w 1456423"/>
              <a:gd name="connsiteY5" fmla="*/ 895998 h 1448581"/>
              <a:gd name="connsiteX6" fmla="*/ 1443679 w 1456423"/>
              <a:gd name="connsiteY6" fmla="*/ 834616 h 1448581"/>
              <a:gd name="connsiteX7" fmla="*/ 1382296 w 1456423"/>
              <a:gd name="connsiteY7" fmla="*/ 900232 h 1448581"/>
              <a:gd name="connsiteX8" fmla="*/ 1310329 w 1456423"/>
              <a:gd name="connsiteY8" fmla="*/ 900231 h 1448581"/>
              <a:gd name="connsiteX9" fmla="*/ 1293396 w 1456423"/>
              <a:gd name="connsiteY9" fmla="*/ 747832 h 1448581"/>
              <a:gd name="connsiteX10" fmla="*/ 1346312 w 1456423"/>
              <a:gd name="connsiteY10" fmla="*/ 610248 h 1448581"/>
              <a:gd name="connsiteX11" fmla="*/ 1437329 w 1456423"/>
              <a:gd name="connsiteY11" fmla="*/ 688565 h 1448581"/>
              <a:gd name="connsiteX12" fmla="*/ 1430979 w 1456423"/>
              <a:gd name="connsiteY12" fmla="*/ 474782 h 1448581"/>
              <a:gd name="connsiteX13" fmla="*/ 1409813 w 1456423"/>
              <a:gd name="connsiteY13" fmla="*/ 246182 h 1448581"/>
              <a:gd name="connsiteX14" fmla="*/ 1375946 w 1456423"/>
              <a:gd name="connsiteY14" fmla="*/ 85315 h 1448581"/>
              <a:gd name="connsiteX15" fmla="*/ 1291280 w 1456423"/>
              <a:gd name="connsiteY15" fmla="*/ 53565 h 1448581"/>
              <a:gd name="connsiteX16" fmla="*/ 1168513 w 1456423"/>
              <a:gd name="connsiteY16" fmla="*/ 17582 h 1448581"/>
              <a:gd name="connsiteX17" fmla="*/ 1024579 w 1456423"/>
              <a:gd name="connsiteY17" fmla="*/ 648 h 1448581"/>
              <a:gd name="connsiteX18" fmla="*/ 927213 w 1456423"/>
              <a:gd name="connsiteY18" fmla="*/ 38748 h 1448581"/>
              <a:gd name="connsiteX19" fmla="*/ 958963 w 1456423"/>
              <a:gd name="connsiteY19" fmla="*/ 155166 h 1448581"/>
              <a:gd name="connsiteX20" fmla="*/ 986479 w 1456423"/>
              <a:gd name="connsiteY20" fmla="*/ 271582 h 1448581"/>
              <a:gd name="connsiteX21" fmla="*/ 842546 w 1456423"/>
              <a:gd name="connsiteY21" fmla="*/ 326615 h 1448581"/>
              <a:gd name="connsiteX22" fmla="*/ 656279 w 1456423"/>
              <a:gd name="connsiteY22" fmla="*/ 296982 h 1448581"/>
              <a:gd name="connsiteX23" fmla="*/ 613946 w 1456423"/>
              <a:gd name="connsiteY23" fmla="*/ 161515 h 1448581"/>
              <a:gd name="connsiteX24" fmla="*/ 690146 w 1456423"/>
              <a:gd name="connsiteY24" fmla="*/ 51448 h 1448581"/>
              <a:gd name="connsiteX25" fmla="*/ 563146 w 1456423"/>
              <a:gd name="connsiteY25" fmla="*/ 13348 h 1448581"/>
              <a:gd name="connsiteX26" fmla="*/ 317613 w 1456423"/>
              <a:gd name="connsiteY26" fmla="*/ 26048 h 1448581"/>
              <a:gd name="connsiteX27" fmla="*/ 139813 w 1456423"/>
              <a:gd name="connsiteY27" fmla="*/ 30282 h 1448581"/>
              <a:gd name="connsiteX28" fmla="*/ 137696 w 1456423"/>
              <a:gd name="connsiteY28" fmla="*/ 110715 h 1448581"/>
              <a:gd name="connsiteX29" fmla="*/ 84779 w 1456423"/>
              <a:gd name="connsiteY29" fmla="*/ 504415 h 1448581"/>
              <a:gd name="connsiteX30" fmla="*/ 84779 w 1456423"/>
              <a:gd name="connsiteY30" fmla="*/ 644115 h 1448581"/>
              <a:gd name="connsiteX31" fmla="*/ 184263 w 1456423"/>
              <a:gd name="connsiteY31" fmla="*/ 620831 h 1448581"/>
              <a:gd name="connsiteX32" fmla="*/ 268929 w 1456423"/>
              <a:gd name="connsiteY32" fmla="*/ 646232 h 1448581"/>
              <a:gd name="connsiteX33" fmla="*/ 319729 w 1456423"/>
              <a:gd name="connsiteY33" fmla="*/ 733016 h 1448581"/>
              <a:gd name="connsiteX34" fmla="*/ 296446 w 1456423"/>
              <a:gd name="connsiteY34" fmla="*/ 931982 h 1448581"/>
              <a:gd name="connsiteX35" fmla="*/ 165213 w 1456423"/>
              <a:gd name="connsiteY35" fmla="*/ 999715 h 1448581"/>
              <a:gd name="connsiteX36" fmla="*/ 89013 w 1456423"/>
              <a:gd name="connsiteY36" fmla="*/ 936215 h 1448581"/>
              <a:gd name="connsiteX37" fmla="*/ 25513 w 1456423"/>
              <a:gd name="connsiteY37" fmla="*/ 965848 h 1448581"/>
              <a:gd name="connsiteX38" fmla="*/ 113 w 1456423"/>
              <a:gd name="connsiteY38" fmla="*/ 1122482 h 1448581"/>
              <a:gd name="connsiteX39" fmla="*/ 53029 w 1456423"/>
              <a:gd name="connsiteY39" fmla="*/ 1368015 h 1448581"/>
              <a:gd name="connsiteX40" fmla="*/ 92188 w 1456423"/>
              <a:gd name="connsiteY40" fmla="*/ 1438923 h 1448581"/>
              <a:gd name="connsiteX0" fmla="*/ 92188 w 1456187"/>
              <a:gd name="connsiteY0" fmla="*/ 1438923 h 1448581"/>
              <a:gd name="connsiteX1" fmla="*/ 872179 w 1456187"/>
              <a:gd name="connsiteY1" fmla="*/ 1448448 h 1448581"/>
              <a:gd name="connsiteX2" fmla="*/ 1225663 w 1456187"/>
              <a:gd name="connsiteY2" fmla="*/ 1444215 h 1448581"/>
              <a:gd name="connsiteX3" fmla="*/ 1333611 w 1456187"/>
              <a:gd name="connsiteY3" fmla="*/ 1389181 h 1448581"/>
              <a:gd name="connsiteX4" fmla="*/ 1414046 w 1456187"/>
              <a:gd name="connsiteY4" fmla="*/ 1200797 h 1448581"/>
              <a:gd name="connsiteX5" fmla="*/ 1454263 w 1456187"/>
              <a:gd name="connsiteY5" fmla="*/ 895998 h 1448581"/>
              <a:gd name="connsiteX6" fmla="*/ 1443679 w 1456187"/>
              <a:gd name="connsiteY6" fmla="*/ 834616 h 1448581"/>
              <a:gd name="connsiteX7" fmla="*/ 1390763 w 1456187"/>
              <a:gd name="connsiteY7" fmla="*/ 917165 h 1448581"/>
              <a:gd name="connsiteX8" fmla="*/ 1310329 w 1456187"/>
              <a:gd name="connsiteY8" fmla="*/ 900231 h 1448581"/>
              <a:gd name="connsiteX9" fmla="*/ 1293396 w 1456187"/>
              <a:gd name="connsiteY9" fmla="*/ 747832 h 1448581"/>
              <a:gd name="connsiteX10" fmla="*/ 1346312 w 1456187"/>
              <a:gd name="connsiteY10" fmla="*/ 610248 h 1448581"/>
              <a:gd name="connsiteX11" fmla="*/ 1437329 w 1456187"/>
              <a:gd name="connsiteY11" fmla="*/ 688565 h 1448581"/>
              <a:gd name="connsiteX12" fmla="*/ 1430979 w 1456187"/>
              <a:gd name="connsiteY12" fmla="*/ 474782 h 1448581"/>
              <a:gd name="connsiteX13" fmla="*/ 1409813 w 1456187"/>
              <a:gd name="connsiteY13" fmla="*/ 246182 h 1448581"/>
              <a:gd name="connsiteX14" fmla="*/ 1375946 w 1456187"/>
              <a:gd name="connsiteY14" fmla="*/ 85315 h 1448581"/>
              <a:gd name="connsiteX15" fmla="*/ 1291280 w 1456187"/>
              <a:gd name="connsiteY15" fmla="*/ 53565 h 1448581"/>
              <a:gd name="connsiteX16" fmla="*/ 1168513 w 1456187"/>
              <a:gd name="connsiteY16" fmla="*/ 17582 h 1448581"/>
              <a:gd name="connsiteX17" fmla="*/ 1024579 w 1456187"/>
              <a:gd name="connsiteY17" fmla="*/ 648 h 1448581"/>
              <a:gd name="connsiteX18" fmla="*/ 927213 w 1456187"/>
              <a:gd name="connsiteY18" fmla="*/ 38748 h 1448581"/>
              <a:gd name="connsiteX19" fmla="*/ 958963 w 1456187"/>
              <a:gd name="connsiteY19" fmla="*/ 155166 h 1448581"/>
              <a:gd name="connsiteX20" fmla="*/ 986479 w 1456187"/>
              <a:gd name="connsiteY20" fmla="*/ 271582 h 1448581"/>
              <a:gd name="connsiteX21" fmla="*/ 842546 w 1456187"/>
              <a:gd name="connsiteY21" fmla="*/ 326615 h 1448581"/>
              <a:gd name="connsiteX22" fmla="*/ 656279 w 1456187"/>
              <a:gd name="connsiteY22" fmla="*/ 296982 h 1448581"/>
              <a:gd name="connsiteX23" fmla="*/ 613946 w 1456187"/>
              <a:gd name="connsiteY23" fmla="*/ 161515 h 1448581"/>
              <a:gd name="connsiteX24" fmla="*/ 690146 w 1456187"/>
              <a:gd name="connsiteY24" fmla="*/ 51448 h 1448581"/>
              <a:gd name="connsiteX25" fmla="*/ 563146 w 1456187"/>
              <a:gd name="connsiteY25" fmla="*/ 13348 h 1448581"/>
              <a:gd name="connsiteX26" fmla="*/ 317613 w 1456187"/>
              <a:gd name="connsiteY26" fmla="*/ 26048 h 1448581"/>
              <a:gd name="connsiteX27" fmla="*/ 139813 w 1456187"/>
              <a:gd name="connsiteY27" fmla="*/ 30282 h 1448581"/>
              <a:gd name="connsiteX28" fmla="*/ 137696 w 1456187"/>
              <a:gd name="connsiteY28" fmla="*/ 110715 h 1448581"/>
              <a:gd name="connsiteX29" fmla="*/ 84779 w 1456187"/>
              <a:gd name="connsiteY29" fmla="*/ 504415 h 1448581"/>
              <a:gd name="connsiteX30" fmla="*/ 84779 w 1456187"/>
              <a:gd name="connsiteY30" fmla="*/ 644115 h 1448581"/>
              <a:gd name="connsiteX31" fmla="*/ 184263 w 1456187"/>
              <a:gd name="connsiteY31" fmla="*/ 620831 h 1448581"/>
              <a:gd name="connsiteX32" fmla="*/ 268929 w 1456187"/>
              <a:gd name="connsiteY32" fmla="*/ 646232 h 1448581"/>
              <a:gd name="connsiteX33" fmla="*/ 319729 w 1456187"/>
              <a:gd name="connsiteY33" fmla="*/ 733016 h 1448581"/>
              <a:gd name="connsiteX34" fmla="*/ 296446 w 1456187"/>
              <a:gd name="connsiteY34" fmla="*/ 931982 h 1448581"/>
              <a:gd name="connsiteX35" fmla="*/ 165213 w 1456187"/>
              <a:gd name="connsiteY35" fmla="*/ 999715 h 1448581"/>
              <a:gd name="connsiteX36" fmla="*/ 89013 w 1456187"/>
              <a:gd name="connsiteY36" fmla="*/ 936215 h 1448581"/>
              <a:gd name="connsiteX37" fmla="*/ 25513 w 1456187"/>
              <a:gd name="connsiteY37" fmla="*/ 965848 h 1448581"/>
              <a:gd name="connsiteX38" fmla="*/ 113 w 1456187"/>
              <a:gd name="connsiteY38" fmla="*/ 1122482 h 1448581"/>
              <a:gd name="connsiteX39" fmla="*/ 53029 w 1456187"/>
              <a:gd name="connsiteY39" fmla="*/ 1368015 h 1448581"/>
              <a:gd name="connsiteX40" fmla="*/ 92188 w 1456187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96446 w 1457095"/>
              <a:gd name="connsiteY34" fmla="*/ 931982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5946 w 1457095"/>
              <a:gd name="connsiteY14" fmla="*/ 8531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  <a:gd name="connsiteX0" fmla="*/ 92188 w 1457095"/>
              <a:gd name="connsiteY0" fmla="*/ 1438923 h 1448581"/>
              <a:gd name="connsiteX1" fmla="*/ 872179 w 1457095"/>
              <a:gd name="connsiteY1" fmla="*/ 1448448 h 1448581"/>
              <a:gd name="connsiteX2" fmla="*/ 1225663 w 1457095"/>
              <a:gd name="connsiteY2" fmla="*/ 1444215 h 1448581"/>
              <a:gd name="connsiteX3" fmla="*/ 1333611 w 1457095"/>
              <a:gd name="connsiteY3" fmla="*/ 1389181 h 1448581"/>
              <a:gd name="connsiteX4" fmla="*/ 1414046 w 1457095"/>
              <a:gd name="connsiteY4" fmla="*/ 1200797 h 1448581"/>
              <a:gd name="connsiteX5" fmla="*/ 1454263 w 1457095"/>
              <a:gd name="connsiteY5" fmla="*/ 895998 h 1448581"/>
              <a:gd name="connsiteX6" fmla="*/ 1443679 w 1457095"/>
              <a:gd name="connsiteY6" fmla="*/ 834616 h 1448581"/>
              <a:gd name="connsiteX7" fmla="*/ 1363247 w 1457095"/>
              <a:gd name="connsiteY7" fmla="*/ 934098 h 1448581"/>
              <a:gd name="connsiteX8" fmla="*/ 1310329 w 1457095"/>
              <a:gd name="connsiteY8" fmla="*/ 900231 h 1448581"/>
              <a:gd name="connsiteX9" fmla="*/ 1293396 w 1457095"/>
              <a:gd name="connsiteY9" fmla="*/ 747832 h 1448581"/>
              <a:gd name="connsiteX10" fmla="*/ 1346312 w 1457095"/>
              <a:gd name="connsiteY10" fmla="*/ 610248 h 1448581"/>
              <a:gd name="connsiteX11" fmla="*/ 1437329 w 1457095"/>
              <a:gd name="connsiteY11" fmla="*/ 688565 h 1448581"/>
              <a:gd name="connsiteX12" fmla="*/ 1430979 w 1457095"/>
              <a:gd name="connsiteY12" fmla="*/ 474782 h 1448581"/>
              <a:gd name="connsiteX13" fmla="*/ 1409813 w 1457095"/>
              <a:gd name="connsiteY13" fmla="*/ 246182 h 1448581"/>
              <a:gd name="connsiteX14" fmla="*/ 1371713 w 1457095"/>
              <a:gd name="connsiteY14" fmla="*/ 91665 h 1448581"/>
              <a:gd name="connsiteX15" fmla="*/ 1291280 w 1457095"/>
              <a:gd name="connsiteY15" fmla="*/ 53565 h 1448581"/>
              <a:gd name="connsiteX16" fmla="*/ 1168513 w 1457095"/>
              <a:gd name="connsiteY16" fmla="*/ 17582 h 1448581"/>
              <a:gd name="connsiteX17" fmla="*/ 1024579 w 1457095"/>
              <a:gd name="connsiteY17" fmla="*/ 648 h 1448581"/>
              <a:gd name="connsiteX18" fmla="*/ 927213 w 1457095"/>
              <a:gd name="connsiteY18" fmla="*/ 38748 h 1448581"/>
              <a:gd name="connsiteX19" fmla="*/ 958963 w 1457095"/>
              <a:gd name="connsiteY19" fmla="*/ 155166 h 1448581"/>
              <a:gd name="connsiteX20" fmla="*/ 986479 w 1457095"/>
              <a:gd name="connsiteY20" fmla="*/ 271582 h 1448581"/>
              <a:gd name="connsiteX21" fmla="*/ 842546 w 1457095"/>
              <a:gd name="connsiteY21" fmla="*/ 326615 h 1448581"/>
              <a:gd name="connsiteX22" fmla="*/ 656279 w 1457095"/>
              <a:gd name="connsiteY22" fmla="*/ 296982 h 1448581"/>
              <a:gd name="connsiteX23" fmla="*/ 613946 w 1457095"/>
              <a:gd name="connsiteY23" fmla="*/ 161515 h 1448581"/>
              <a:gd name="connsiteX24" fmla="*/ 690146 w 1457095"/>
              <a:gd name="connsiteY24" fmla="*/ 51448 h 1448581"/>
              <a:gd name="connsiteX25" fmla="*/ 563146 w 1457095"/>
              <a:gd name="connsiteY25" fmla="*/ 13348 h 1448581"/>
              <a:gd name="connsiteX26" fmla="*/ 317613 w 1457095"/>
              <a:gd name="connsiteY26" fmla="*/ 26048 h 1448581"/>
              <a:gd name="connsiteX27" fmla="*/ 139813 w 1457095"/>
              <a:gd name="connsiteY27" fmla="*/ 30282 h 1448581"/>
              <a:gd name="connsiteX28" fmla="*/ 137696 w 1457095"/>
              <a:gd name="connsiteY28" fmla="*/ 110715 h 1448581"/>
              <a:gd name="connsiteX29" fmla="*/ 84779 w 1457095"/>
              <a:gd name="connsiteY29" fmla="*/ 504415 h 1448581"/>
              <a:gd name="connsiteX30" fmla="*/ 84779 w 1457095"/>
              <a:gd name="connsiteY30" fmla="*/ 644115 h 1448581"/>
              <a:gd name="connsiteX31" fmla="*/ 184263 w 1457095"/>
              <a:gd name="connsiteY31" fmla="*/ 620831 h 1448581"/>
              <a:gd name="connsiteX32" fmla="*/ 268929 w 1457095"/>
              <a:gd name="connsiteY32" fmla="*/ 646232 h 1448581"/>
              <a:gd name="connsiteX33" fmla="*/ 319729 w 1457095"/>
              <a:gd name="connsiteY33" fmla="*/ 733016 h 1448581"/>
              <a:gd name="connsiteX34" fmla="*/ 287979 w 1457095"/>
              <a:gd name="connsiteY34" fmla="*/ 927749 h 1448581"/>
              <a:gd name="connsiteX35" fmla="*/ 165213 w 1457095"/>
              <a:gd name="connsiteY35" fmla="*/ 999715 h 1448581"/>
              <a:gd name="connsiteX36" fmla="*/ 89013 w 1457095"/>
              <a:gd name="connsiteY36" fmla="*/ 936215 h 1448581"/>
              <a:gd name="connsiteX37" fmla="*/ 25513 w 1457095"/>
              <a:gd name="connsiteY37" fmla="*/ 965848 h 1448581"/>
              <a:gd name="connsiteX38" fmla="*/ 113 w 1457095"/>
              <a:gd name="connsiteY38" fmla="*/ 1122482 h 1448581"/>
              <a:gd name="connsiteX39" fmla="*/ 53029 w 1457095"/>
              <a:gd name="connsiteY39" fmla="*/ 1368015 h 1448581"/>
              <a:gd name="connsiteX40" fmla="*/ 92188 w 1457095"/>
              <a:gd name="connsiteY40" fmla="*/ 1438923 h 1448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457095" h="1448581">
                <a:moveTo>
                  <a:pt x="92188" y="1438923"/>
                </a:moveTo>
                <a:cubicBezTo>
                  <a:pt x="228713" y="1452328"/>
                  <a:pt x="683267" y="1447566"/>
                  <a:pt x="872179" y="1448448"/>
                </a:cubicBezTo>
                <a:lnTo>
                  <a:pt x="1225663" y="1444215"/>
                </a:lnTo>
                <a:cubicBezTo>
                  <a:pt x="1302568" y="1434337"/>
                  <a:pt x="1306094" y="1403645"/>
                  <a:pt x="1333611" y="1389181"/>
                </a:cubicBezTo>
                <a:cubicBezTo>
                  <a:pt x="1361128" y="1374717"/>
                  <a:pt x="1393937" y="1282994"/>
                  <a:pt x="1414046" y="1200797"/>
                </a:cubicBezTo>
                <a:cubicBezTo>
                  <a:pt x="1434155" y="1118600"/>
                  <a:pt x="1449324" y="957028"/>
                  <a:pt x="1454263" y="895998"/>
                </a:cubicBezTo>
                <a:cubicBezTo>
                  <a:pt x="1459202" y="834968"/>
                  <a:pt x="1458848" y="828266"/>
                  <a:pt x="1443679" y="834616"/>
                </a:cubicBezTo>
                <a:cubicBezTo>
                  <a:pt x="1428510" y="840966"/>
                  <a:pt x="1385472" y="923162"/>
                  <a:pt x="1363247" y="934098"/>
                </a:cubicBezTo>
                <a:cubicBezTo>
                  <a:pt x="1341022" y="945034"/>
                  <a:pt x="1321971" y="931275"/>
                  <a:pt x="1310329" y="900231"/>
                </a:cubicBezTo>
                <a:cubicBezTo>
                  <a:pt x="1298687" y="869187"/>
                  <a:pt x="1287399" y="796162"/>
                  <a:pt x="1293396" y="747832"/>
                </a:cubicBezTo>
                <a:cubicBezTo>
                  <a:pt x="1299393" y="699502"/>
                  <a:pt x="1322323" y="620126"/>
                  <a:pt x="1346312" y="610248"/>
                </a:cubicBezTo>
                <a:cubicBezTo>
                  <a:pt x="1370301" y="600370"/>
                  <a:pt x="1423218" y="711143"/>
                  <a:pt x="1437329" y="688565"/>
                </a:cubicBezTo>
                <a:cubicBezTo>
                  <a:pt x="1451440" y="665987"/>
                  <a:pt x="1435565" y="548512"/>
                  <a:pt x="1430979" y="474782"/>
                </a:cubicBezTo>
                <a:cubicBezTo>
                  <a:pt x="1426393" y="401052"/>
                  <a:pt x="1419691" y="310035"/>
                  <a:pt x="1409813" y="246182"/>
                </a:cubicBezTo>
                <a:cubicBezTo>
                  <a:pt x="1399935" y="182329"/>
                  <a:pt x="1391468" y="123768"/>
                  <a:pt x="1371713" y="91665"/>
                </a:cubicBezTo>
                <a:cubicBezTo>
                  <a:pt x="1351958" y="59562"/>
                  <a:pt x="1325147" y="65912"/>
                  <a:pt x="1291280" y="53565"/>
                </a:cubicBezTo>
                <a:cubicBezTo>
                  <a:pt x="1257413" y="41218"/>
                  <a:pt x="1212963" y="26401"/>
                  <a:pt x="1168513" y="17582"/>
                </a:cubicBezTo>
                <a:cubicBezTo>
                  <a:pt x="1124063" y="8763"/>
                  <a:pt x="1064796" y="-2880"/>
                  <a:pt x="1024579" y="648"/>
                </a:cubicBezTo>
                <a:cubicBezTo>
                  <a:pt x="984362" y="4176"/>
                  <a:pt x="938149" y="12995"/>
                  <a:pt x="927213" y="38748"/>
                </a:cubicBezTo>
                <a:cubicBezTo>
                  <a:pt x="916277" y="64501"/>
                  <a:pt x="930035" y="120593"/>
                  <a:pt x="958963" y="155166"/>
                </a:cubicBezTo>
                <a:cubicBezTo>
                  <a:pt x="987891" y="189739"/>
                  <a:pt x="1005882" y="243007"/>
                  <a:pt x="986479" y="271582"/>
                </a:cubicBezTo>
                <a:cubicBezTo>
                  <a:pt x="967076" y="300157"/>
                  <a:pt x="897579" y="322382"/>
                  <a:pt x="842546" y="326615"/>
                </a:cubicBezTo>
                <a:cubicBezTo>
                  <a:pt x="787513" y="330848"/>
                  <a:pt x="694379" y="324499"/>
                  <a:pt x="656279" y="296982"/>
                </a:cubicBezTo>
                <a:cubicBezTo>
                  <a:pt x="618179" y="269465"/>
                  <a:pt x="608302" y="202437"/>
                  <a:pt x="613946" y="161515"/>
                </a:cubicBezTo>
                <a:cubicBezTo>
                  <a:pt x="619590" y="120593"/>
                  <a:pt x="698613" y="76142"/>
                  <a:pt x="690146" y="51448"/>
                </a:cubicBezTo>
                <a:cubicBezTo>
                  <a:pt x="681679" y="26754"/>
                  <a:pt x="625235" y="17581"/>
                  <a:pt x="563146" y="13348"/>
                </a:cubicBezTo>
                <a:cubicBezTo>
                  <a:pt x="501057" y="9115"/>
                  <a:pt x="388168" y="23226"/>
                  <a:pt x="317613" y="26048"/>
                </a:cubicBezTo>
                <a:cubicBezTo>
                  <a:pt x="247058" y="28870"/>
                  <a:pt x="169799" y="16171"/>
                  <a:pt x="139813" y="30282"/>
                </a:cubicBezTo>
                <a:cubicBezTo>
                  <a:pt x="109827" y="44393"/>
                  <a:pt x="146868" y="31693"/>
                  <a:pt x="137696" y="110715"/>
                </a:cubicBezTo>
                <a:cubicBezTo>
                  <a:pt x="128524" y="189737"/>
                  <a:pt x="93599" y="415515"/>
                  <a:pt x="84779" y="504415"/>
                </a:cubicBezTo>
                <a:cubicBezTo>
                  <a:pt x="75960" y="593315"/>
                  <a:pt x="68198" y="624712"/>
                  <a:pt x="84779" y="644115"/>
                </a:cubicBezTo>
                <a:cubicBezTo>
                  <a:pt x="101360" y="663518"/>
                  <a:pt x="153571" y="620478"/>
                  <a:pt x="184263" y="620831"/>
                </a:cubicBezTo>
                <a:cubicBezTo>
                  <a:pt x="214955" y="621184"/>
                  <a:pt x="246351" y="627535"/>
                  <a:pt x="268929" y="646232"/>
                </a:cubicBezTo>
                <a:cubicBezTo>
                  <a:pt x="291507" y="664929"/>
                  <a:pt x="316554" y="686097"/>
                  <a:pt x="319729" y="733016"/>
                </a:cubicBezTo>
                <a:cubicBezTo>
                  <a:pt x="322904" y="779935"/>
                  <a:pt x="313732" y="883299"/>
                  <a:pt x="287979" y="927749"/>
                </a:cubicBezTo>
                <a:cubicBezTo>
                  <a:pt x="262226" y="972199"/>
                  <a:pt x="198374" y="998304"/>
                  <a:pt x="165213" y="999715"/>
                </a:cubicBezTo>
                <a:cubicBezTo>
                  <a:pt x="132052" y="1001126"/>
                  <a:pt x="114413" y="948209"/>
                  <a:pt x="89013" y="936215"/>
                </a:cubicBezTo>
                <a:cubicBezTo>
                  <a:pt x="63613" y="924221"/>
                  <a:pt x="40330" y="934804"/>
                  <a:pt x="25513" y="965848"/>
                </a:cubicBezTo>
                <a:cubicBezTo>
                  <a:pt x="10696" y="996892"/>
                  <a:pt x="-1298" y="1070271"/>
                  <a:pt x="113" y="1122482"/>
                </a:cubicBezTo>
                <a:cubicBezTo>
                  <a:pt x="1524" y="1174693"/>
                  <a:pt x="31333" y="1254950"/>
                  <a:pt x="53029" y="1368015"/>
                </a:cubicBezTo>
                <a:cubicBezTo>
                  <a:pt x="74725" y="1481080"/>
                  <a:pt x="-44337" y="1425518"/>
                  <a:pt x="92188" y="1438923"/>
                </a:cubicBez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938D1EA-273E-09F1-1B5A-5FA63FF7221F}"/>
              </a:ext>
            </a:extLst>
          </p:cNvPr>
          <p:cNvSpPr/>
          <p:nvPr/>
        </p:nvSpPr>
        <p:spPr>
          <a:xfrm>
            <a:off x="3234010" y="3479808"/>
            <a:ext cx="1424119" cy="1754485"/>
          </a:xfrm>
          <a:custGeom>
            <a:avLst/>
            <a:gdLst>
              <a:gd name="connsiteX0" fmla="*/ 163240 w 1424119"/>
              <a:gd name="connsiteY0" fmla="*/ 4693 h 1756141"/>
              <a:gd name="connsiteX1" fmla="*/ 696640 w 1424119"/>
              <a:gd name="connsiteY1" fmla="*/ 7868 h 1756141"/>
              <a:gd name="connsiteX2" fmla="*/ 1061765 w 1424119"/>
              <a:gd name="connsiteY2" fmla="*/ 17393 h 1756141"/>
              <a:gd name="connsiteX3" fmla="*/ 1277665 w 1424119"/>
              <a:gd name="connsiteY3" fmla="*/ 17393 h 1756141"/>
              <a:gd name="connsiteX4" fmla="*/ 1341165 w 1424119"/>
              <a:gd name="connsiteY4" fmla="*/ 55493 h 1756141"/>
              <a:gd name="connsiteX5" fmla="*/ 1382440 w 1424119"/>
              <a:gd name="connsiteY5" fmla="*/ 287268 h 1756141"/>
              <a:gd name="connsiteX6" fmla="*/ 1398315 w 1424119"/>
              <a:gd name="connsiteY6" fmla="*/ 442843 h 1756141"/>
              <a:gd name="connsiteX7" fmla="*/ 1407840 w 1424119"/>
              <a:gd name="connsiteY7" fmla="*/ 611118 h 1756141"/>
              <a:gd name="connsiteX8" fmla="*/ 1372915 w 1424119"/>
              <a:gd name="connsiteY8" fmla="*/ 680968 h 1756141"/>
              <a:gd name="connsiteX9" fmla="*/ 1306240 w 1424119"/>
              <a:gd name="connsiteY9" fmla="*/ 620643 h 1756141"/>
              <a:gd name="connsiteX10" fmla="*/ 1210990 w 1424119"/>
              <a:gd name="connsiteY10" fmla="*/ 623818 h 1756141"/>
              <a:gd name="connsiteX11" fmla="*/ 1188765 w 1424119"/>
              <a:gd name="connsiteY11" fmla="*/ 700018 h 1756141"/>
              <a:gd name="connsiteX12" fmla="*/ 1210990 w 1424119"/>
              <a:gd name="connsiteY12" fmla="*/ 823843 h 1756141"/>
              <a:gd name="connsiteX13" fmla="*/ 1223690 w 1424119"/>
              <a:gd name="connsiteY13" fmla="*/ 925443 h 1756141"/>
              <a:gd name="connsiteX14" fmla="*/ 1334815 w 1424119"/>
              <a:gd name="connsiteY14" fmla="*/ 931793 h 1756141"/>
              <a:gd name="connsiteX15" fmla="*/ 1407840 w 1424119"/>
              <a:gd name="connsiteY15" fmla="*/ 871468 h 1756141"/>
              <a:gd name="connsiteX16" fmla="*/ 1423715 w 1424119"/>
              <a:gd name="connsiteY16" fmla="*/ 1039743 h 1756141"/>
              <a:gd name="connsiteX17" fmla="*/ 1398315 w 1424119"/>
              <a:gd name="connsiteY17" fmla="*/ 1322318 h 1756141"/>
              <a:gd name="connsiteX18" fmla="*/ 1341165 w 1424119"/>
              <a:gd name="connsiteY18" fmla="*/ 1477893 h 1756141"/>
              <a:gd name="connsiteX19" fmla="*/ 1268140 w 1424119"/>
              <a:gd name="connsiteY19" fmla="*/ 1455668 h 1756141"/>
              <a:gd name="connsiteX20" fmla="*/ 1080815 w 1424119"/>
              <a:gd name="connsiteY20" fmla="*/ 1423918 h 1756141"/>
              <a:gd name="connsiteX21" fmla="*/ 956990 w 1424119"/>
              <a:gd name="connsiteY21" fmla="*/ 1436618 h 1756141"/>
              <a:gd name="connsiteX22" fmla="*/ 941115 w 1424119"/>
              <a:gd name="connsiteY22" fmla="*/ 1512818 h 1756141"/>
              <a:gd name="connsiteX23" fmla="*/ 1007790 w 1424119"/>
              <a:gd name="connsiteY23" fmla="*/ 1617593 h 1756141"/>
              <a:gd name="connsiteX24" fmla="*/ 1007790 w 1424119"/>
              <a:gd name="connsiteY24" fmla="*/ 1668393 h 1756141"/>
              <a:gd name="connsiteX25" fmla="*/ 972865 w 1424119"/>
              <a:gd name="connsiteY25" fmla="*/ 1722368 h 1756141"/>
              <a:gd name="connsiteX26" fmla="*/ 849040 w 1424119"/>
              <a:gd name="connsiteY26" fmla="*/ 1754118 h 1756141"/>
              <a:gd name="connsiteX27" fmla="*/ 674415 w 1424119"/>
              <a:gd name="connsiteY27" fmla="*/ 1735068 h 1756141"/>
              <a:gd name="connsiteX28" fmla="*/ 614090 w 1424119"/>
              <a:gd name="connsiteY28" fmla="*/ 1592193 h 1756141"/>
              <a:gd name="connsiteX29" fmla="*/ 652190 w 1424119"/>
              <a:gd name="connsiteY29" fmla="*/ 1541393 h 1756141"/>
              <a:gd name="connsiteX30" fmla="*/ 709340 w 1424119"/>
              <a:gd name="connsiteY30" fmla="*/ 1471543 h 1756141"/>
              <a:gd name="connsiteX31" fmla="*/ 620440 w 1424119"/>
              <a:gd name="connsiteY31" fmla="*/ 1436618 h 1756141"/>
              <a:gd name="connsiteX32" fmla="*/ 337865 w 1424119"/>
              <a:gd name="connsiteY32" fmla="*/ 1446143 h 1756141"/>
              <a:gd name="connsiteX33" fmla="*/ 223565 w 1424119"/>
              <a:gd name="connsiteY33" fmla="*/ 1442968 h 1756141"/>
              <a:gd name="connsiteX34" fmla="*/ 147365 w 1424119"/>
              <a:gd name="connsiteY34" fmla="*/ 1458843 h 1756141"/>
              <a:gd name="connsiteX35" fmla="*/ 185465 w 1424119"/>
              <a:gd name="connsiteY35" fmla="*/ 1388993 h 1756141"/>
              <a:gd name="connsiteX36" fmla="*/ 226740 w 1424119"/>
              <a:gd name="connsiteY36" fmla="*/ 1208018 h 1756141"/>
              <a:gd name="connsiteX37" fmla="*/ 274365 w 1424119"/>
              <a:gd name="connsiteY37" fmla="*/ 988943 h 1756141"/>
              <a:gd name="connsiteX38" fmla="*/ 261665 w 1424119"/>
              <a:gd name="connsiteY38" fmla="*/ 893693 h 1756141"/>
              <a:gd name="connsiteX39" fmla="*/ 188640 w 1424119"/>
              <a:gd name="connsiteY39" fmla="*/ 938143 h 1756141"/>
              <a:gd name="connsiteX40" fmla="*/ 106090 w 1424119"/>
              <a:gd name="connsiteY40" fmla="*/ 969893 h 1756141"/>
              <a:gd name="connsiteX41" fmla="*/ 17190 w 1424119"/>
              <a:gd name="connsiteY41" fmla="*/ 896868 h 1756141"/>
              <a:gd name="connsiteX42" fmla="*/ 1315 w 1424119"/>
              <a:gd name="connsiteY42" fmla="*/ 779393 h 1756141"/>
              <a:gd name="connsiteX43" fmla="*/ 36240 w 1424119"/>
              <a:gd name="connsiteY43" fmla="*/ 674618 h 1756141"/>
              <a:gd name="connsiteX44" fmla="*/ 96565 w 1424119"/>
              <a:gd name="connsiteY44" fmla="*/ 633343 h 1756141"/>
              <a:gd name="connsiteX45" fmla="*/ 194990 w 1424119"/>
              <a:gd name="connsiteY45" fmla="*/ 677793 h 1756141"/>
              <a:gd name="connsiteX46" fmla="*/ 271190 w 1424119"/>
              <a:gd name="connsiteY46" fmla="*/ 709543 h 1756141"/>
              <a:gd name="connsiteX47" fmla="*/ 280715 w 1424119"/>
              <a:gd name="connsiteY47" fmla="*/ 620643 h 1756141"/>
              <a:gd name="connsiteX48" fmla="*/ 271190 w 1424119"/>
              <a:gd name="connsiteY48" fmla="*/ 395218 h 1756141"/>
              <a:gd name="connsiteX49" fmla="*/ 242615 w 1424119"/>
              <a:gd name="connsiteY49" fmla="*/ 201543 h 1756141"/>
              <a:gd name="connsiteX50" fmla="*/ 217215 w 1424119"/>
              <a:gd name="connsiteY50" fmla="*/ 80893 h 1756141"/>
              <a:gd name="connsiteX51" fmla="*/ 163240 w 1424119"/>
              <a:gd name="connsiteY51" fmla="*/ 4693 h 1756141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10990 w 1424119"/>
              <a:gd name="connsiteY10" fmla="*/ 627540 h 1759863"/>
              <a:gd name="connsiteX11" fmla="*/ 1188765 w 1424119"/>
              <a:gd name="connsiteY11" fmla="*/ 70374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10990 w 1424119"/>
              <a:gd name="connsiteY10" fmla="*/ 627540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32157 w 1424119"/>
              <a:gd name="connsiteY10" fmla="*/ 638123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23690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8415 h 1759863"/>
              <a:gd name="connsiteX1" fmla="*/ 696640 w 1424119"/>
              <a:gd name="connsiteY1" fmla="*/ 11590 h 1759863"/>
              <a:gd name="connsiteX2" fmla="*/ 1061765 w 1424119"/>
              <a:gd name="connsiteY2" fmla="*/ 21115 h 1759863"/>
              <a:gd name="connsiteX3" fmla="*/ 1277665 w 1424119"/>
              <a:gd name="connsiteY3" fmla="*/ 21115 h 1759863"/>
              <a:gd name="connsiteX4" fmla="*/ 1341165 w 1424119"/>
              <a:gd name="connsiteY4" fmla="*/ 59215 h 1759863"/>
              <a:gd name="connsiteX5" fmla="*/ 1382440 w 1424119"/>
              <a:gd name="connsiteY5" fmla="*/ 290990 h 1759863"/>
              <a:gd name="connsiteX6" fmla="*/ 1398315 w 1424119"/>
              <a:gd name="connsiteY6" fmla="*/ 446565 h 1759863"/>
              <a:gd name="connsiteX7" fmla="*/ 1407840 w 1424119"/>
              <a:gd name="connsiteY7" fmla="*/ 614840 h 1759863"/>
              <a:gd name="connsiteX8" fmla="*/ 1372915 w 1424119"/>
              <a:gd name="connsiteY8" fmla="*/ 684690 h 1759863"/>
              <a:gd name="connsiteX9" fmla="*/ 1306240 w 1424119"/>
              <a:gd name="connsiteY9" fmla="*/ 624365 h 1759863"/>
              <a:gd name="connsiteX10" fmla="*/ 1232157 w 1424119"/>
              <a:gd name="connsiteY10" fmla="*/ 638123 h 1759863"/>
              <a:gd name="connsiteX11" fmla="*/ 1207815 w 1424119"/>
              <a:gd name="connsiteY11" fmla="*/ 710090 h 1759863"/>
              <a:gd name="connsiteX12" fmla="*/ 1210990 w 1424119"/>
              <a:gd name="connsiteY12" fmla="*/ 827565 h 1759863"/>
              <a:gd name="connsiteX13" fmla="*/ 1244857 w 1424119"/>
              <a:gd name="connsiteY13" fmla="*/ 929165 h 1759863"/>
              <a:gd name="connsiteX14" fmla="*/ 1334815 w 1424119"/>
              <a:gd name="connsiteY14" fmla="*/ 935515 h 1759863"/>
              <a:gd name="connsiteX15" fmla="*/ 1407840 w 1424119"/>
              <a:gd name="connsiteY15" fmla="*/ 875190 h 1759863"/>
              <a:gd name="connsiteX16" fmla="*/ 1423715 w 1424119"/>
              <a:gd name="connsiteY16" fmla="*/ 1043465 h 1759863"/>
              <a:gd name="connsiteX17" fmla="*/ 1398315 w 1424119"/>
              <a:gd name="connsiteY17" fmla="*/ 1326040 h 1759863"/>
              <a:gd name="connsiteX18" fmla="*/ 1341165 w 1424119"/>
              <a:gd name="connsiteY18" fmla="*/ 1481615 h 1759863"/>
              <a:gd name="connsiteX19" fmla="*/ 1268140 w 1424119"/>
              <a:gd name="connsiteY19" fmla="*/ 1459390 h 1759863"/>
              <a:gd name="connsiteX20" fmla="*/ 1080815 w 1424119"/>
              <a:gd name="connsiteY20" fmla="*/ 1427640 h 1759863"/>
              <a:gd name="connsiteX21" fmla="*/ 956990 w 1424119"/>
              <a:gd name="connsiteY21" fmla="*/ 1440340 h 1759863"/>
              <a:gd name="connsiteX22" fmla="*/ 941115 w 1424119"/>
              <a:gd name="connsiteY22" fmla="*/ 1516540 h 1759863"/>
              <a:gd name="connsiteX23" fmla="*/ 1007790 w 1424119"/>
              <a:gd name="connsiteY23" fmla="*/ 1621315 h 1759863"/>
              <a:gd name="connsiteX24" fmla="*/ 1007790 w 1424119"/>
              <a:gd name="connsiteY24" fmla="*/ 1672115 h 1759863"/>
              <a:gd name="connsiteX25" fmla="*/ 972865 w 1424119"/>
              <a:gd name="connsiteY25" fmla="*/ 1726090 h 1759863"/>
              <a:gd name="connsiteX26" fmla="*/ 849040 w 1424119"/>
              <a:gd name="connsiteY26" fmla="*/ 1757840 h 1759863"/>
              <a:gd name="connsiteX27" fmla="*/ 674415 w 1424119"/>
              <a:gd name="connsiteY27" fmla="*/ 1738790 h 1759863"/>
              <a:gd name="connsiteX28" fmla="*/ 614090 w 1424119"/>
              <a:gd name="connsiteY28" fmla="*/ 1595915 h 1759863"/>
              <a:gd name="connsiteX29" fmla="*/ 652190 w 1424119"/>
              <a:gd name="connsiteY29" fmla="*/ 1545115 h 1759863"/>
              <a:gd name="connsiteX30" fmla="*/ 709340 w 1424119"/>
              <a:gd name="connsiteY30" fmla="*/ 1475265 h 1759863"/>
              <a:gd name="connsiteX31" fmla="*/ 620440 w 1424119"/>
              <a:gd name="connsiteY31" fmla="*/ 1440340 h 1759863"/>
              <a:gd name="connsiteX32" fmla="*/ 337865 w 1424119"/>
              <a:gd name="connsiteY32" fmla="*/ 1449865 h 1759863"/>
              <a:gd name="connsiteX33" fmla="*/ 223565 w 1424119"/>
              <a:gd name="connsiteY33" fmla="*/ 1446690 h 1759863"/>
              <a:gd name="connsiteX34" fmla="*/ 147365 w 1424119"/>
              <a:gd name="connsiteY34" fmla="*/ 1462565 h 1759863"/>
              <a:gd name="connsiteX35" fmla="*/ 185465 w 1424119"/>
              <a:gd name="connsiteY35" fmla="*/ 1392715 h 1759863"/>
              <a:gd name="connsiteX36" fmla="*/ 226740 w 1424119"/>
              <a:gd name="connsiteY36" fmla="*/ 1211740 h 1759863"/>
              <a:gd name="connsiteX37" fmla="*/ 274365 w 1424119"/>
              <a:gd name="connsiteY37" fmla="*/ 992665 h 1759863"/>
              <a:gd name="connsiteX38" fmla="*/ 261665 w 1424119"/>
              <a:gd name="connsiteY38" fmla="*/ 897415 h 1759863"/>
              <a:gd name="connsiteX39" fmla="*/ 188640 w 1424119"/>
              <a:gd name="connsiteY39" fmla="*/ 941865 h 1759863"/>
              <a:gd name="connsiteX40" fmla="*/ 106090 w 1424119"/>
              <a:gd name="connsiteY40" fmla="*/ 973615 h 1759863"/>
              <a:gd name="connsiteX41" fmla="*/ 17190 w 1424119"/>
              <a:gd name="connsiteY41" fmla="*/ 900590 h 1759863"/>
              <a:gd name="connsiteX42" fmla="*/ 1315 w 1424119"/>
              <a:gd name="connsiteY42" fmla="*/ 783115 h 1759863"/>
              <a:gd name="connsiteX43" fmla="*/ 36240 w 1424119"/>
              <a:gd name="connsiteY43" fmla="*/ 678340 h 1759863"/>
              <a:gd name="connsiteX44" fmla="*/ 96565 w 1424119"/>
              <a:gd name="connsiteY44" fmla="*/ 637065 h 1759863"/>
              <a:gd name="connsiteX45" fmla="*/ 194990 w 1424119"/>
              <a:gd name="connsiteY45" fmla="*/ 681515 h 1759863"/>
              <a:gd name="connsiteX46" fmla="*/ 271190 w 1424119"/>
              <a:gd name="connsiteY46" fmla="*/ 713265 h 1759863"/>
              <a:gd name="connsiteX47" fmla="*/ 280715 w 1424119"/>
              <a:gd name="connsiteY47" fmla="*/ 624365 h 1759863"/>
              <a:gd name="connsiteX48" fmla="*/ 271190 w 1424119"/>
              <a:gd name="connsiteY48" fmla="*/ 398940 h 1759863"/>
              <a:gd name="connsiteX49" fmla="*/ 242615 w 1424119"/>
              <a:gd name="connsiteY49" fmla="*/ 205265 h 1759863"/>
              <a:gd name="connsiteX50" fmla="*/ 217215 w 1424119"/>
              <a:gd name="connsiteY50" fmla="*/ 84615 h 1759863"/>
              <a:gd name="connsiteX51" fmla="*/ 163240 w 1424119"/>
              <a:gd name="connsiteY51" fmla="*/ 8415 h 1759863"/>
              <a:gd name="connsiteX0" fmla="*/ 163240 w 1424119"/>
              <a:gd name="connsiteY0" fmla="*/ 5002 h 1756450"/>
              <a:gd name="connsiteX1" fmla="*/ 696640 w 1424119"/>
              <a:gd name="connsiteY1" fmla="*/ 8177 h 1756450"/>
              <a:gd name="connsiteX2" fmla="*/ 1061765 w 1424119"/>
              <a:gd name="connsiteY2" fmla="*/ 17702 h 1756450"/>
              <a:gd name="connsiteX3" fmla="*/ 1277665 w 1424119"/>
              <a:gd name="connsiteY3" fmla="*/ 17702 h 1756450"/>
              <a:gd name="connsiteX4" fmla="*/ 1341165 w 1424119"/>
              <a:gd name="connsiteY4" fmla="*/ 55802 h 1756450"/>
              <a:gd name="connsiteX5" fmla="*/ 1382440 w 1424119"/>
              <a:gd name="connsiteY5" fmla="*/ 287577 h 1756450"/>
              <a:gd name="connsiteX6" fmla="*/ 1398315 w 1424119"/>
              <a:gd name="connsiteY6" fmla="*/ 443152 h 1756450"/>
              <a:gd name="connsiteX7" fmla="*/ 1407840 w 1424119"/>
              <a:gd name="connsiteY7" fmla="*/ 611427 h 1756450"/>
              <a:gd name="connsiteX8" fmla="*/ 1372915 w 1424119"/>
              <a:gd name="connsiteY8" fmla="*/ 681277 h 1756450"/>
              <a:gd name="connsiteX9" fmla="*/ 1306240 w 1424119"/>
              <a:gd name="connsiteY9" fmla="*/ 620952 h 1756450"/>
              <a:gd name="connsiteX10" fmla="*/ 1232157 w 1424119"/>
              <a:gd name="connsiteY10" fmla="*/ 634710 h 1756450"/>
              <a:gd name="connsiteX11" fmla="*/ 1207815 w 1424119"/>
              <a:gd name="connsiteY11" fmla="*/ 706677 h 1756450"/>
              <a:gd name="connsiteX12" fmla="*/ 1210990 w 1424119"/>
              <a:gd name="connsiteY12" fmla="*/ 824152 h 1756450"/>
              <a:gd name="connsiteX13" fmla="*/ 1244857 w 1424119"/>
              <a:gd name="connsiteY13" fmla="*/ 925752 h 1756450"/>
              <a:gd name="connsiteX14" fmla="*/ 1334815 w 1424119"/>
              <a:gd name="connsiteY14" fmla="*/ 932102 h 1756450"/>
              <a:gd name="connsiteX15" fmla="*/ 1407840 w 1424119"/>
              <a:gd name="connsiteY15" fmla="*/ 871777 h 1756450"/>
              <a:gd name="connsiteX16" fmla="*/ 1423715 w 1424119"/>
              <a:gd name="connsiteY16" fmla="*/ 1040052 h 1756450"/>
              <a:gd name="connsiteX17" fmla="*/ 1398315 w 1424119"/>
              <a:gd name="connsiteY17" fmla="*/ 1322627 h 1756450"/>
              <a:gd name="connsiteX18" fmla="*/ 1341165 w 1424119"/>
              <a:gd name="connsiteY18" fmla="*/ 1478202 h 1756450"/>
              <a:gd name="connsiteX19" fmla="*/ 1268140 w 1424119"/>
              <a:gd name="connsiteY19" fmla="*/ 1455977 h 1756450"/>
              <a:gd name="connsiteX20" fmla="*/ 1080815 w 1424119"/>
              <a:gd name="connsiteY20" fmla="*/ 1424227 h 1756450"/>
              <a:gd name="connsiteX21" fmla="*/ 956990 w 1424119"/>
              <a:gd name="connsiteY21" fmla="*/ 1436927 h 1756450"/>
              <a:gd name="connsiteX22" fmla="*/ 941115 w 1424119"/>
              <a:gd name="connsiteY22" fmla="*/ 1513127 h 1756450"/>
              <a:gd name="connsiteX23" fmla="*/ 1007790 w 1424119"/>
              <a:gd name="connsiteY23" fmla="*/ 1617902 h 1756450"/>
              <a:gd name="connsiteX24" fmla="*/ 1007790 w 1424119"/>
              <a:gd name="connsiteY24" fmla="*/ 1668702 h 1756450"/>
              <a:gd name="connsiteX25" fmla="*/ 972865 w 1424119"/>
              <a:gd name="connsiteY25" fmla="*/ 1722677 h 1756450"/>
              <a:gd name="connsiteX26" fmla="*/ 849040 w 1424119"/>
              <a:gd name="connsiteY26" fmla="*/ 1754427 h 1756450"/>
              <a:gd name="connsiteX27" fmla="*/ 674415 w 1424119"/>
              <a:gd name="connsiteY27" fmla="*/ 1735377 h 1756450"/>
              <a:gd name="connsiteX28" fmla="*/ 614090 w 1424119"/>
              <a:gd name="connsiteY28" fmla="*/ 1592502 h 1756450"/>
              <a:gd name="connsiteX29" fmla="*/ 652190 w 1424119"/>
              <a:gd name="connsiteY29" fmla="*/ 1541702 h 1756450"/>
              <a:gd name="connsiteX30" fmla="*/ 709340 w 1424119"/>
              <a:gd name="connsiteY30" fmla="*/ 1471852 h 1756450"/>
              <a:gd name="connsiteX31" fmla="*/ 620440 w 1424119"/>
              <a:gd name="connsiteY31" fmla="*/ 1436927 h 1756450"/>
              <a:gd name="connsiteX32" fmla="*/ 337865 w 1424119"/>
              <a:gd name="connsiteY32" fmla="*/ 1446452 h 1756450"/>
              <a:gd name="connsiteX33" fmla="*/ 223565 w 1424119"/>
              <a:gd name="connsiteY33" fmla="*/ 1443277 h 1756450"/>
              <a:gd name="connsiteX34" fmla="*/ 147365 w 1424119"/>
              <a:gd name="connsiteY34" fmla="*/ 1459152 h 1756450"/>
              <a:gd name="connsiteX35" fmla="*/ 185465 w 1424119"/>
              <a:gd name="connsiteY35" fmla="*/ 1389302 h 1756450"/>
              <a:gd name="connsiteX36" fmla="*/ 226740 w 1424119"/>
              <a:gd name="connsiteY36" fmla="*/ 1208327 h 1756450"/>
              <a:gd name="connsiteX37" fmla="*/ 274365 w 1424119"/>
              <a:gd name="connsiteY37" fmla="*/ 989252 h 1756450"/>
              <a:gd name="connsiteX38" fmla="*/ 261665 w 1424119"/>
              <a:gd name="connsiteY38" fmla="*/ 894002 h 1756450"/>
              <a:gd name="connsiteX39" fmla="*/ 188640 w 1424119"/>
              <a:gd name="connsiteY39" fmla="*/ 938452 h 1756450"/>
              <a:gd name="connsiteX40" fmla="*/ 106090 w 1424119"/>
              <a:gd name="connsiteY40" fmla="*/ 970202 h 1756450"/>
              <a:gd name="connsiteX41" fmla="*/ 17190 w 1424119"/>
              <a:gd name="connsiteY41" fmla="*/ 897177 h 1756450"/>
              <a:gd name="connsiteX42" fmla="*/ 1315 w 1424119"/>
              <a:gd name="connsiteY42" fmla="*/ 779702 h 1756450"/>
              <a:gd name="connsiteX43" fmla="*/ 36240 w 1424119"/>
              <a:gd name="connsiteY43" fmla="*/ 674927 h 1756450"/>
              <a:gd name="connsiteX44" fmla="*/ 96565 w 1424119"/>
              <a:gd name="connsiteY44" fmla="*/ 633652 h 1756450"/>
              <a:gd name="connsiteX45" fmla="*/ 194990 w 1424119"/>
              <a:gd name="connsiteY45" fmla="*/ 678102 h 1756450"/>
              <a:gd name="connsiteX46" fmla="*/ 271190 w 1424119"/>
              <a:gd name="connsiteY46" fmla="*/ 709852 h 1756450"/>
              <a:gd name="connsiteX47" fmla="*/ 280715 w 1424119"/>
              <a:gd name="connsiteY47" fmla="*/ 620952 h 1756450"/>
              <a:gd name="connsiteX48" fmla="*/ 271190 w 1424119"/>
              <a:gd name="connsiteY48" fmla="*/ 395527 h 1756450"/>
              <a:gd name="connsiteX49" fmla="*/ 242615 w 1424119"/>
              <a:gd name="connsiteY49" fmla="*/ 201852 h 1756450"/>
              <a:gd name="connsiteX50" fmla="*/ 221448 w 1424119"/>
              <a:gd name="connsiteY50" fmla="*/ 85435 h 1756450"/>
              <a:gd name="connsiteX51" fmla="*/ 163240 w 1424119"/>
              <a:gd name="connsiteY51" fmla="*/ 5002 h 1756450"/>
              <a:gd name="connsiteX0" fmla="*/ 163240 w 1424119"/>
              <a:gd name="connsiteY0" fmla="*/ 19982 h 1771430"/>
              <a:gd name="connsiteX1" fmla="*/ 696640 w 1424119"/>
              <a:gd name="connsiteY1" fmla="*/ 23157 h 1771430"/>
              <a:gd name="connsiteX2" fmla="*/ 1061765 w 1424119"/>
              <a:gd name="connsiteY2" fmla="*/ 32682 h 1771430"/>
              <a:gd name="connsiteX3" fmla="*/ 1277665 w 1424119"/>
              <a:gd name="connsiteY3" fmla="*/ 32682 h 1771430"/>
              <a:gd name="connsiteX4" fmla="*/ 1341165 w 1424119"/>
              <a:gd name="connsiteY4" fmla="*/ 70782 h 1771430"/>
              <a:gd name="connsiteX5" fmla="*/ 1382440 w 1424119"/>
              <a:gd name="connsiteY5" fmla="*/ 302557 h 1771430"/>
              <a:gd name="connsiteX6" fmla="*/ 1398315 w 1424119"/>
              <a:gd name="connsiteY6" fmla="*/ 458132 h 1771430"/>
              <a:gd name="connsiteX7" fmla="*/ 1407840 w 1424119"/>
              <a:gd name="connsiteY7" fmla="*/ 626407 h 1771430"/>
              <a:gd name="connsiteX8" fmla="*/ 1372915 w 1424119"/>
              <a:gd name="connsiteY8" fmla="*/ 696257 h 1771430"/>
              <a:gd name="connsiteX9" fmla="*/ 1306240 w 1424119"/>
              <a:gd name="connsiteY9" fmla="*/ 635932 h 1771430"/>
              <a:gd name="connsiteX10" fmla="*/ 1232157 w 1424119"/>
              <a:gd name="connsiteY10" fmla="*/ 649690 h 1771430"/>
              <a:gd name="connsiteX11" fmla="*/ 1207815 w 1424119"/>
              <a:gd name="connsiteY11" fmla="*/ 721657 h 1771430"/>
              <a:gd name="connsiteX12" fmla="*/ 1210990 w 1424119"/>
              <a:gd name="connsiteY12" fmla="*/ 839132 h 1771430"/>
              <a:gd name="connsiteX13" fmla="*/ 1244857 w 1424119"/>
              <a:gd name="connsiteY13" fmla="*/ 940732 h 1771430"/>
              <a:gd name="connsiteX14" fmla="*/ 1334815 w 1424119"/>
              <a:gd name="connsiteY14" fmla="*/ 947082 h 1771430"/>
              <a:gd name="connsiteX15" fmla="*/ 1407840 w 1424119"/>
              <a:gd name="connsiteY15" fmla="*/ 886757 h 1771430"/>
              <a:gd name="connsiteX16" fmla="*/ 1423715 w 1424119"/>
              <a:gd name="connsiteY16" fmla="*/ 1055032 h 1771430"/>
              <a:gd name="connsiteX17" fmla="*/ 1398315 w 1424119"/>
              <a:gd name="connsiteY17" fmla="*/ 1337607 h 1771430"/>
              <a:gd name="connsiteX18" fmla="*/ 1341165 w 1424119"/>
              <a:gd name="connsiteY18" fmla="*/ 1493182 h 1771430"/>
              <a:gd name="connsiteX19" fmla="*/ 1268140 w 1424119"/>
              <a:gd name="connsiteY19" fmla="*/ 1470957 h 1771430"/>
              <a:gd name="connsiteX20" fmla="*/ 1080815 w 1424119"/>
              <a:gd name="connsiteY20" fmla="*/ 1439207 h 1771430"/>
              <a:gd name="connsiteX21" fmla="*/ 956990 w 1424119"/>
              <a:gd name="connsiteY21" fmla="*/ 1451907 h 1771430"/>
              <a:gd name="connsiteX22" fmla="*/ 941115 w 1424119"/>
              <a:gd name="connsiteY22" fmla="*/ 1528107 h 1771430"/>
              <a:gd name="connsiteX23" fmla="*/ 1007790 w 1424119"/>
              <a:gd name="connsiteY23" fmla="*/ 1632882 h 1771430"/>
              <a:gd name="connsiteX24" fmla="*/ 1007790 w 1424119"/>
              <a:gd name="connsiteY24" fmla="*/ 1683682 h 1771430"/>
              <a:gd name="connsiteX25" fmla="*/ 972865 w 1424119"/>
              <a:gd name="connsiteY25" fmla="*/ 1737657 h 1771430"/>
              <a:gd name="connsiteX26" fmla="*/ 849040 w 1424119"/>
              <a:gd name="connsiteY26" fmla="*/ 1769407 h 1771430"/>
              <a:gd name="connsiteX27" fmla="*/ 674415 w 1424119"/>
              <a:gd name="connsiteY27" fmla="*/ 1750357 h 1771430"/>
              <a:gd name="connsiteX28" fmla="*/ 614090 w 1424119"/>
              <a:gd name="connsiteY28" fmla="*/ 1607482 h 1771430"/>
              <a:gd name="connsiteX29" fmla="*/ 652190 w 1424119"/>
              <a:gd name="connsiteY29" fmla="*/ 1556682 h 1771430"/>
              <a:gd name="connsiteX30" fmla="*/ 709340 w 1424119"/>
              <a:gd name="connsiteY30" fmla="*/ 1486832 h 1771430"/>
              <a:gd name="connsiteX31" fmla="*/ 620440 w 1424119"/>
              <a:gd name="connsiteY31" fmla="*/ 1451907 h 1771430"/>
              <a:gd name="connsiteX32" fmla="*/ 337865 w 1424119"/>
              <a:gd name="connsiteY32" fmla="*/ 1461432 h 1771430"/>
              <a:gd name="connsiteX33" fmla="*/ 223565 w 1424119"/>
              <a:gd name="connsiteY33" fmla="*/ 1458257 h 1771430"/>
              <a:gd name="connsiteX34" fmla="*/ 147365 w 1424119"/>
              <a:gd name="connsiteY34" fmla="*/ 1474132 h 1771430"/>
              <a:gd name="connsiteX35" fmla="*/ 185465 w 1424119"/>
              <a:gd name="connsiteY35" fmla="*/ 1404282 h 1771430"/>
              <a:gd name="connsiteX36" fmla="*/ 226740 w 1424119"/>
              <a:gd name="connsiteY36" fmla="*/ 1223307 h 1771430"/>
              <a:gd name="connsiteX37" fmla="*/ 274365 w 1424119"/>
              <a:gd name="connsiteY37" fmla="*/ 1004232 h 1771430"/>
              <a:gd name="connsiteX38" fmla="*/ 261665 w 1424119"/>
              <a:gd name="connsiteY38" fmla="*/ 908982 h 1771430"/>
              <a:gd name="connsiteX39" fmla="*/ 188640 w 1424119"/>
              <a:gd name="connsiteY39" fmla="*/ 953432 h 1771430"/>
              <a:gd name="connsiteX40" fmla="*/ 106090 w 1424119"/>
              <a:gd name="connsiteY40" fmla="*/ 985182 h 1771430"/>
              <a:gd name="connsiteX41" fmla="*/ 17190 w 1424119"/>
              <a:gd name="connsiteY41" fmla="*/ 912157 h 1771430"/>
              <a:gd name="connsiteX42" fmla="*/ 1315 w 1424119"/>
              <a:gd name="connsiteY42" fmla="*/ 794682 h 1771430"/>
              <a:gd name="connsiteX43" fmla="*/ 36240 w 1424119"/>
              <a:gd name="connsiteY43" fmla="*/ 689907 h 1771430"/>
              <a:gd name="connsiteX44" fmla="*/ 96565 w 1424119"/>
              <a:gd name="connsiteY44" fmla="*/ 648632 h 1771430"/>
              <a:gd name="connsiteX45" fmla="*/ 194990 w 1424119"/>
              <a:gd name="connsiteY45" fmla="*/ 693082 h 1771430"/>
              <a:gd name="connsiteX46" fmla="*/ 271190 w 1424119"/>
              <a:gd name="connsiteY46" fmla="*/ 724832 h 1771430"/>
              <a:gd name="connsiteX47" fmla="*/ 280715 w 1424119"/>
              <a:gd name="connsiteY47" fmla="*/ 635932 h 1771430"/>
              <a:gd name="connsiteX48" fmla="*/ 271190 w 1424119"/>
              <a:gd name="connsiteY48" fmla="*/ 410507 h 1771430"/>
              <a:gd name="connsiteX49" fmla="*/ 242615 w 1424119"/>
              <a:gd name="connsiteY49" fmla="*/ 216832 h 1771430"/>
              <a:gd name="connsiteX50" fmla="*/ 221448 w 1424119"/>
              <a:gd name="connsiteY50" fmla="*/ 100415 h 1771430"/>
              <a:gd name="connsiteX51" fmla="*/ 163240 w 1424119"/>
              <a:gd name="connsiteY51" fmla="*/ 19982 h 1771430"/>
              <a:gd name="connsiteX0" fmla="*/ 163240 w 1424119"/>
              <a:gd name="connsiteY0" fmla="*/ 4463 h 1755911"/>
              <a:gd name="connsiteX1" fmla="*/ 351623 w 1424119"/>
              <a:gd name="connsiteY1" fmla="*/ 9754 h 1755911"/>
              <a:gd name="connsiteX2" fmla="*/ 1061765 w 1424119"/>
              <a:gd name="connsiteY2" fmla="*/ 17163 h 1755911"/>
              <a:gd name="connsiteX3" fmla="*/ 1277665 w 1424119"/>
              <a:gd name="connsiteY3" fmla="*/ 17163 h 1755911"/>
              <a:gd name="connsiteX4" fmla="*/ 1341165 w 1424119"/>
              <a:gd name="connsiteY4" fmla="*/ 55263 h 1755911"/>
              <a:gd name="connsiteX5" fmla="*/ 1382440 w 1424119"/>
              <a:gd name="connsiteY5" fmla="*/ 287038 h 1755911"/>
              <a:gd name="connsiteX6" fmla="*/ 1398315 w 1424119"/>
              <a:gd name="connsiteY6" fmla="*/ 442613 h 1755911"/>
              <a:gd name="connsiteX7" fmla="*/ 1407840 w 1424119"/>
              <a:gd name="connsiteY7" fmla="*/ 610888 h 1755911"/>
              <a:gd name="connsiteX8" fmla="*/ 1372915 w 1424119"/>
              <a:gd name="connsiteY8" fmla="*/ 680738 h 1755911"/>
              <a:gd name="connsiteX9" fmla="*/ 1306240 w 1424119"/>
              <a:gd name="connsiteY9" fmla="*/ 620413 h 1755911"/>
              <a:gd name="connsiteX10" fmla="*/ 1232157 w 1424119"/>
              <a:gd name="connsiteY10" fmla="*/ 634171 h 1755911"/>
              <a:gd name="connsiteX11" fmla="*/ 1207815 w 1424119"/>
              <a:gd name="connsiteY11" fmla="*/ 706138 h 1755911"/>
              <a:gd name="connsiteX12" fmla="*/ 1210990 w 1424119"/>
              <a:gd name="connsiteY12" fmla="*/ 823613 h 1755911"/>
              <a:gd name="connsiteX13" fmla="*/ 1244857 w 1424119"/>
              <a:gd name="connsiteY13" fmla="*/ 925213 h 1755911"/>
              <a:gd name="connsiteX14" fmla="*/ 1334815 w 1424119"/>
              <a:gd name="connsiteY14" fmla="*/ 931563 h 1755911"/>
              <a:gd name="connsiteX15" fmla="*/ 1407840 w 1424119"/>
              <a:gd name="connsiteY15" fmla="*/ 871238 h 1755911"/>
              <a:gd name="connsiteX16" fmla="*/ 1423715 w 1424119"/>
              <a:gd name="connsiteY16" fmla="*/ 1039513 h 1755911"/>
              <a:gd name="connsiteX17" fmla="*/ 1398315 w 1424119"/>
              <a:gd name="connsiteY17" fmla="*/ 1322088 h 1755911"/>
              <a:gd name="connsiteX18" fmla="*/ 1341165 w 1424119"/>
              <a:gd name="connsiteY18" fmla="*/ 1477663 h 1755911"/>
              <a:gd name="connsiteX19" fmla="*/ 1268140 w 1424119"/>
              <a:gd name="connsiteY19" fmla="*/ 1455438 h 1755911"/>
              <a:gd name="connsiteX20" fmla="*/ 1080815 w 1424119"/>
              <a:gd name="connsiteY20" fmla="*/ 1423688 h 1755911"/>
              <a:gd name="connsiteX21" fmla="*/ 956990 w 1424119"/>
              <a:gd name="connsiteY21" fmla="*/ 1436388 h 1755911"/>
              <a:gd name="connsiteX22" fmla="*/ 941115 w 1424119"/>
              <a:gd name="connsiteY22" fmla="*/ 1512588 h 1755911"/>
              <a:gd name="connsiteX23" fmla="*/ 1007790 w 1424119"/>
              <a:gd name="connsiteY23" fmla="*/ 1617363 h 1755911"/>
              <a:gd name="connsiteX24" fmla="*/ 1007790 w 1424119"/>
              <a:gd name="connsiteY24" fmla="*/ 1668163 h 1755911"/>
              <a:gd name="connsiteX25" fmla="*/ 972865 w 1424119"/>
              <a:gd name="connsiteY25" fmla="*/ 1722138 h 1755911"/>
              <a:gd name="connsiteX26" fmla="*/ 849040 w 1424119"/>
              <a:gd name="connsiteY26" fmla="*/ 1753888 h 1755911"/>
              <a:gd name="connsiteX27" fmla="*/ 674415 w 1424119"/>
              <a:gd name="connsiteY27" fmla="*/ 1734838 h 1755911"/>
              <a:gd name="connsiteX28" fmla="*/ 614090 w 1424119"/>
              <a:gd name="connsiteY28" fmla="*/ 1591963 h 1755911"/>
              <a:gd name="connsiteX29" fmla="*/ 652190 w 1424119"/>
              <a:gd name="connsiteY29" fmla="*/ 1541163 h 1755911"/>
              <a:gd name="connsiteX30" fmla="*/ 709340 w 1424119"/>
              <a:gd name="connsiteY30" fmla="*/ 1471313 h 1755911"/>
              <a:gd name="connsiteX31" fmla="*/ 620440 w 1424119"/>
              <a:gd name="connsiteY31" fmla="*/ 1436388 h 1755911"/>
              <a:gd name="connsiteX32" fmla="*/ 337865 w 1424119"/>
              <a:gd name="connsiteY32" fmla="*/ 1445913 h 1755911"/>
              <a:gd name="connsiteX33" fmla="*/ 223565 w 1424119"/>
              <a:gd name="connsiteY33" fmla="*/ 1442738 h 1755911"/>
              <a:gd name="connsiteX34" fmla="*/ 147365 w 1424119"/>
              <a:gd name="connsiteY34" fmla="*/ 1458613 h 1755911"/>
              <a:gd name="connsiteX35" fmla="*/ 185465 w 1424119"/>
              <a:gd name="connsiteY35" fmla="*/ 1388763 h 1755911"/>
              <a:gd name="connsiteX36" fmla="*/ 226740 w 1424119"/>
              <a:gd name="connsiteY36" fmla="*/ 1207788 h 1755911"/>
              <a:gd name="connsiteX37" fmla="*/ 274365 w 1424119"/>
              <a:gd name="connsiteY37" fmla="*/ 988713 h 1755911"/>
              <a:gd name="connsiteX38" fmla="*/ 261665 w 1424119"/>
              <a:gd name="connsiteY38" fmla="*/ 893463 h 1755911"/>
              <a:gd name="connsiteX39" fmla="*/ 188640 w 1424119"/>
              <a:gd name="connsiteY39" fmla="*/ 937913 h 1755911"/>
              <a:gd name="connsiteX40" fmla="*/ 106090 w 1424119"/>
              <a:gd name="connsiteY40" fmla="*/ 969663 h 1755911"/>
              <a:gd name="connsiteX41" fmla="*/ 17190 w 1424119"/>
              <a:gd name="connsiteY41" fmla="*/ 896638 h 1755911"/>
              <a:gd name="connsiteX42" fmla="*/ 1315 w 1424119"/>
              <a:gd name="connsiteY42" fmla="*/ 779163 h 1755911"/>
              <a:gd name="connsiteX43" fmla="*/ 36240 w 1424119"/>
              <a:gd name="connsiteY43" fmla="*/ 674388 h 1755911"/>
              <a:gd name="connsiteX44" fmla="*/ 96565 w 1424119"/>
              <a:gd name="connsiteY44" fmla="*/ 633113 h 1755911"/>
              <a:gd name="connsiteX45" fmla="*/ 194990 w 1424119"/>
              <a:gd name="connsiteY45" fmla="*/ 677563 h 1755911"/>
              <a:gd name="connsiteX46" fmla="*/ 271190 w 1424119"/>
              <a:gd name="connsiteY46" fmla="*/ 709313 h 1755911"/>
              <a:gd name="connsiteX47" fmla="*/ 280715 w 1424119"/>
              <a:gd name="connsiteY47" fmla="*/ 620413 h 1755911"/>
              <a:gd name="connsiteX48" fmla="*/ 271190 w 1424119"/>
              <a:gd name="connsiteY48" fmla="*/ 394988 h 1755911"/>
              <a:gd name="connsiteX49" fmla="*/ 242615 w 1424119"/>
              <a:gd name="connsiteY49" fmla="*/ 201313 h 1755911"/>
              <a:gd name="connsiteX50" fmla="*/ 221448 w 1424119"/>
              <a:gd name="connsiteY50" fmla="*/ 84896 h 1755911"/>
              <a:gd name="connsiteX51" fmla="*/ 163240 w 1424119"/>
              <a:gd name="connsiteY51" fmla="*/ 4463 h 1755911"/>
              <a:gd name="connsiteX0" fmla="*/ 163240 w 1424119"/>
              <a:gd name="connsiteY0" fmla="*/ 5617 h 1757065"/>
              <a:gd name="connsiteX1" fmla="*/ 374906 w 1424119"/>
              <a:gd name="connsiteY1" fmla="*/ 6675 h 1757065"/>
              <a:gd name="connsiteX2" fmla="*/ 1061765 w 1424119"/>
              <a:gd name="connsiteY2" fmla="*/ 18317 h 1757065"/>
              <a:gd name="connsiteX3" fmla="*/ 1277665 w 1424119"/>
              <a:gd name="connsiteY3" fmla="*/ 18317 h 1757065"/>
              <a:gd name="connsiteX4" fmla="*/ 1341165 w 1424119"/>
              <a:gd name="connsiteY4" fmla="*/ 56417 h 1757065"/>
              <a:gd name="connsiteX5" fmla="*/ 1382440 w 1424119"/>
              <a:gd name="connsiteY5" fmla="*/ 288192 h 1757065"/>
              <a:gd name="connsiteX6" fmla="*/ 1398315 w 1424119"/>
              <a:gd name="connsiteY6" fmla="*/ 443767 h 1757065"/>
              <a:gd name="connsiteX7" fmla="*/ 1407840 w 1424119"/>
              <a:gd name="connsiteY7" fmla="*/ 612042 h 1757065"/>
              <a:gd name="connsiteX8" fmla="*/ 1372915 w 1424119"/>
              <a:gd name="connsiteY8" fmla="*/ 681892 h 1757065"/>
              <a:gd name="connsiteX9" fmla="*/ 1306240 w 1424119"/>
              <a:gd name="connsiteY9" fmla="*/ 621567 h 1757065"/>
              <a:gd name="connsiteX10" fmla="*/ 1232157 w 1424119"/>
              <a:gd name="connsiteY10" fmla="*/ 635325 h 1757065"/>
              <a:gd name="connsiteX11" fmla="*/ 1207815 w 1424119"/>
              <a:gd name="connsiteY11" fmla="*/ 707292 h 1757065"/>
              <a:gd name="connsiteX12" fmla="*/ 1210990 w 1424119"/>
              <a:gd name="connsiteY12" fmla="*/ 824767 h 1757065"/>
              <a:gd name="connsiteX13" fmla="*/ 1244857 w 1424119"/>
              <a:gd name="connsiteY13" fmla="*/ 926367 h 1757065"/>
              <a:gd name="connsiteX14" fmla="*/ 1334815 w 1424119"/>
              <a:gd name="connsiteY14" fmla="*/ 932717 h 1757065"/>
              <a:gd name="connsiteX15" fmla="*/ 1407840 w 1424119"/>
              <a:gd name="connsiteY15" fmla="*/ 872392 h 1757065"/>
              <a:gd name="connsiteX16" fmla="*/ 1423715 w 1424119"/>
              <a:gd name="connsiteY16" fmla="*/ 1040667 h 1757065"/>
              <a:gd name="connsiteX17" fmla="*/ 1398315 w 1424119"/>
              <a:gd name="connsiteY17" fmla="*/ 1323242 h 1757065"/>
              <a:gd name="connsiteX18" fmla="*/ 1341165 w 1424119"/>
              <a:gd name="connsiteY18" fmla="*/ 1478817 h 1757065"/>
              <a:gd name="connsiteX19" fmla="*/ 1268140 w 1424119"/>
              <a:gd name="connsiteY19" fmla="*/ 1456592 h 1757065"/>
              <a:gd name="connsiteX20" fmla="*/ 1080815 w 1424119"/>
              <a:gd name="connsiteY20" fmla="*/ 1424842 h 1757065"/>
              <a:gd name="connsiteX21" fmla="*/ 956990 w 1424119"/>
              <a:gd name="connsiteY21" fmla="*/ 1437542 h 1757065"/>
              <a:gd name="connsiteX22" fmla="*/ 941115 w 1424119"/>
              <a:gd name="connsiteY22" fmla="*/ 1513742 h 1757065"/>
              <a:gd name="connsiteX23" fmla="*/ 1007790 w 1424119"/>
              <a:gd name="connsiteY23" fmla="*/ 1618517 h 1757065"/>
              <a:gd name="connsiteX24" fmla="*/ 1007790 w 1424119"/>
              <a:gd name="connsiteY24" fmla="*/ 1669317 h 1757065"/>
              <a:gd name="connsiteX25" fmla="*/ 972865 w 1424119"/>
              <a:gd name="connsiteY25" fmla="*/ 1723292 h 1757065"/>
              <a:gd name="connsiteX26" fmla="*/ 849040 w 1424119"/>
              <a:gd name="connsiteY26" fmla="*/ 1755042 h 1757065"/>
              <a:gd name="connsiteX27" fmla="*/ 674415 w 1424119"/>
              <a:gd name="connsiteY27" fmla="*/ 1735992 h 1757065"/>
              <a:gd name="connsiteX28" fmla="*/ 614090 w 1424119"/>
              <a:gd name="connsiteY28" fmla="*/ 1593117 h 1757065"/>
              <a:gd name="connsiteX29" fmla="*/ 652190 w 1424119"/>
              <a:gd name="connsiteY29" fmla="*/ 1542317 h 1757065"/>
              <a:gd name="connsiteX30" fmla="*/ 709340 w 1424119"/>
              <a:gd name="connsiteY30" fmla="*/ 1472467 h 1757065"/>
              <a:gd name="connsiteX31" fmla="*/ 620440 w 1424119"/>
              <a:gd name="connsiteY31" fmla="*/ 1437542 h 1757065"/>
              <a:gd name="connsiteX32" fmla="*/ 337865 w 1424119"/>
              <a:gd name="connsiteY32" fmla="*/ 1447067 h 1757065"/>
              <a:gd name="connsiteX33" fmla="*/ 223565 w 1424119"/>
              <a:gd name="connsiteY33" fmla="*/ 1443892 h 1757065"/>
              <a:gd name="connsiteX34" fmla="*/ 147365 w 1424119"/>
              <a:gd name="connsiteY34" fmla="*/ 1459767 h 1757065"/>
              <a:gd name="connsiteX35" fmla="*/ 185465 w 1424119"/>
              <a:gd name="connsiteY35" fmla="*/ 1389917 h 1757065"/>
              <a:gd name="connsiteX36" fmla="*/ 226740 w 1424119"/>
              <a:gd name="connsiteY36" fmla="*/ 1208942 h 1757065"/>
              <a:gd name="connsiteX37" fmla="*/ 274365 w 1424119"/>
              <a:gd name="connsiteY37" fmla="*/ 989867 h 1757065"/>
              <a:gd name="connsiteX38" fmla="*/ 261665 w 1424119"/>
              <a:gd name="connsiteY38" fmla="*/ 894617 h 1757065"/>
              <a:gd name="connsiteX39" fmla="*/ 188640 w 1424119"/>
              <a:gd name="connsiteY39" fmla="*/ 939067 h 1757065"/>
              <a:gd name="connsiteX40" fmla="*/ 106090 w 1424119"/>
              <a:gd name="connsiteY40" fmla="*/ 970817 h 1757065"/>
              <a:gd name="connsiteX41" fmla="*/ 17190 w 1424119"/>
              <a:gd name="connsiteY41" fmla="*/ 897792 h 1757065"/>
              <a:gd name="connsiteX42" fmla="*/ 1315 w 1424119"/>
              <a:gd name="connsiteY42" fmla="*/ 780317 h 1757065"/>
              <a:gd name="connsiteX43" fmla="*/ 36240 w 1424119"/>
              <a:gd name="connsiteY43" fmla="*/ 675542 h 1757065"/>
              <a:gd name="connsiteX44" fmla="*/ 96565 w 1424119"/>
              <a:gd name="connsiteY44" fmla="*/ 634267 h 1757065"/>
              <a:gd name="connsiteX45" fmla="*/ 194990 w 1424119"/>
              <a:gd name="connsiteY45" fmla="*/ 678717 h 1757065"/>
              <a:gd name="connsiteX46" fmla="*/ 271190 w 1424119"/>
              <a:gd name="connsiteY46" fmla="*/ 710467 h 1757065"/>
              <a:gd name="connsiteX47" fmla="*/ 280715 w 1424119"/>
              <a:gd name="connsiteY47" fmla="*/ 621567 h 1757065"/>
              <a:gd name="connsiteX48" fmla="*/ 271190 w 1424119"/>
              <a:gd name="connsiteY48" fmla="*/ 396142 h 1757065"/>
              <a:gd name="connsiteX49" fmla="*/ 242615 w 1424119"/>
              <a:gd name="connsiteY49" fmla="*/ 202467 h 1757065"/>
              <a:gd name="connsiteX50" fmla="*/ 221448 w 1424119"/>
              <a:gd name="connsiteY50" fmla="*/ 86050 h 1757065"/>
              <a:gd name="connsiteX51" fmla="*/ 163240 w 1424119"/>
              <a:gd name="connsiteY51" fmla="*/ 5617 h 1757065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21448 w 1424119"/>
              <a:gd name="connsiteY50" fmla="*/ 88322 h 1757221"/>
              <a:gd name="connsiteX51" fmla="*/ 163240 w 1424119"/>
              <a:gd name="connsiteY51" fmla="*/ 5773 h 1757221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10865 w 1424119"/>
              <a:gd name="connsiteY50" fmla="*/ 88322 h 1757221"/>
              <a:gd name="connsiteX51" fmla="*/ 163240 w 1424119"/>
              <a:gd name="connsiteY51" fmla="*/ 5773 h 1757221"/>
              <a:gd name="connsiteX0" fmla="*/ 163240 w 1424119"/>
              <a:gd name="connsiteY0" fmla="*/ 5773 h 1757221"/>
              <a:gd name="connsiteX1" fmla="*/ 374906 w 1424119"/>
              <a:gd name="connsiteY1" fmla="*/ 6831 h 1757221"/>
              <a:gd name="connsiteX2" fmla="*/ 1061765 w 1424119"/>
              <a:gd name="connsiteY2" fmla="*/ 18473 h 1757221"/>
              <a:gd name="connsiteX3" fmla="*/ 1277665 w 1424119"/>
              <a:gd name="connsiteY3" fmla="*/ 18473 h 1757221"/>
              <a:gd name="connsiteX4" fmla="*/ 1341165 w 1424119"/>
              <a:gd name="connsiteY4" fmla="*/ 56573 h 1757221"/>
              <a:gd name="connsiteX5" fmla="*/ 1382440 w 1424119"/>
              <a:gd name="connsiteY5" fmla="*/ 288348 h 1757221"/>
              <a:gd name="connsiteX6" fmla="*/ 1398315 w 1424119"/>
              <a:gd name="connsiteY6" fmla="*/ 443923 h 1757221"/>
              <a:gd name="connsiteX7" fmla="*/ 1407840 w 1424119"/>
              <a:gd name="connsiteY7" fmla="*/ 612198 h 1757221"/>
              <a:gd name="connsiteX8" fmla="*/ 1372915 w 1424119"/>
              <a:gd name="connsiteY8" fmla="*/ 682048 h 1757221"/>
              <a:gd name="connsiteX9" fmla="*/ 1306240 w 1424119"/>
              <a:gd name="connsiteY9" fmla="*/ 621723 h 1757221"/>
              <a:gd name="connsiteX10" fmla="*/ 1232157 w 1424119"/>
              <a:gd name="connsiteY10" fmla="*/ 635481 h 1757221"/>
              <a:gd name="connsiteX11" fmla="*/ 1207815 w 1424119"/>
              <a:gd name="connsiteY11" fmla="*/ 707448 h 1757221"/>
              <a:gd name="connsiteX12" fmla="*/ 1210990 w 1424119"/>
              <a:gd name="connsiteY12" fmla="*/ 824923 h 1757221"/>
              <a:gd name="connsiteX13" fmla="*/ 1244857 w 1424119"/>
              <a:gd name="connsiteY13" fmla="*/ 926523 h 1757221"/>
              <a:gd name="connsiteX14" fmla="*/ 1334815 w 1424119"/>
              <a:gd name="connsiteY14" fmla="*/ 932873 h 1757221"/>
              <a:gd name="connsiteX15" fmla="*/ 1407840 w 1424119"/>
              <a:gd name="connsiteY15" fmla="*/ 872548 h 1757221"/>
              <a:gd name="connsiteX16" fmla="*/ 1423715 w 1424119"/>
              <a:gd name="connsiteY16" fmla="*/ 1040823 h 1757221"/>
              <a:gd name="connsiteX17" fmla="*/ 1398315 w 1424119"/>
              <a:gd name="connsiteY17" fmla="*/ 1323398 h 1757221"/>
              <a:gd name="connsiteX18" fmla="*/ 1341165 w 1424119"/>
              <a:gd name="connsiteY18" fmla="*/ 1478973 h 1757221"/>
              <a:gd name="connsiteX19" fmla="*/ 1268140 w 1424119"/>
              <a:gd name="connsiteY19" fmla="*/ 1456748 h 1757221"/>
              <a:gd name="connsiteX20" fmla="*/ 1080815 w 1424119"/>
              <a:gd name="connsiteY20" fmla="*/ 1424998 h 1757221"/>
              <a:gd name="connsiteX21" fmla="*/ 956990 w 1424119"/>
              <a:gd name="connsiteY21" fmla="*/ 1437698 h 1757221"/>
              <a:gd name="connsiteX22" fmla="*/ 941115 w 1424119"/>
              <a:gd name="connsiteY22" fmla="*/ 1513898 h 1757221"/>
              <a:gd name="connsiteX23" fmla="*/ 1007790 w 1424119"/>
              <a:gd name="connsiteY23" fmla="*/ 1618673 h 1757221"/>
              <a:gd name="connsiteX24" fmla="*/ 1007790 w 1424119"/>
              <a:gd name="connsiteY24" fmla="*/ 1669473 h 1757221"/>
              <a:gd name="connsiteX25" fmla="*/ 972865 w 1424119"/>
              <a:gd name="connsiteY25" fmla="*/ 1723448 h 1757221"/>
              <a:gd name="connsiteX26" fmla="*/ 849040 w 1424119"/>
              <a:gd name="connsiteY26" fmla="*/ 1755198 h 1757221"/>
              <a:gd name="connsiteX27" fmla="*/ 674415 w 1424119"/>
              <a:gd name="connsiteY27" fmla="*/ 1736148 h 1757221"/>
              <a:gd name="connsiteX28" fmla="*/ 614090 w 1424119"/>
              <a:gd name="connsiteY28" fmla="*/ 1593273 h 1757221"/>
              <a:gd name="connsiteX29" fmla="*/ 652190 w 1424119"/>
              <a:gd name="connsiteY29" fmla="*/ 1542473 h 1757221"/>
              <a:gd name="connsiteX30" fmla="*/ 709340 w 1424119"/>
              <a:gd name="connsiteY30" fmla="*/ 1472623 h 1757221"/>
              <a:gd name="connsiteX31" fmla="*/ 620440 w 1424119"/>
              <a:gd name="connsiteY31" fmla="*/ 1437698 h 1757221"/>
              <a:gd name="connsiteX32" fmla="*/ 337865 w 1424119"/>
              <a:gd name="connsiteY32" fmla="*/ 1447223 h 1757221"/>
              <a:gd name="connsiteX33" fmla="*/ 223565 w 1424119"/>
              <a:gd name="connsiteY33" fmla="*/ 1444048 h 1757221"/>
              <a:gd name="connsiteX34" fmla="*/ 147365 w 1424119"/>
              <a:gd name="connsiteY34" fmla="*/ 1459923 h 1757221"/>
              <a:gd name="connsiteX35" fmla="*/ 185465 w 1424119"/>
              <a:gd name="connsiteY35" fmla="*/ 1390073 h 1757221"/>
              <a:gd name="connsiteX36" fmla="*/ 226740 w 1424119"/>
              <a:gd name="connsiteY36" fmla="*/ 1209098 h 1757221"/>
              <a:gd name="connsiteX37" fmla="*/ 274365 w 1424119"/>
              <a:gd name="connsiteY37" fmla="*/ 990023 h 1757221"/>
              <a:gd name="connsiteX38" fmla="*/ 261665 w 1424119"/>
              <a:gd name="connsiteY38" fmla="*/ 894773 h 1757221"/>
              <a:gd name="connsiteX39" fmla="*/ 188640 w 1424119"/>
              <a:gd name="connsiteY39" fmla="*/ 939223 h 1757221"/>
              <a:gd name="connsiteX40" fmla="*/ 106090 w 1424119"/>
              <a:gd name="connsiteY40" fmla="*/ 970973 h 1757221"/>
              <a:gd name="connsiteX41" fmla="*/ 17190 w 1424119"/>
              <a:gd name="connsiteY41" fmla="*/ 897948 h 1757221"/>
              <a:gd name="connsiteX42" fmla="*/ 1315 w 1424119"/>
              <a:gd name="connsiteY42" fmla="*/ 780473 h 1757221"/>
              <a:gd name="connsiteX43" fmla="*/ 36240 w 1424119"/>
              <a:gd name="connsiteY43" fmla="*/ 675698 h 1757221"/>
              <a:gd name="connsiteX44" fmla="*/ 96565 w 1424119"/>
              <a:gd name="connsiteY44" fmla="*/ 634423 h 1757221"/>
              <a:gd name="connsiteX45" fmla="*/ 194990 w 1424119"/>
              <a:gd name="connsiteY45" fmla="*/ 678873 h 1757221"/>
              <a:gd name="connsiteX46" fmla="*/ 271190 w 1424119"/>
              <a:gd name="connsiteY46" fmla="*/ 710623 h 1757221"/>
              <a:gd name="connsiteX47" fmla="*/ 280715 w 1424119"/>
              <a:gd name="connsiteY47" fmla="*/ 621723 h 1757221"/>
              <a:gd name="connsiteX48" fmla="*/ 271190 w 1424119"/>
              <a:gd name="connsiteY48" fmla="*/ 396298 h 1757221"/>
              <a:gd name="connsiteX49" fmla="*/ 242615 w 1424119"/>
              <a:gd name="connsiteY49" fmla="*/ 202623 h 1757221"/>
              <a:gd name="connsiteX50" fmla="*/ 210865 w 1424119"/>
              <a:gd name="connsiteY50" fmla="*/ 88322 h 1757221"/>
              <a:gd name="connsiteX51" fmla="*/ 163240 w 1424119"/>
              <a:gd name="connsiteY51" fmla="*/ 5773 h 1757221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8140 w 1424119"/>
              <a:gd name="connsiteY19" fmla="*/ 145414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4365 w 1424119"/>
              <a:gd name="connsiteY37" fmla="*/ 987418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61665 w 1424119"/>
              <a:gd name="connsiteY38" fmla="*/ 892168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6565 w 1424119"/>
              <a:gd name="connsiteY44" fmla="*/ 63181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56990 w 1424119"/>
              <a:gd name="connsiteY21" fmla="*/ 1435093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1165 w 1424119"/>
              <a:gd name="connsiteY18" fmla="*/ 1476368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7515 w 1424119"/>
              <a:gd name="connsiteY18" fmla="*/ 1465785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4340 w 1424119"/>
              <a:gd name="connsiteY18" fmla="*/ 1473722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1007790 w 1424119"/>
              <a:gd name="connsiteY23" fmla="*/ 1616068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616"/>
              <a:gd name="connsiteX1" fmla="*/ 374906 w 1424119"/>
              <a:gd name="connsiteY1" fmla="*/ 4226 h 1754616"/>
              <a:gd name="connsiteX2" fmla="*/ 1061765 w 1424119"/>
              <a:gd name="connsiteY2" fmla="*/ 15868 h 1754616"/>
              <a:gd name="connsiteX3" fmla="*/ 1277665 w 1424119"/>
              <a:gd name="connsiteY3" fmla="*/ 15868 h 1754616"/>
              <a:gd name="connsiteX4" fmla="*/ 1341165 w 1424119"/>
              <a:gd name="connsiteY4" fmla="*/ 53968 h 1754616"/>
              <a:gd name="connsiteX5" fmla="*/ 1382440 w 1424119"/>
              <a:gd name="connsiteY5" fmla="*/ 285743 h 1754616"/>
              <a:gd name="connsiteX6" fmla="*/ 1398315 w 1424119"/>
              <a:gd name="connsiteY6" fmla="*/ 441318 h 1754616"/>
              <a:gd name="connsiteX7" fmla="*/ 1407840 w 1424119"/>
              <a:gd name="connsiteY7" fmla="*/ 609593 h 1754616"/>
              <a:gd name="connsiteX8" fmla="*/ 1372915 w 1424119"/>
              <a:gd name="connsiteY8" fmla="*/ 679443 h 1754616"/>
              <a:gd name="connsiteX9" fmla="*/ 1306240 w 1424119"/>
              <a:gd name="connsiteY9" fmla="*/ 619118 h 1754616"/>
              <a:gd name="connsiteX10" fmla="*/ 1232157 w 1424119"/>
              <a:gd name="connsiteY10" fmla="*/ 632876 h 1754616"/>
              <a:gd name="connsiteX11" fmla="*/ 1207815 w 1424119"/>
              <a:gd name="connsiteY11" fmla="*/ 704843 h 1754616"/>
              <a:gd name="connsiteX12" fmla="*/ 1210990 w 1424119"/>
              <a:gd name="connsiteY12" fmla="*/ 822318 h 1754616"/>
              <a:gd name="connsiteX13" fmla="*/ 1244857 w 1424119"/>
              <a:gd name="connsiteY13" fmla="*/ 923918 h 1754616"/>
              <a:gd name="connsiteX14" fmla="*/ 1334815 w 1424119"/>
              <a:gd name="connsiteY14" fmla="*/ 930268 h 1754616"/>
              <a:gd name="connsiteX15" fmla="*/ 1407840 w 1424119"/>
              <a:gd name="connsiteY15" fmla="*/ 869943 h 1754616"/>
              <a:gd name="connsiteX16" fmla="*/ 1423715 w 1424119"/>
              <a:gd name="connsiteY16" fmla="*/ 1038218 h 1754616"/>
              <a:gd name="connsiteX17" fmla="*/ 1398315 w 1424119"/>
              <a:gd name="connsiteY17" fmla="*/ 1320793 h 1754616"/>
              <a:gd name="connsiteX18" fmla="*/ 1344340 w 1424119"/>
              <a:gd name="connsiteY18" fmla="*/ 1473722 h 1754616"/>
              <a:gd name="connsiteX19" fmla="*/ 1266024 w 1424119"/>
              <a:gd name="connsiteY19" fmla="*/ 1460493 h 1754616"/>
              <a:gd name="connsiteX20" fmla="*/ 1080815 w 1424119"/>
              <a:gd name="connsiteY20" fmla="*/ 1422393 h 1754616"/>
              <a:gd name="connsiteX21" fmla="*/ 965457 w 1424119"/>
              <a:gd name="connsiteY21" fmla="*/ 1437209 h 1754616"/>
              <a:gd name="connsiteX22" fmla="*/ 941115 w 1424119"/>
              <a:gd name="connsiteY22" fmla="*/ 1511293 h 1754616"/>
              <a:gd name="connsiteX23" fmla="*/ 996677 w 1424119"/>
              <a:gd name="connsiteY23" fmla="*/ 1614481 h 1754616"/>
              <a:gd name="connsiteX24" fmla="*/ 1007790 w 1424119"/>
              <a:gd name="connsiteY24" fmla="*/ 1666868 h 1754616"/>
              <a:gd name="connsiteX25" fmla="*/ 972865 w 1424119"/>
              <a:gd name="connsiteY25" fmla="*/ 1720843 h 1754616"/>
              <a:gd name="connsiteX26" fmla="*/ 849040 w 1424119"/>
              <a:gd name="connsiteY26" fmla="*/ 1752593 h 1754616"/>
              <a:gd name="connsiteX27" fmla="*/ 674415 w 1424119"/>
              <a:gd name="connsiteY27" fmla="*/ 1733543 h 1754616"/>
              <a:gd name="connsiteX28" fmla="*/ 614090 w 1424119"/>
              <a:gd name="connsiteY28" fmla="*/ 1590668 h 1754616"/>
              <a:gd name="connsiteX29" fmla="*/ 652190 w 1424119"/>
              <a:gd name="connsiteY29" fmla="*/ 1539868 h 1754616"/>
              <a:gd name="connsiteX30" fmla="*/ 709340 w 1424119"/>
              <a:gd name="connsiteY30" fmla="*/ 1470018 h 1754616"/>
              <a:gd name="connsiteX31" fmla="*/ 620440 w 1424119"/>
              <a:gd name="connsiteY31" fmla="*/ 1435093 h 1754616"/>
              <a:gd name="connsiteX32" fmla="*/ 337865 w 1424119"/>
              <a:gd name="connsiteY32" fmla="*/ 1444618 h 1754616"/>
              <a:gd name="connsiteX33" fmla="*/ 223565 w 1424119"/>
              <a:gd name="connsiteY33" fmla="*/ 1441443 h 1754616"/>
              <a:gd name="connsiteX34" fmla="*/ 147365 w 1424119"/>
              <a:gd name="connsiteY34" fmla="*/ 1457318 h 1754616"/>
              <a:gd name="connsiteX35" fmla="*/ 185465 w 1424119"/>
              <a:gd name="connsiteY35" fmla="*/ 1387468 h 1754616"/>
              <a:gd name="connsiteX36" fmla="*/ 226740 w 1424119"/>
              <a:gd name="connsiteY36" fmla="*/ 1206493 h 1754616"/>
              <a:gd name="connsiteX37" fmla="*/ 270131 w 1424119"/>
              <a:gd name="connsiteY37" fmla="*/ 985301 h 1754616"/>
              <a:gd name="connsiteX38" fmla="*/ 255315 w 1424119"/>
              <a:gd name="connsiteY38" fmla="*/ 894285 h 1754616"/>
              <a:gd name="connsiteX39" fmla="*/ 188640 w 1424119"/>
              <a:gd name="connsiteY39" fmla="*/ 936618 h 1754616"/>
              <a:gd name="connsiteX40" fmla="*/ 106090 w 1424119"/>
              <a:gd name="connsiteY40" fmla="*/ 968368 h 1754616"/>
              <a:gd name="connsiteX41" fmla="*/ 17190 w 1424119"/>
              <a:gd name="connsiteY41" fmla="*/ 895343 h 1754616"/>
              <a:gd name="connsiteX42" fmla="*/ 1315 w 1424119"/>
              <a:gd name="connsiteY42" fmla="*/ 777868 h 1754616"/>
              <a:gd name="connsiteX43" fmla="*/ 36240 w 1424119"/>
              <a:gd name="connsiteY43" fmla="*/ 673093 h 1754616"/>
              <a:gd name="connsiteX44" fmla="*/ 98682 w 1424119"/>
              <a:gd name="connsiteY44" fmla="*/ 638168 h 1754616"/>
              <a:gd name="connsiteX45" fmla="*/ 194990 w 1424119"/>
              <a:gd name="connsiteY45" fmla="*/ 676268 h 1754616"/>
              <a:gd name="connsiteX46" fmla="*/ 271190 w 1424119"/>
              <a:gd name="connsiteY46" fmla="*/ 708018 h 1754616"/>
              <a:gd name="connsiteX47" fmla="*/ 280715 w 1424119"/>
              <a:gd name="connsiteY47" fmla="*/ 619118 h 1754616"/>
              <a:gd name="connsiteX48" fmla="*/ 271190 w 1424119"/>
              <a:gd name="connsiteY48" fmla="*/ 393693 h 1754616"/>
              <a:gd name="connsiteX49" fmla="*/ 242615 w 1424119"/>
              <a:gd name="connsiteY49" fmla="*/ 200018 h 1754616"/>
              <a:gd name="connsiteX50" fmla="*/ 210865 w 1424119"/>
              <a:gd name="connsiteY50" fmla="*/ 85717 h 1754616"/>
              <a:gd name="connsiteX51" fmla="*/ 180173 w 1424119"/>
              <a:gd name="connsiteY51" fmla="*/ 7401 h 1754616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9340 w 1424119"/>
              <a:gd name="connsiteY30" fmla="*/ 1470018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9340 w 1424119"/>
              <a:gd name="connsiteY30" fmla="*/ 1470018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20440 w 1424119"/>
              <a:gd name="connsiteY31" fmla="*/ 1435093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3565 w 1424119"/>
              <a:gd name="connsiteY33" fmla="*/ 1441443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9915 w 1424119"/>
              <a:gd name="connsiteY33" fmla="*/ 1446205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  <a:gd name="connsiteX0" fmla="*/ 180173 w 1424119"/>
              <a:gd name="connsiteY0" fmla="*/ 7401 h 1754485"/>
              <a:gd name="connsiteX1" fmla="*/ 374906 w 1424119"/>
              <a:gd name="connsiteY1" fmla="*/ 4226 h 1754485"/>
              <a:gd name="connsiteX2" fmla="*/ 1061765 w 1424119"/>
              <a:gd name="connsiteY2" fmla="*/ 15868 h 1754485"/>
              <a:gd name="connsiteX3" fmla="*/ 1277665 w 1424119"/>
              <a:gd name="connsiteY3" fmla="*/ 15868 h 1754485"/>
              <a:gd name="connsiteX4" fmla="*/ 1341165 w 1424119"/>
              <a:gd name="connsiteY4" fmla="*/ 53968 h 1754485"/>
              <a:gd name="connsiteX5" fmla="*/ 1382440 w 1424119"/>
              <a:gd name="connsiteY5" fmla="*/ 285743 h 1754485"/>
              <a:gd name="connsiteX6" fmla="*/ 1398315 w 1424119"/>
              <a:gd name="connsiteY6" fmla="*/ 441318 h 1754485"/>
              <a:gd name="connsiteX7" fmla="*/ 1407840 w 1424119"/>
              <a:gd name="connsiteY7" fmla="*/ 609593 h 1754485"/>
              <a:gd name="connsiteX8" fmla="*/ 1372915 w 1424119"/>
              <a:gd name="connsiteY8" fmla="*/ 679443 h 1754485"/>
              <a:gd name="connsiteX9" fmla="*/ 1306240 w 1424119"/>
              <a:gd name="connsiteY9" fmla="*/ 619118 h 1754485"/>
              <a:gd name="connsiteX10" fmla="*/ 1232157 w 1424119"/>
              <a:gd name="connsiteY10" fmla="*/ 632876 h 1754485"/>
              <a:gd name="connsiteX11" fmla="*/ 1207815 w 1424119"/>
              <a:gd name="connsiteY11" fmla="*/ 704843 h 1754485"/>
              <a:gd name="connsiteX12" fmla="*/ 1210990 w 1424119"/>
              <a:gd name="connsiteY12" fmla="*/ 822318 h 1754485"/>
              <a:gd name="connsiteX13" fmla="*/ 1244857 w 1424119"/>
              <a:gd name="connsiteY13" fmla="*/ 923918 h 1754485"/>
              <a:gd name="connsiteX14" fmla="*/ 1334815 w 1424119"/>
              <a:gd name="connsiteY14" fmla="*/ 930268 h 1754485"/>
              <a:gd name="connsiteX15" fmla="*/ 1407840 w 1424119"/>
              <a:gd name="connsiteY15" fmla="*/ 869943 h 1754485"/>
              <a:gd name="connsiteX16" fmla="*/ 1423715 w 1424119"/>
              <a:gd name="connsiteY16" fmla="*/ 1038218 h 1754485"/>
              <a:gd name="connsiteX17" fmla="*/ 1398315 w 1424119"/>
              <a:gd name="connsiteY17" fmla="*/ 1320793 h 1754485"/>
              <a:gd name="connsiteX18" fmla="*/ 1344340 w 1424119"/>
              <a:gd name="connsiteY18" fmla="*/ 1473722 h 1754485"/>
              <a:gd name="connsiteX19" fmla="*/ 1266024 w 1424119"/>
              <a:gd name="connsiteY19" fmla="*/ 1460493 h 1754485"/>
              <a:gd name="connsiteX20" fmla="*/ 1080815 w 1424119"/>
              <a:gd name="connsiteY20" fmla="*/ 1422393 h 1754485"/>
              <a:gd name="connsiteX21" fmla="*/ 965457 w 1424119"/>
              <a:gd name="connsiteY21" fmla="*/ 1437209 h 1754485"/>
              <a:gd name="connsiteX22" fmla="*/ 941115 w 1424119"/>
              <a:gd name="connsiteY22" fmla="*/ 1511293 h 1754485"/>
              <a:gd name="connsiteX23" fmla="*/ 996677 w 1424119"/>
              <a:gd name="connsiteY23" fmla="*/ 1614481 h 1754485"/>
              <a:gd name="connsiteX24" fmla="*/ 1007790 w 1424119"/>
              <a:gd name="connsiteY24" fmla="*/ 1666868 h 1754485"/>
              <a:gd name="connsiteX25" fmla="*/ 972865 w 1424119"/>
              <a:gd name="connsiteY25" fmla="*/ 1720843 h 1754485"/>
              <a:gd name="connsiteX26" fmla="*/ 849040 w 1424119"/>
              <a:gd name="connsiteY26" fmla="*/ 1752593 h 1754485"/>
              <a:gd name="connsiteX27" fmla="*/ 674415 w 1424119"/>
              <a:gd name="connsiteY27" fmla="*/ 1733543 h 1754485"/>
              <a:gd name="connsiteX28" fmla="*/ 618853 w 1424119"/>
              <a:gd name="connsiteY28" fmla="*/ 1593843 h 1754485"/>
              <a:gd name="connsiteX29" fmla="*/ 652190 w 1424119"/>
              <a:gd name="connsiteY29" fmla="*/ 1539868 h 1754485"/>
              <a:gd name="connsiteX30" fmla="*/ 704578 w 1424119"/>
              <a:gd name="connsiteY30" fmla="*/ 1473193 h 1754485"/>
              <a:gd name="connsiteX31" fmla="*/ 618853 w 1424119"/>
              <a:gd name="connsiteY31" fmla="*/ 1438268 h 1754485"/>
              <a:gd name="connsiteX32" fmla="*/ 337865 w 1424119"/>
              <a:gd name="connsiteY32" fmla="*/ 1444618 h 1754485"/>
              <a:gd name="connsiteX33" fmla="*/ 229915 w 1424119"/>
              <a:gd name="connsiteY33" fmla="*/ 1446205 h 1754485"/>
              <a:gd name="connsiteX34" fmla="*/ 147365 w 1424119"/>
              <a:gd name="connsiteY34" fmla="*/ 1457318 h 1754485"/>
              <a:gd name="connsiteX35" fmla="*/ 185465 w 1424119"/>
              <a:gd name="connsiteY35" fmla="*/ 1387468 h 1754485"/>
              <a:gd name="connsiteX36" fmla="*/ 226740 w 1424119"/>
              <a:gd name="connsiteY36" fmla="*/ 1206493 h 1754485"/>
              <a:gd name="connsiteX37" fmla="*/ 270131 w 1424119"/>
              <a:gd name="connsiteY37" fmla="*/ 985301 h 1754485"/>
              <a:gd name="connsiteX38" fmla="*/ 255315 w 1424119"/>
              <a:gd name="connsiteY38" fmla="*/ 894285 h 1754485"/>
              <a:gd name="connsiteX39" fmla="*/ 188640 w 1424119"/>
              <a:gd name="connsiteY39" fmla="*/ 936618 h 1754485"/>
              <a:gd name="connsiteX40" fmla="*/ 106090 w 1424119"/>
              <a:gd name="connsiteY40" fmla="*/ 968368 h 1754485"/>
              <a:gd name="connsiteX41" fmla="*/ 17190 w 1424119"/>
              <a:gd name="connsiteY41" fmla="*/ 895343 h 1754485"/>
              <a:gd name="connsiteX42" fmla="*/ 1315 w 1424119"/>
              <a:gd name="connsiteY42" fmla="*/ 777868 h 1754485"/>
              <a:gd name="connsiteX43" fmla="*/ 36240 w 1424119"/>
              <a:gd name="connsiteY43" fmla="*/ 673093 h 1754485"/>
              <a:gd name="connsiteX44" fmla="*/ 98682 w 1424119"/>
              <a:gd name="connsiteY44" fmla="*/ 638168 h 1754485"/>
              <a:gd name="connsiteX45" fmla="*/ 194990 w 1424119"/>
              <a:gd name="connsiteY45" fmla="*/ 676268 h 1754485"/>
              <a:gd name="connsiteX46" fmla="*/ 271190 w 1424119"/>
              <a:gd name="connsiteY46" fmla="*/ 708018 h 1754485"/>
              <a:gd name="connsiteX47" fmla="*/ 280715 w 1424119"/>
              <a:gd name="connsiteY47" fmla="*/ 619118 h 1754485"/>
              <a:gd name="connsiteX48" fmla="*/ 271190 w 1424119"/>
              <a:gd name="connsiteY48" fmla="*/ 393693 h 1754485"/>
              <a:gd name="connsiteX49" fmla="*/ 242615 w 1424119"/>
              <a:gd name="connsiteY49" fmla="*/ 200018 h 1754485"/>
              <a:gd name="connsiteX50" fmla="*/ 210865 w 1424119"/>
              <a:gd name="connsiteY50" fmla="*/ 85717 h 1754485"/>
              <a:gd name="connsiteX51" fmla="*/ 180173 w 1424119"/>
              <a:gd name="connsiteY51" fmla="*/ 7401 h 175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424119" h="1754485">
                <a:moveTo>
                  <a:pt x="180173" y="7401"/>
                </a:moveTo>
                <a:cubicBezTo>
                  <a:pt x="207513" y="-6181"/>
                  <a:pt x="227974" y="2815"/>
                  <a:pt x="374906" y="4226"/>
                </a:cubicBezTo>
                <a:lnTo>
                  <a:pt x="1061765" y="15868"/>
                </a:lnTo>
                <a:cubicBezTo>
                  <a:pt x="1212225" y="17808"/>
                  <a:pt x="1231098" y="9518"/>
                  <a:pt x="1277665" y="15868"/>
                </a:cubicBezTo>
                <a:cubicBezTo>
                  <a:pt x="1324232" y="22218"/>
                  <a:pt x="1323703" y="8989"/>
                  <a:pt x="1341165" y="53968"/>
                </a:cubicBezTo>
                <a:cubicBezTo>
                  <a:pt x="1358627" y="98947"/>
                  <a:pt x="1372915" y="221185"/>
                  <a:pt x="1382440" y="285743"/>
                </a:cubicBezTo>
                <a:cubicBezTo>
                  <a:pt x="1391965" y="350301"/>
                  <a:pt x="1394082" y="387343"/>
                  <a:pt x="1398315" y="441318"/>
                </a:cubicBezTo>
                <a:cubicBezTo>
                  <a:pt x="1402548" y="495293"/>
                  <a:pt x="1412073" y="569905"/>
                  <a:pt x="1407840" y="609593"/>
                </a:cubicBezTo>
                <a:cubicBezTo>
                  <a:pt x="1403607" y="649281"/>
                  <a:pt x="1389848" y="677856"/>
                  <a:pt x="1372915" y="679443"/>
                </a:cubicBezTo>
                <a:cubicBezTo>
                  <a:pt x="1355982" y="681031"/>
                  <a:pt x="1329700" y="626879"/>
                  <a:pt x="1306240" y="619118"/>
                </a:cubicBezTo>
                <a:cubicBezTo>
                  <a:pt x="1282780" y="611357"/>
                  <a:pt x="1248561" y="618588"/>
                  <a:pt x="1232157" y="632876"/>
                </a:cubicBezTo>
                <a:cubicBezTo>
                  <a:pt x="1215753" y="647164"/>
                  <a:pt x="1211343" y="673269"/>
                  <a:pt x="1207815" y="704843"/>
                </a:cubicBezTo>
                <a:cubicBezTo>
                  <a:pt x="1204287" y="736417"/>
                  <a:pt x="1204816" y="785806"/>
                  <a:pt x="1210990" y="822318"/>
                </a:cubicBezTo>
                <a:cubicBezTo>
                  <a:pt x="1217164" y="858830"/>
                  <a:pt x="1224220" y="905926"/>
                  <a:pt x="1244857" y="923918"/>
                </a:cubicBezTo>
                <a:cubicBezTo>
                  <a:pt x="1265495" y="941910"/>
                  <a:pt x="1307651" y="939264"/>
                  <a:pt x="1334815" y="930268"/>
                </a:cubicBezTo>
                <a:cubicBezTo>
                  <a:pt x="1361979" y="921272"/>
                  <a:pt x="1393023" y="851951"/>
                  <a:pt x="1407840" y="869943"/>
                </a:cubicBezTo>
                <a:cubicBezTo>
                  <a:pt x="1422657" y="887935"/>
                  <a:pt x="1425303" y="963076"/>
                  <a:pt x="1423715" y="1038218"/>
                </a:cubicBezTo>
                <a:cubicBezTo>
                  <a:pt x="1422128" y="1113360"/>
                  <a:pt x="1411544" y="1248209"/>
                  <a:pt x="1398315" y="1320793"/>
                </a:cubicBezTo>
                <a:cubicBezTo>
                  <a:pt x="1385086" y="1393377"/>
                  <a:pt x="1366388" y="1450439"/>
                  <a:pt x="1344340" y="1473722"/>
                </a:cubicBezTo>
                <a:cubicBezTo>
                  <a:pt x="1322292" y="1497005"/>
                  <a:pt x="1313120" y="1473811"/>
                  <a:pt x="1266024" y="1460493"/>
                </a:cubicBezTo>
                <a:cubicBezTo>
                  <a:pt x="1218928" y="1447175"/>
                  <a:pt x="1130910" y="1426274"/>
                  <a:pt x="1080815" y="1422393"/>
                </a:cubicBezTo>
                <a:cubicBezTo>
                  <a:pt x="1030721" y="1418512"/>
                  <a:pt x="988740" y="1422392"/>
                  <a:pt x="965457" y="1437209"/>
                </a:cubicBezTo>
                <a:cubicBezTo>
                  <a:pt x="942174" y="1452026"/>
                  <a:pt x="935912" y="1481748"/>
                  <a:pt x="941115" y="1511293"/>
                </a:cubicBezTo>
                <a:cubicBezTo>
                  <a:pt x="946318" y="1540838"/>
                  <a:pt x="985565" y="1588552"/>
                  <a:pt x="996677" y="1614481"/>
                </a:cubicBezTo>
                <a:cubicBezTo>
                  <a:pt x="1007790" y="1640410"/>
                  <a:pt x="1011759" y="1649141"/>
                  <a:pt x="1007790" y="1666868"/>
                </a:cubicBezTo>
                <a:cubicBezTo>
                  <a:pt x="1003821" y="1684595"/>
                  <a:pt x="999323" y="1706556"/>
                  <a:pt x="972865" y="1720843"/>
                </a:cubicBezTo>
                <a:cubicBezTo>
                  <a:pt x="946407" y="1735130"/>
                  <a:pt x="898782" y="1750476"/>
                  <a:pt x="849040" y="1752593"/>
                </a:cubicBezTo>
                <a:cubicBezTo>
                  <a:pt x="799298" y="1754710"/>
                  <a:pt x="712780" y="1760001"/>
                  <a:pt x="674415" y="1733543"/>
                </a:cubicBezTo>
                <a:cubicBezTo>
                  <a:pt x="636051" y="1707085"/>
                  <a:pt x="614620" y="1626122"/>
                  <a:pt x="618853" y="1593843"/>
                </a:cubicBezTo>
                <a:cubicBezTo>
                  <a:pt x="623086" y="1561564"/>
                  <a:pt x="637903" y="1559976"/>
                  <a:pt x="652190" y="1539868"/>
                </a:cubicBezTo>
                <a:cubicBezTo>
                  <a:pt x="666477" y="1519760"/>
                  <a:pt x="710134" y="1490126"/>
                  <a:pt x="704578" y="1473193"/>
                </a:cubicBezTo>
                <a:cubicBezTo>
                  <a:pt x="699022" y="1456260"/>
                  <a:pt x="679972" y="1443030"/>
                  <a:pt x="618853" y="1438268"/>
                </a:cubicBezTo>
                <a:cubicBezTo>
                  <a:pt x="557734" y="1433506"/>
                  <a:pt x="402688" y="1443295"/>
                  <a:pt x="337865" y="1444618"/>
                </a:cubicBezTo>
                <a:lnTo>
                  <a:pt x="229915" y="1446205"/>
                </a:lnTo>
                <a:cubicBezTo>
                  <a:pt x="198165" y="1448322"/>
                  <a:pt x="154773" y="1467107"/>
                  <a:pt x="147365" y="1457318"/>
                </a:cubicBezTo>
                <a:cubicBezTo>
                  <a:pt x="139957" y="1447529"/>
                  <a:pt x="172236" y="1429272"/>
                  <a:pt x="185465" y="1387468"/>
                </a:cubicBezTo>
                <a:cubicBezTo>
                  <a:pt x="198694" y="1345664"/>
                  <a:pt x="212629" y="1273521"/>
                  <a:pt x="226740" y="1206493"/>
                </a:cubicBezTo>
                <a:cubicBezTo>
                  <a:pt x="240851" y="1139465"/>
                  <a:pt x="265369" y="1037336"/>
                  <a:pt x="270131" y="985301"/>
                </a:cubicBezTo>
                <a:cubicBezTo>
                  <a:pt x="274893" y="933266"/>
                  <a:pt x="268897" y="902399"/>
                  <a:pt x="255315" y="894285"/>
                </a:cubicBezTo>
                <a:cubicBezTo>
                  <a:pt x="241733" y="886171"/>
                  <a:pt x="213511" y="924271"/>
                  <a:pt x="188640" y="936618"/>
                </a:cubicBezTo>
                <a:cubicBezTo>
                  <a:pt x="163769" y="948965"/>
                  <a:pt x="134665" y="975247"/>
                  <a:pt x="106090" y="968368"/>
                </a:cubicBezTo>
                <a:cubicBezTo>
                  <a:pt x="77515" y="961489"/>
                  <a:pt x="34652" y="927093"/>
                  <a:pt x="17190" y="895343"/>
                </a:cubicBezTo>
                <a:cubicBezTo>
                  <a:pt x="-272" y="863593"/>
                  <a:pt x="-1860" y="814910"/>
                  <a:pt x="1315" y="777868"/>
                </a:cubicBezTo>
                <a:cubicBezTo>
                  <a:pt x="4490" y="740826"/>
                  <a:pt x="20012" y="696376"/>
                  <a:pt x="36240" y="673093"/>
                </a:cubicBezTo>
                <a:cubicBezTo>
                  <a:pt x="52468" y="649810"/>
                  <a:pt x="72224" y="637639"/>
                  <a:pt x="98682" y="638168"/>
                </a:cubicBezTo>
                <a:cubicBezTo>
                  <a:pt x="125140" y="638697"/>
                  <a:pt x="166239" y="664626"/>
                  <a:pt x="194990" y="676268"/>
                </a:cubicBezTo>
                <a:cubicBezTo>
                  <a:pt x="223741" y="687910"/>
                  <a:pt x="256903" y="717543"/>
                  <a:pt x="271190" y="708018"/>
                </a:cubicBezTo>
                <a:cubicBezTo>
                  <a:pt x="285477" y="698493"/>
                  <a:pt x="280715" y="671505"/>
                  <a:pt x="280715" y="619118"/>
                </a:cubicBezTo>
                <a:cubicBezTo>
                  <a:pt x="280715" y="566731"/>
                  <a:pt x="277540" y="463543"/>
                  <a:pt x="271190" y="393693"/>
                </a:cubicBezTo>
                <a:cubicBezTo>
                  <a:pt x="264840" y="323843"/>
                  <a:pt x="251611" y="252405"/>
                  <a:pt x="242615" y="200018"/>
                </a:cubicBezTo>
                <a:cubicBezTo>
                  <a:pt x="233619" y="147631"/>
                  <a:pt x="221272" y="117820"/>
                  <a:pt x="210865" y="85717"/>
                </a:cubicBezTo>
                <a:cubicBezTo>
                  <a:pt x="200458" y="53614"/>
                  <a:pt x="152833" y="20983"/>
                  <a:pt x="180173" y="7401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1E0ACC-09F9-E09F-D3DF-632AB4FB6651}"/>
              </a:ext>
            </a:extLst>
          </p:cNvPr>
          <p:cNvSpPr/>
          <p:nvPr/>
        </p:nvSpPr>
        <p:spPr>
          <a:xfrm>
            <a:off x="4439441" y="3496733"/>
            <a:ext cx="2234971" cy="1642953"/>
          </a:xfrm>
          <a:custGeom>
            <a:avLst/>
            <a:gdLst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906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75996 w 2240308"/>
              <a:gd name="connsiteY28" fmla="*/ 681567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20963 w 2240308"/>
              <a:gd name="connsiteY0" fmla="*/ 0 h 1643604"/>
              <a:gd name="connsiteX1" fmla="*/ 1035363 w 2240308"/>
              <a:gd name="connsiteY1" fmla="*/ 4234 h 1643604"/>
              <a:gd name="connsiteX2" fmla="*/ 1932829 w 2240308"/>
              <a:gd name="connsiteY2" fmla="*/ 8467 h 1643604"/>
              <a:gd name="connsiteX3" fmla="*/ 2136029 w 2240308"/>
              <a:gd name="connsiteY3" fmla="*/ 29634 h 1643604"/>
              <a:gd name="connsiteX4" fmla="*/ 2224929 w 2240308"/>
              <a:gd name="connsiteY4" fmla="*/ 194734 h 1643604"/>
              <a:gd name="connsiteX5" fmla="*/ 2224929 w 2240308"/>
              <a:gd name="connsiteY5" fmla="*/ 711200 h 1643604"/>
              <a:gd name="connsiteX6" fmla="*/ 2237629 w 2240308"/>
              <a:gd name="connsiteY6" fmla="*/ 1452034 h 1643604"/>
              <a:gd name="connsiteX7" fmla="*/ 2165663 w 2240308"/>
              <a:gd name="connsiteY7" fmla="*/ 1574800 h 1643604"/>
              <a:gd name="connsiteX8" fmla="*/ 1945529 w 2240308"/>
              <a:gd name="connsiteY8" fmla="*/ 1528234 h 1643604"/>
              <a:gd name="connsiteX9" fmla="*/ 1708463 w 2240308"/>
              <a:gd name="connsiteY9" fmla="*/ 1473200 h 1643604"/>
              <a:gd name="connsiteX10" fmla="*/ 1475629 w 2240308"/>
              <a:gd name="connsiteY10" fmla="*/ 1473200 h 1643604"/>
              <a:gd name="connsiteX11" fmla="*/ 1424829 w 2240308"/>
              <a:gd name="connsiteY11" fmla="*/ 1511300 h 1643604"/>
              <a:gd name="connsiteX12" fmla="*/ 1450229 w 2240308"/>
              <a:gd name="connsiteY12" fmla="*/ 1591734 h 1643604"/>
              <a:gd name="connsiteX13" fmla="*/ 1327463 w 2240308"/>
              <a:gd name="connsiteY13" fmla="*/ 1638300 h 1643604"/>
              <a:gd name="connsiteX14" fmla="*/ 1162363 w 2240308"/>
              <a:gd name="connsiteY14" fmla="*/ 1638300 h 1643604"/>
              <a:gd name="connsiteX15" fmla="*/ 1039596 w 2240308"/>
              <a:gd name="connsiteY15" fmla="*/ 1600200 h 1643604"/>
              <a:gd name="connsiteX16" fmla="*/ 1081929 w 2240308"/>
              <a:gd name="connsiteY16" fmla="*/ 1528234 h 1643604"/>
              <a:gd name="connsiteX17" fmla="*/ 1043829 w 2240308"/>
              <a:gd name="connsiteY17" fmla="*/ 1468967 h 1643604"/>
              <a:gd name="connsiteX18" fmla="*/ 717863 w 2240308"/>
              <a:gd name="connsiteY18" fmla="*/ 1477434 h 1643604"/>
              <a:gd name="connsiteX19" fmla="*/ 197163 w 2240308"/>
              <a:gd name="connsiteY19" fmla="*/ 1494367 h 1643604"/>
              <a:gd name="connsiteX20" fmla="*/ 205629 w 2240308"/>
              <a:gd name="connsiteY20" fmla="*/ 1350434 h 1643604"/>
              <a:gd name="connsiteX21" fmla="*/ 231029 w 2240308"/>
              <a:gd name="connsiteY21" fmla="*/ 1079500 h 1643604"/>
              <a:gd name="connsiteX22" fmla="*/ 214096 w 2240308"/>
              <a:gd name="connsiteY22" fmla="*/ 846667 h 1643604"/>
              <a:gd name="connsiteX23" fmla="*/ 154829 w 2240308"/>
              <a:gd name="connsiteY23" fmla="*/ 901700 h 1643604"/>
              <a:gd name="connsiteX24" fmla="*/ 44763 w 2240308"/>
              <a:gd name="connsiteY24" fmla="*/ 910167 h 1643604"/>
              <a:gd name="connsiteX25" fmla="*/ 6663 w 2240308"/>
              <a:gd name="connsiteY25" fmla="*/ 762000 h 1643604"/>
              <a:gd name="connsiteX26" fmla="*/ 10896 w 2240308"/>
              <a:gd name="connsiteY26" fmla="*/ 626534 h 1643604"/>
              <a:gd name="connsiteX27" fmla="*/ 112496 w 2240308"/>
              <a:gd name="connsiteY27" fmla="*/ 596900 h 1643604"/>
              <a:gd name="connsiteX28" fmla="*/ 180229 w 2240308"/>
              <a:gd name="connsiteY28" fmla="*/ 673101 h 1643604"/>
              <a:gd name="connsiteX29" fmla="*/ 214096 w 2240308"/>
              <a:gd name="connsiteY29" fmla="*/ 554567 h 1643604"/>
              <a:gd name="connsiteX30" fmla="*/ 197163 w 2240308"/>
              <a:gd name="connsiteY30" fmla="*/ 389467 h 1643604"/>
              <a:gd name="connsiteX31" fmla="*/ 180229 w 2240308"/>
              <a:gd name="connsiteY31" fmla="*/ 220134 h 1643604"/>
              <a:gd name="connsiteX32" fmla="*/ 152713 w 2240308"/>
              <a:gd name="connsiteY32" fmla="*/ 71967 h 1643604"/>
              <a:gd name="connsiteX33" fmla="*/ 120963 w 2240308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91826 w 2234971"/>
              <a:gd name="connsiteY19" fmla="*/ 1494367 h 1643604"/>
              <a:gd name="connsiteX20" fmla="*/ 200292 w 2234971"/>
              <a:gd name="connsiteY20" fmla="*/ 1350434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91826 w 2234971"/>
              <a:gd name="connsiteY19" fmla="*/ 1494367 h 1643604"/>
              <a:gd name="connsiteX20" fmla="*/ 193942 w 2234971"/>
              <a:gd name="connsiteY20" fmla="*/ 134620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93942 w 2234971"/>
              <a:gd name="connsiteY20" fmla="*/ 134620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5692 w 2234971"/>
              <a:gd name="connsiteY21" fmla="*/ 1079500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4892 w 2234971"/>
              <a:gd name="connsiteY28" fmla="*/ 67310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8759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4526 w 2234971"/>
              <a:gd name="connsiteY22" fmla="*/ 84666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3604"/>
              <a:gd name="connsiteX1" fmla="*/ 1030026 w 2234971"/>
              <a:gd name="connsiteY1" fmla="*/ 4234 h 1643604"/>
              <a:gd name="connsiteX2" fmla="*/ 1927492 w 2234971"/>
              <a:gd name="connsiteY2" fmla="*/ 8467 h 1643604"/>
              <a:gd name="connsiteX3" fmla="*/ 2130692 w 2234971"/>
              <a:gd name="connsiteY3" fmla="*/ 29634 h 1643604"/>
              <a:gd name="connsiteX4" fmla="*/ 2219592 w 2234971"/>
              <a:gd name="connsiteY4" fmla="*/ 194734 h 1643604"/>
              <a:gd name="connsiteX5" fmla="*/ 2219592 w 2234971"/>
              <a:gd name="connsiteY5" fmla="*/ 711200 h 1643604"/>
              <a:gd name="connsiteX6" fmla="*/ 2232292 w 2234971"/>
              <a:gd name="connsiteY6" fmla="*/ 1452034 h 1643604"/>
              <a:gd name="connsiteX7" fmla="*/ 2160326 w 2234971"/>
              <a:gd name="connsiteY7" fmla="*/ 1574800 h 1643604"/>
              <a:gd name="connsiteX8" fmla="*/ 1940192 w 2234971"/>
              <a:gd name="connsiteY8" fmla="*/ 1528234 h 1643604"/>
              <a:gd name="connsiteX9" fmla="*/ 1703126 w 2234971"/>
              <a:gd name="connsiteY9" fmla="*/ 1473200 h 1643604"/>
              <a:gd name="connsiteX10" fmla="*/ 1470292 w 2234971"/>
              <a:gd name="connsiteY10" fmla="*/ 1473200 h 1643604"/>
              <a:gd name="connsiteX11" fmla="*/ 1419492 w 2234971"/>
              <a:gd name="connsiteY11" fmla="*/ 1511300 h 1643604"/>
              <a:gd name="connsiteX12" fmla="*/ 1444892 w 2234971"/>
              <a:gd name="connsiteY12" fmla="*/ 1591734 h 1643604"/>
              <a:gd name="connsiteX13" fmla="*/ 1322126 w 2234971"/>
              <a:gd name="connsiteY13" fmla="*/ 1638300 h 1643604"/>
              <a:gd name="connsiteX14" fmla="*/ 1157026 w 2234971"/>
              <a:gd name="connsiteY14" fmla="*/ 1638300 h 1643604"/>
              <a:gd name="connsiteX15" fmla="*/ 1034259 w 2234971"/>
              <a:gd name="connsiteY15" fmla="*/ 1600200 h 1643604"/>
              <a:gd name="connsiteX16" fmla="*/ 1076592 w 2234971"/>
              <a:gd name="connsiteY16" fmla="*/ 1528234 h 1643604"/>
              <a:gd name="connsiteX17" fmla="*/ 1038492 w 2234971"/>
              <a:gd name="connsiteY17" fmla="*/ 1468967 h 1643604"/>
              <a:gd name="connsiteX18" fmla="*/ 712526 w 2234971"/>
              <a:gd name="connsiteY18" fmla="*/ 1477434 h 1643604"/>
              <a:gd name="connsiteX19" fmla="*/ 183359 w 2234971"/>
              <a:gd name="connsiteY19" fmla="*/ 1494367 h 1643604"/>
              <a:gd name="connsiteX20" fmla="*/ 185475 w 2234971"/>
              <a:gd name="connsiteY20" fmla="*/ 1339851 h 1643604"/>
              <a:gd name="connsiteX21" fmla="*/ 221459 w 2234971"/>
              <a:gd name="connsiteY21" fmla="*/ 1077383 h 1643604"/>
              <a:gd name="connsiteX22" fmla="*/ 200293 w 2234971"/>
              <a:gd name="connsiteY22" fmla="*/ 853017 h 1643604"/>
              <a:gd name="connsiteX23" fmla="*/ 149492 w 2234971"/>
              <a:gd name="connsiteY23" fmla="*/ 901700 h 1643604"/>
              <a:gd name="connsiteX24" fmla="*/ 39426 w 2234971"/>
              <a:gd name="connsiteY24" fmla="*/ 910167 h 1643604"/>
              <a:gd name="connsiteX25" fmla="*/ 1326 w 2234971"/>
              <a:gd name="connsiteY25" fmla="*/ 762000 h 1643604"/>
              <a:gd name="connsiteX26" fmla="*/ 18259 w 2234971"/>
              <a:gd name="connsiteY26" fmla="*/ 626534 h 1643604"/>
              <a:gd name="connsiteX27" fmla="*/ 107159 w 2234971"/>
              <a:gd name="connsiteY27" fmla="*/ 596900 h 1643604"/>
              <a:gd name="connsiteX28" fmla="*/ 172775 w 2234971"/>
              <a:gd name="connsiteY28" fmla="*/ 666751 h 1643604"/>
              <a:gd name="connsiteX29" fmla="*/ 208759 w 2234971"/>
              <a:gd name="connsiteY29" fmla="*/ 554567 h 1643604"/>
              <a:gd name="connsiteX30" fmla="*/ 191826 w 2234971"/>
              <a:gd name="connsiteY30" fmla="*/ 389467 h 1643604"/>
              <a:gd name="connsiteX31" fmla="*/ 174892 w 2234971"/>
              <a:gd name="connsiteY31" fmla="*/ 220134 h 1643604"/>
              <a:gd name="connsiteX32" fmla="*/ 147376 w 2234971"/>
              <a:gd name="connsiteY32" fmla="*/ 71967 h 1643604"/>
              <a:gd name="connsiteX33" fmla="*/ 115626 w 2234971"/>
              <a:gd name="connsiteY33" fmla="*/ 0 h 164360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470292 w 2234971"/>
              <a:gd name="connsiteY10" fmla="*/ 1473200 h 1642674"/>
              <a:gd name="connsiteX11" fmla="*/ 1419492 w 2234971"/>
              <a:gd name="connsiteY11" fmla="*/ 15113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19492 w 2234971"/>
              <a:gd name="connsiteY11" fmla="*/ 15113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19492 w 2234971"/>
              <a:gd name="connsiteY11" fmla="*/ 1526116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27959 w 2234971"/>
              <a:gd name="connsiteY11" fmla="*/ 15367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38492 w 2234971"/>
              <a:gd name="connsiteY17" fmla="*/ 1468967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674"/>
              <a:gd name="connsiteX1" fmla="*/ 1030026 w 2234971"/>
              <a:gd name="connsiteY1" fmla="*/ 4234 h 1642674"/>
              <a:gd name="connsiteX2" fmla="*/ 1927492 w 2234971"/>
              <a:gd name="connsiteY2" fmla="*/ 8467 h 1642674"/>
              <a:gd name="connsiteX3" fmla="*/ 2130692 w 2234971"/>
              <a:gd name="connsiteY3" fmla="*/ 29634 h 1642674"/>
              <a:gd name="connsiteX4" fmla="*/ 2219592 w 2234971"/>
              <a:gd name="connsiteY4" fmla="*/ 194734 h 1642674"/>
              <a:gd name="connsiteX5" fmla="*/ 2219592 w 2234971"/>
              <a:gd name="connsiteY5" fmla="*/ 711200 h 1642674"/>
              <a:gd name="connsiteX6" fmla="*/ 2232292 w 2234971"/>
              <a:gd name="connsiteY6" fmla="*/ 1452034 h 1642674"/>
              <a:gd name="connsiteX7" fmla="*/ 2160326 w 2234971"/>
              <a:gd name="connsiteY7" fmla="*/ 1574800 h 1642674"/>
              <a:gd name="connsiteX8" fmla="*/ 1940192 w 2234971"/>
              <a:gd name="connsiteY8" fmla="*/ 1528234 h 1642674"/>
              <a:gd name="connsiteX9" fmla="*/ 1703126 w 2234971"/>
              <a:gd name="connsiteY9" fmla="*/ 1473200 h 1642674"/>
              <a:gd name="connsiteX10" fmla="*/ 1389858 w 2234971"/>
              <a:gd name="connsiteY10" fmla="*/ 1471084 h 1642674"/>
              <a:gd name="connsiteX11" fmla="*/ 1427959 w 2234971"/>
              <a:gd name="connsiteY11" fmla="*/ 1536700 h 1642674"/>
              <a:gd name="connsiteX12" fmla="*/ 1400442 w 2234971"/>
              <a:gd name="connsiteY12" fmla="*/ 1606551 h 1642674"/>
              <a:gd name="connsiteX13" fmla="*/ 1322126 w 2234971"/>
              <a:gd name="connsiteY13" fmla="*/ 1638300 h 1642674"/>
              <a:gd name="connsiteX14" fmla="*/ 1157026 w 2234971"/>
              <a:gd name="connsiteY14" fmla="*/ 1638300 h 1642674"/>
              <a:gd name="connsiteX15" fmla="*/ 1034259 w 2234971"/>
              <a:gd name="connsiteY15" fmla="*/ 1600200 h 1642674"/>
              <a:gd name="connsiteX16" fmla="*/ 1076592 w 2234971"/>
              <a:gd name="connsiteY16" fmla="*/ 1528234 h 1642674"/>
              <a:gd name="connsiteX17" fmla="*/ 1078709 w 2234971"/>
              <a:gd name="connsiteY17" fmla="*/ 1464733 h 1642674"/>
              <a:gd name="connsiteX18" fmla="*/ 712526 w 2234971"/>
              <a:gd name="connsiteY18" fmla="*/ 1477434 h 1642674"/>
              <a:gd name="connsiteX19" fmla="*/ 183359 w 2234971"/>
              <a:gd name="connsiteY19" fmla="*/ 1494367 h 1642674"/>
              <a:gd name="connsiteX20" fmla="*/ 185475 w 2234971"/>
              <a:gd name="connsiteY20" fmla="*/ 1339851 h 1642674"/>
              <a:gd name="connsiteX21" fmla="*/ 221459 w 2234971"/>
              <a:gd name="connsiteY21" fmla="*/ 1077383 h 1642674"/>
              <a:gd name="connsiteX22" fmla="*/ 200293 w 2234971"/>
              <a:gd name="connsiteY22" fmla="*/ 853017 h 1642674"/>
              <a:gd name="connsiteX23" fmla="*/ 149492 w 2234971"/>
              <a:gd name="connsiteY23" fmla="*/ 901700 h 1642674"/>
              <a:gd name="connsiteX24" fmla="*/ 39426 w 2234971"/>
              <a:gd name="connsiteY24" fmla="*/ 910167 h 1642674"/>
              <a:gd name="connsiteX25" fmla="*/ 1326 w 2234971"/>
              <a:gd name="connsiteY25" fmla="*/ 762000 h 1642674"/>
              <a:gd name="connsiteX26" fmla="*/ 18259 w 2234971"/>
              <a:gd name="connsiteY26" fmla="*/ 626534 h 1642674"/>
              <a:gd name="connsiteX27" fmla="*/ 107159 w 2234971"/>
              <a:gd name="connsiteY27" fmla="*/ 596900 h 1642674"/>
              <a:gd name="connsiteX28" fmla="*/ 172775 w 2234971"/>
              <a:gd name="connsiteY28" fmla="*/ 666751 h 1642674"/>
              <a:gd name="connsiteX29" fmla="*/ 208759 w 2234971"/>
              <a:gd name="connsiteY29" fmla="*/ 554567 h 1642674"/>
              <a:gd name="connsiteX30" fmla="*/ 191826 w 2234971"/>
              <a:gd name="connsiteY30" fmla="*/ 389467 h 1642674"/>
              <a:gd name="connsiteX31" fmla="*/ 174892 w 2234971"/>
              <a:gd name="connsiteY31" fmla="*/ 220134 h 1642674"/>
              <a:gd name="connsiteX32" fmla="*/ 147376 w 2234971"/>
              <a:gd name="connsiteY32" fmla="*/ 71967 h 1642674"/>
              <a:gd name="connsiteX33" fmla="*/ 115626 w 2234971"/>
              <a:gd name="connsiteY33" fmla="*/ 0 h 1642674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76592 w 2234971"/>
              <a:gd name="connsiteY16" fmla="*/ 1528234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27959 w 2234971"/>
              <a:gd name="connsiteY11" fmla="*/ 1536700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32192 w 2234971"/>
              <a:gd name="connsiteY11" fmla="*/ 1547284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  <a:gd name="connsiteX0" fmla="*/ 115626 w 2234971"/>
              <a:gd name="connsiteY0" fmla="*/ 0 h 1642953"/>
              <a:gd name="connsiteX1" fmla="*/ 1030026 w 2234971"/>
              <a:gd name="connsiteY1" fmla="*/ 4234 h 1642953"/>
              <a:gd name="connsiteX2" fmla="*/ 1927492 w 2234971"/>
              <a:gd name="connsiteY2" fmla="*/ 8467 h 1642953"/>
              <a:gd name="connsiteX3" fmla="*/ 2130692 w 2234971"/>
              <a:gd name="connsiteY3" fmla="*/ 29634 h 1642953"/>
              <a:gd name="connsiteX4" fmla="*/ 2219592 w 2234971"/>
              <a:gd name="connsiteY4" fmla="*/ 194734 h 1642953"/>
              <a:gd name="connsiteX5" fmla="*/ 2219592 w 2234971"/>
              <a:gd name="connsiteY5" fmla="*/ 711200 h 1642953"/>
              <a:gd name="connsiteX6" fmla="*/ 2232292 w 2234971"/>
              <a:gd name="connsiteY6" fmla="*/ 1452034 h 1642953"/>
              <a:gd name="connsiteX7" fmla="*/ 2160326 w 2234971"/>
              <a:gd name="connsiteY7" fmla="*/ 1574800 h 1642953"/>
              <a:gd name="connsiteX8" fmla="*/ 1940192 w 2234971"/>
              <a:gd name="connsiteY8" fmla="*/ 1528234 h 1642953"/>
              <a:gd name="connsiteX9" fmla="*/ 1703126 w 2234971"/>
              <a:gd name="connsiteY9" fmla="*/ 1473200 h 1642953"/>
              <a:gd name="connsiteX10" fmla="*/ 1389858 w 2234971"/>
              <a:gd name="connsiteY10" fmla="*/ 1471084 h 1642953"/>
              <a:gd name="connsiteX11" fmla="*/ 1436425 w 2234971"/>
              <a:gd name="connsiteY11" fmla="*/ 1553634 h 1642953"/>
              <a:gd name="connsiteX12" fmla="*/ 1400442 w 2234971"/>
              <a:gd name="connsiteY12" fmla="*/ 1606551 h 1642953"/>
              <a:gd name="connsiteX13" fmla="*/ 1322126 w 2234971"/>
              <a:gd name="connsiteY13" fmla="*/ 1638300 h 1642953"/>
              <a:gd name="connsiteX14" fmla="*/ 1157026 w 2234971"/>
              <a:gd name="connsiteY14" fmla="*/ 1638300 h 1642953"/>
              <a:gd name="connsiteX15" fmla="*/ 1063892 w 2234971"/>
              <a:gd name="connsiteY15" fmla="*/ 1595966 h 1642953"/>
              <a:gd name="connsiteX16" fmla="*/ 1097758 w 2234971"/>
              <a:gd name="connsiteY16" fmla="*/ 1530351 h 1642953"/>
              <a:gd name="connsiteX17" fmla="*/ 1078709 w 2234971"/>
              <a:gd name="connsiteY17" fmla="*/ 1464733 h 1642953"/>
              <a:gd name="connsiteX18" fmla="*/ 712526 w 2234971"/>
              <a:gd name="connsiteY18" fmla="*/ 1477434 h 1642953"/>
              <a:gd name="connsiteX19" fmla="*/ 183359 w 2234971"/>
              <a:gd name="connsiteY19" fmla="*/ 1494367 h 1642953"/>
              <a:gd name="connsiteX20" fmla="*/ 185475 w 2234971"/>
              <a:gd name="connsiteY20" fmla="*/ 1339851 h 1642953"/>
              <a:gd name="connsiteX21" fmla="*/ 221459 w 2234971"/>
              <a:gd name="connsiteY21" fmla="*/ 1077383 h 1642953"/>
              <a:gd name="connsiteX22" fmla="*/ 200293 w 2234971"/>
              <a:gd name="connsiteY22" fmla="*/ 853017 h 1642953"/>
              <a:gd name="connsiteX23" fmla="*/ 149492 w 2234971"/>
              <a:gd name="connsiteY23" fmla="*/ 901700 h 1642953"/>
              <a:gd name="connsiteX24" fmla="*/ 39426 w 2234971"/>
              <a:gd name="connsiteY24" fmla="*/ 910167 h 1642953"/>
              <a:gd name="connsiteX25" fmla="*/ 1326 w 2234971"/>
              <a:gd name="connsiteY25" fmla="*/ 762000 h 1642953"/>
              <a:gd name="connsiteX26" fmla="*/ 18259 w 2234971"/>
              <a:gd name="connsiteY26" fmla="*/ 626534 h 1642953"/>
              <a:gd name="connsiteX27" fmla="*/ 107159 w 2234971"/>
              <a:gd name="connsiteY27" fmla="*/ 596900 h 1642953"/>
              <a:gd name="connsiteX28" fmla="*/ 172775 w 2234971"/>
              <a:gd name="connsiteY28" fmla="*/ 666751 h 1642953"/>
              <a:gd name="connsiteX29" fmla="*/ 208759 w 2234971"/>
              <a:gd name="connsiteY29" fmla="*/ 554567 h 1642953"/>
              <a:gd name="connsiteX30" fmla="*/ 191826 w 2234971"/>
              <a:gd name="connsiteY30" fmla="*/ 389467 h 1642953"/>
              <a:gd name="connsiteX31" fmla="*/ 174892 w 2234971"/>
              <a:gd name="connsiteY31" fmla="*/ 220134 h 1642953"/>
              <a:gd name="connsiteX32" fmla="*/ 147376 w 2234971"/>
              <a:gd name="connsiteY32" fmla="*/ 71967 h 1642953"/>
              <a:gd name="connsiteX33" fmla="*/ 115626 w 2234971"/>
              <a:gd name="connsiteY33" fmla="*/ 0 h 164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4971" h="1642953">
                <a:moveTo>
                  <a:pt x="115626" y="0"/>
                </a:moveTo>
                <a:lnTo>
                  <a:pt x="1030026" y="4234"/>
                </a:lnTo>
                <a:lnTo>
                  <a:pt x="1927492" y="8467"/>
                </a:lnTo>
                <a:cubicBezTo>
                  <a:pt x="2110936" y="12700"/>
                  <a:pt x="2082009" y="-1411"/>
                  <a:pt x="2130692" y="29634"/>
                </a:cubicBezTo>
                <a:cubicBezTo>
                  <a:pt x="2179375" y="60679"/>
                  <a:pt x="2204775" y="81140"/>
                  <a:pt x="2219592" y="194734"/>
                </a:cubicBezTo>
                <a:cubicBezTo>
                  <a:pt x="2234409" y="308328"/>
                  <a:pt x="2217475" y="501650"/>
                  <a:pt x="2219592" y="711200"/>
                </a:cubicBezTo>
                <a:cubicBezTo>
                  <a:pt x="2221709" y="920750"/>
                  <a:pt x="2242170" y="1308101"/>
                  <a:pt x="2232292" y="1452034"/>
                </a:cubicBezTo>
                <a:cubicBezTo>
                  <a:pt x="2222414" y="1595967"/>
                  <a:pt x="2209009" y="1562100"/>
                  <a:pt x="2160326" y="1574800"/>
                </a:cubicBezTo>
                <a:cubicBezTo>
                  <a:pt x="2111643" y="1587500"/>
                  <a:pt x="2016392" y="1545167"/>
                  <a:pt x="1940192" y="1528234"/>
                </a:cubicBezTo>
                <a:cubicBezTo>
                  <a:pt x="1863992" y="1511301"/>
                  <a:pt x="1794848" y="1482725"/>
                  <a:pt x="1703126" y="1473200"/>
                </a:cubicBezTo>
                <a:cubicBezTo>
                  <a:pt x="1611404" y="1463675"/>
                  <a:pt x="1434308" y="1457678"/>
                  <a:pt x="1389858" y="1471084"/>
                </a:cubicBezTo>
                <a:cubicBezTo>
                  <a:pt x="1345408" y="1484490"/>
                  <a:pt x="1432545" y="1528939"/>
                  <a:pt x="1436425" y="1553634"/>
                </a:cubicBezTo>
                <a:cubicBezTo>
                  <a:pt x="1440305" y="1578329"/>
                  <a:pt x="1419492" y="1592440"/>
                  <a:pt x="1400442" y="1606551"/>
                </a:cubicBezTo>
                <a:cubicBezTo>
                  <a:pt x="1381392" y="1620662"/>
                  <a:pt x="1362695" y="1633009"/>
                  <a:pt x="1322126" y="1638300"/>
                </a:cubicBezTo>
                <a:cubicBezTo>
                  <a:pt x="1281557" y="1643591"/>
                  <a:pt x="1200065" y="1645356"/>
                  <a:pt x="1157026" y="1638300"/>
                </a:cubicBezTo>
                <a:cubicBezTo>
                  <a:pt x="1113987" y="1631244"/>
                  <a:pt x="1073770" y="1613957"/>
                  <a:pt x="1063892" y="1595966"/>
                </a:cubicBezTo>
                <a:cubicBezTo>
                  <a:pt x="1054014" y="1577975"/>
                  <a:pt x="1080472" y="1545873"/>
                  <a:pt x="1097758" y="1530351"/>
                </a:cubicBezTo>
                <a:cubicBezTo>
                  <a:pt x="1115044" y="1514829"/>
                  <a:pt x="1142914" y="1473553"/>
                  <a:pt x="1078709" y="1464733"/>
                </a:cubicBezTo>
                <a:cubicBezTo>
                  <a:pt x="1014504" y="1455914"/>
                  <a:pt x="861751" y="1472495"/>
                  <a:pt x="712526" y="1477434"/>
                </a:cubicBezTo>
                <a:cubicBezTo>
                  <a:pt x="563301" y="1482373"/>
                  <a:pt x="271201" y="1517298"/>
                  <a:pt x="183359" y="1494367"/>
                </a:cubicBezTo>
                <a:cubicBezTo>
                  <a:pt x="95517" y="1471437"/>
                  <a:pt x="179125" y="1409348"/>
                  <a:pt x="185475" y="1339851"/>
                </a:cubicBezTo>
                <a:cubicBezTo>
                  <a:pt x="191825" y="1270354"/>
                  <a:pt x="218989" y="1158522"/>
                  <a:pt x="221459" y="1077383"/>
                </a:cubicBezTo>
                <a:cubicBezTo>
                  <a:pt x="223929" y="996244"/>
                  <a:pt x="212287" y="882297"/>
                  <a:pt x="200293" y="853017"/>
                </a:cubicBezTo>
                <a:cubicBezTo>
                  <a:pt x="188299" y="823737"/>
                  <a:pt x="176303" y="892175"/>
                  <a:pt x="149492" y="901700"/>
                </a:cubicBezTo>
                <a:cubicBezTo>
                  <a:pt x="122681" y="911225"/>
                  <a:pt x="64120" y="933450"/>
                  <a:pt x="39426" y="910167"/>
                </a:cubicBezTo>
                <a:cubicBezTo>
                  <a:pt x="14732" y="886884"/>
                  <a:pt x="4854" y="809272"/>
                  <a:pt x="1326" y="762000"/>
                </a:cubicBezTo>
                <a:cubicBezTo>
                  <a:pt x="-2202" y="714728"/>
                  <a:pt x="620" y="654051"/>
                  <a:pt x="18259" y="626534"/>
                </a:cubicBezTo>
                <a:cubicBezTo>
                  <a:pt x="35898" y="599017"/>
                  <a:pt x="81406" y="590197"/>
                  <a:pt x="107159" y="596900"/>
                </a:cubicBezTo>
                <a:cubicBezTo>
                  <a:pt x="132912" y="603603"/>
                  <a:pt x="155842" y="673806"/>
                  <a:pt x="172775" y="666751"/>
                </a:cubicBezTo>
                <a:cubicBezTo>
                  <a:pt x="189708" y="659696"/>
                  <a:pt x="205584" y="600781"/>
                  <a:pt x="208759" y="554567"/>
                </a:cubicBezTo>
                <a:cubicBezTo>
                  <a:pt x="211934" y="508353"/>
                  <a:pt x="197471" y="445206"/>
                  <a:pt x="191826" y="389467"/>
                </a:cubicBezTo>
                <a:cubicBezTo>
                  <a:pt x="186182" y="333728"/>
                  <a:pt x="181242" y="273051"/>
                  <a:pt x="174892" y="220134"/>
                </a:cubicBezTo>
                <a:cubicBezTo>
                  <a:pt x="168542" y="167217"/>
                  <a:pt x="155137" y="110067"/>
                  <a:pt x="147376" y="71967"/>
                </a:cubicBezTo>
                <a:cubicBezTo>
                  <a:pt x="139615" y="33867"/>
                  <a:pt x="137145" y="12700"/>
                  <a:pt x="115626" y="0"/>
                </a:cubicBez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4D3EC9-6ED0-A598-2020-AF1B7CE322EC}"/>
              </a:ext>
            </a:extLst>
          </p:cNvPr>
          <p:cNvSpPr/>
          <p:nvPr/>
        </p:nvSpPr>
        <p:spPr>
          <a:xfrm>
            <a:off x="4537668" y="4955086"/>
            <a:ext cx="2176133" cy="1432067"/>
          </a:xfrm>
          <a:custGeom>
            <a:avLst/>
            <a:gdLst>
              <a:gd name="connsiteX0" fmla="*/ 4851 w 2176285"/>
              <a:gd name="connsiteY0" fmla="*/ 1388004 h 1442090"/>
              <a:gd name="connsiteX1" fmla="*/ 85284 w 2176285"/>
              <a:gd name="connsiteY1" fmla="*/ 13033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3185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995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3601 w 2176285"/>
              <a:gd name="connsiteY4" fmla="*/ 799570 h 1442090"/>
              <a:gd name="connsiteX5" fmla="*/ 114917 w 2176285"/>
              <a:gd name="connsiteY5" fmla="*/ 824970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851 w 2176285"/>
              <a:gd name="connsiteY0" fmla="*/ 1388004 h 1442090"/>
              <a:gd name="connsiteX1" fmla="*/ 91634 w 2176285"/>
              <a:gd name="connsiteY1" fmla="*/ 1277937 h 1442090"/>
              <a:gd name="connsiteX2" fmla="*/ 125501 w 2176285"/>
              <a:gd name="connsiteY2" fmla="*/ 1150937 h 1442090"/>
              <a:gd name="connsiteX3" fmla="*/ 153017 w 2176285"/>
              <a:gd name="connsiteY3" fmla="*/ 964670 h 1442090"/>
              <a:gd name="connsiteX4" fmla="*/ 163601 w 2176285"/>
              <a:gd name="connsiteY4" fmla="*/ 799570 h 1442090"/>
              <a:gd name="connsiteX5" fmla="*/ 121267 w 2176285"/>
              <a:gd name="connsiteY5" fmla="*/ 829203 h 1442090"/>
              <a:gd name="connsiteX6" fmla="*/ 76817 w 2176285"/>
              <a:gd name="connsiteY6" fmla="*/ 896937 h 1442090"/>
              <a:gd name="connsiteX7" fmla="*/ 17551 w 2176285"/>
              <a:gd name="connsiteY7" fmla="*/ 837670 h 1442090"/>
              <a:gd name="connsiteX8" fmla="*/ 617 w 2176285"/>
              <a:gd name="connsiteY8" fmla="*/ 685270 h 1442090"/>
              <a:gd name="connsiteX9" fmla="*/ 34484 w 2176285"/>
              <a:gd name="connsiteY9" fmla="*/ 600604 h 1442090"/>
              <a:gd name="connsiteX10" fmla="*/ 59884 w 2176285"/>
              <a:gd name="connsiteY10" fmla="*/ 562504 h 1442090"/>
              <a:gd name="connsiteX11" fmla="*/ 119151 w 2176285"/>
              <a:gd name="connsiteY11" fmla="*/ 613304 h 1442090"/>
              <a:gd name="connsiteX12" fmla="*/ 144551 w 2176285"/>
              <a:gd name="connsiteY12" fmla="*/ 655637 h 1442090"/>
              <a:gd name="connsiteX13" fmla="*/ 153017 w 2176285"/>
              <a:gd name="connsiteY13" fmla="*/ 503237 h 1442090"/>
              <a:gd name="connsiteX14" fmla="*/ 131851 w 2176285"/>
              <a:gd name="connsiteY14" fmla="*/ 245004 h 1442090"/>
              <a:gd name="connsiteX15" fmla="*/ 93751 w 2176285"/>
              <a:gd name="connsiteY15" fmla="*/ 84137 h 1442090"/>
              <a:gd name="connsiteX16" fmla="*/ 72584 w 2176285"/>
              <a:gd name="connsiteY16" fmla="*/ 37570 h 1442090"/>
              <a:gd name="connsiteX17" fmla="*/ 153017 w 2176285"/>
              <a:gd name="connsiteY17" fmla="*/ 62970 h 1442090"/>
              <a:gd name="connsiteX18" fmla="*/ 470517 w 2176285"/>
              <a:gd name="connsiteY18" fmla="*/ 33337 h 1442090"/>
              <a:gd name="connsiteX19" fmla="*/ 690651 w 2176285"/>
              <a:gd name="connsiteY19" fmla="*/ 24870 h 1442090"/>
              <a:gd name="connsiteX20" fmla="*/ 902317 w 2176285"/>
              <a:gd name="connsiteY20" fmla="*/ 3704 h 1442090"/>
              <a:gd name="connsiteX21" fmla="*/ 1016617 w 2176285"/>
              <a:gd name="connsiteY21" fmla="*/ 12170 h 1442090"/>
              <a:gd name="connsiteX22" fmla="*/ 974284 w 2176285"/>
              <a:gd name="connsiteY22" fmla="*/ 118004 h 1442090"/>
              <a:gd name="connsiteX23" fmla="*/ 991217 w 2176285"/>
              <a:gd name="connsiteY23" fmla="*/ 156104 h 1442090"/>
              <a:gd name="connsiteX24" fmla="*/ 1135151 w 2176285"/>
              <a:gd name="connsiteY24" fmla="*/ 198437 h 1442090"/>
              <a:gd name="connsiteX25" fmla="*/ 1279084 w 2176285"/>
              <a:gd name="connsiteY25" fmla="*/ 168804 h 1442090"/>
              <a:gd name="connsiteX26" fmla="*/ 1355284 w 2176285"/>
              <a:gd name="connsiteY26" fmla="*/ 122237 h 1442090"/>
              <a:gd name="connsiteX27" fmla="*/ 1342584 w 2176285"/>
              <a:gd name="connsiteY27" fmla="*/ 67204 h 1442090"/>
              <a:gd name="connsiteX28" fmla="*/ 1296017 w 2176285"/>
              <a:gd name="connsiteY28" fmla="*/ 24870 h 1442090"/>
              <a:gd name="connsiteX29" fmla="*/ 1410317 w 2176285"/>
              <a:gd name="connsiteY29" fmla="*/ 12170 h 1442090"/>
              <a:gd name="connsiteX30" fmla="*/ 1651617 w 2176285"/>
              <a:gd name="connsiteY30" fmla="*/ 29104 h 1442090"/>
              <a:gd name="connsiteX31" fmla="*/ 1969117 w 2176285"/>
              <a:gd name="connsiteY31" fmla="*/ 109537 h 1442090"/>
              <a:gd name="connsiteX32" fmla="*/ 2121517 w 2176285"/>
              <a:gd name="connsiteY32" fmla="*/ 109537 h 1442090"/>
              <a:gd name="connsiteX33" fmla="*/ 2155384 w 2176285"/>
              <a:gd name="connsiteY33" fmla="*/ 185737 h 1442090"/>
              <a:gd name="connsiteX34" fmla="*/ 2163851 w 2176285"/>
              <a:gd name="connsiteY34" fmla="*/ 951970 h 1442090"/>
              <a:gd name="connsiteX35" fmla="*/ 2168084 w 2176285"/>
              <a:gd name="connsiteY35" fmla="*/ 1354137 h 1442090"/>
              <a:gd name="connsiteX36" fmla="*/ 2045317 w 2176285"/>
              <a:gd name="connsiteY36" fmla="*/ 1438804 h 1442090"/>
              <a:gd name="connsiteX37" fmla="*/ 1490751 w 2176285"/>
              <a:gd name="connsiteY37" fmla="*/ 1426104 h 1442090"/>
              <a:gd name="connsiteX38" fmla="*/ 902317 w 2176285"/>
              <a:gd name="connsiteY38" fmla="*/ 1404937 h 1442090"/>
              <a:gd name="connsiteX39" fmla="*/ 474751 w 2176285"/>
              <a:gd name="connsiteY39" fmla="*/ 1400704 h 1442090"/>
              <a:gd name="connsiteX40" fmla="*/ 174184 w 2176285"/>
              <a:gd name="connsiteY40" fmla="*/ 1396470 h 1442090"/>
              <a:gd name="connsiteX41" fmla="*/ 4851 w 2176285"/>
              <a:gd name="connsiteY41" fmla="*/ 1388004 h 1442090"/>
              <a:gd name="connsiteX0" fmla="*/ 4737 w 2176171"/>
              <a:gd name="connsiteY0" fmla="*/ 1388004 h 1442090"/>
              <a:gd name="connsiteX1" fmla="*/ 91520 w 2176171"/>
              <a:gd name="connsiteY1" fmla="*/ 1277937 h 1442090"/>
              <a:gd name="connsiteX2" fmla="*/ 125387 w 2176171"/>
              <a:gd name="connsiteY2" fmla="*/ 1150937 h 1442090"/>
              <a:gd name="connsiteX3" fmla="*/ 152903 w 2176171"/>
              <a:gd name="connsiteY3" fmla="*/ 964670 h 1442090"/>
              <a:gd name="connsiteX4" fmla="*/ 163487 w 2176171"/>
              <a:gd name="connsiteY4" fmla="*/ 799570 h 1442090"/>
              <a:gd name="connsiteX5" fmla="*/ 121153 w 2176171"/>
              <a:gd name="connsiteY5" fmla="*/ 829203 h 1442090"/>
              <a:gd name="connsiteX6" fmla="*/ 61887 w 2176171"/>
              <a:gd name="connsiteY6" fmla="*/ 896937 h 1442090"/>
              <a:gd name="connsiteX7" fmla="*/ 17437 w 2176171"/>
              <a:gd name="connsiteY7" fmla="*/ 837670 h 1442090"/>
              <a:gd name="connsiteX8" fmla="*/ 503 w 2176171"/>
              <a:gd name="connsiteY8" fmla="*/ 685270 h 1442090"/>
              <a:gd name="connsiteX9" fmla="*/ 34370 w 2176171"/>
              <a:gd name="connsiteY9" fmla="*/ 600604 h 1442090"/>
              <a:gd name="connsiteX10" fmla="*/ 59770 w 2176171"/>
              <a:gd name="connsiteY10" fmla="*/ 562504 h 1442090"/>
              <a:gd name="connsiteX11" fmla="*/ 119037 w 2176171"/>
              <a:gd name="connsiteY11" fmla="*/ 613304 h 1442090"/>
              <a:gd name="connsiteX12" fmla="*/ 144437 w 2176171"/>
              <a:gd name="connsiteY12" fmla="*/ 655637 h 1442090"/>
              <a:gd name="connsiteX13" fmla="*/ 152903 w 2176171"/>
              <a:gd name="connsiteY13" fmla="*/ 503237 h 1442090"/>
              <a:gd name="connsiteX14" fmla="*/ 131737 w 2176171"/>
              <a:gd name="connsiteY14" fmla="*/ 245004 h 1442090"/>
              <a:gd name="connsiteX15" fmla="*/ 93637 w 2176171"/>
              <a:gd name="connsiteY15" fmla="*/ 84137 h 1442090"/>
              <a:gd name="connsiteX16" fmla="*/ 72470 w 2176171"/>
              <a:gd name="connsiteY16" fmla="*/ 37570 h 1442090"/>
              <a:gd name="connsiteX17" fmla="*/ 152903 w 2176171"/>
              <a:gd name="connsiteY17" fmla="*/ 62970 h 1442090"/>
              <a:gd name="connsiteX18" fmla="*/ 470403 w 2176171"/>
              <a:gd name="connsiteY18" fmla="*/ 33337 h 1442090"/>
              <a:gd name="connsiteX19" fmla="*/ 690537 w 2176171"/>
              <a:gd name="connsiteY19" fmla="*/ 24870 h 1442090"/>
              <a:gd name="connsiteX20" fmla="*/ 902203 w 2176171"/>
              <a:gd name="connsiteY20" fmla="*/ 3704 h 1442090"/>
              <a:gd name="connsiteX21" fmla="*/ 1016503 w 2176171"/>
              <a:gd name="connsiteY21" fmla="*/ 12170 h 1442090"/>
              <a:gd name="connsiteX22" fmla="*/ 974170 w 2176171"/>
              <a:gd name="connsiteY22" fmla="*/ 118004 h 1442090"/>
              <a:gd name="connsiteX23" fmla="*/ 991103 w 2176171"/>
              <a:gd name="connsiteY23" fmla="*/ 156104 h 1442090"/>
              <a:gd name="connsiteX24" fmla="*/ 1135037 w 2176171"/>
              <a:gd name="connsiteY24" fmla="*/ 198437 h 1442090"/>
              <a:gd name="connsiteX25" fmla="*/ 1278970 w 2176171"/>
              <a:gd name="connsiteY25" fmla="*/ 168804 h 1442090"/>
              <a:gd name="connsiteX26" fmla="*/ 1355170 w 2176171"/>
              <a:gd name="connsiteY26" fmla="*/ 122237 h 1442090"/>
              <a:gd name="connsiteX27" fmla="*/ 1342470 w 2176171"/>
              <a:gd name="connsiteY27" fmla="*/ 67204 h 1442090"/>
              <a:gd name="connsiteX28" fmla="*/ 1295903 w 2176171"/>
              <a:gd name="connsiteY28" fmla="*/ 24870 h 1442090"/>
              <a:gd name="connsiteX29" fmla="*/ 1410203 w 2176171"/>
              <a:gd name="connsiteY29" fmla="*/ 12170 h 1442090"/>
              <a:gd name="connsiteX30" fmla="*/ 1651503 w 2176171"/>
              <a:gd name="connsiteY30" fmla="*/ 29104 h 1442090"/>
              <a:gd name="connsiteX31" fmla="*/ 1969003 w 2176171"/>
              <a:gd name="connsiteY31" fmla="*/ 109537 h 1442090"/>
              <a:gd name="connsiteX32" fmla="*/ 2121403 w 2176171"/>
              <a:gd name="connsiteY32" fmla="*/ 109537 h 1442090"/>
              <a:gd name="connsiteX33" fmla="*/ 2155270 w 2176171"/>
              <a:gd name="connsiteY33" fmla="*/ 185737 h 1442090"/>
              <a:gd name="connsiteX34" fmla="*/ 2163737 w 2176171"/>
              <a:gd name="connsiteY34" fmla="*/ 951970 h 1442090"/>
              <a:gd name="connsiteX35" fmla="*/ 2167970 w 2176171"/>
              <a:gd name="connsiteY35" fmla="*/ 1354137 h 1442090"/>
              <a:gd name="connsiteX36" fmla="*/ 2045203 w 2176171"/>
              <a:gd name="connsiteY36" fmla="*/ 1438804 h 1442090"/>
              <a:gd name="connsiteX37" fmla="*/ 1490637 w 2176171"/>
              <a:gd name="connsiteY37" fmla="*/ 1426104 h 1442090"/>
              <a:gd name="connsiteX38" fmla="*/ 902203 w 2176171"/>
              <a:gd name="connsiteY38" fmla="*/ 1404937 h 1442090"/>
              <a:gd name="connsiteX39" fmla="*/ 474637 w 2176171"/>
              <a:gd name="connsiteY39" fmla="*/ 1400704 h 1442090"/>
              <a:gd name="connsiteX40" fmla="*/ 174070 w 2176171"/>
              <a:gd name="connsiteY40" fmla="*/ 1396470 h 1442090"/>
              <a:gd name="connsiteX41" fmla="*/ 4737 w 2176171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118999 w 2176133"/>
              <a:gd name="connsiteY11" fmla="*/ 613304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112649 w 2176133"/>
              <a:gd name="connsiteY11" fmla="*/ 615421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1699 w 2176133"/>
              <a:gd name="connsiteY14" fmla="*/ 245004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4016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62970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52865 w 2176133"/>
              <a:gd name="connsiteY13" fmla="*/ 503237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42432 w 2176133"/>
              <a:gd name="connsiteY27" fmla="*/ 67204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21266 w 2176133"/>
              <a:gd name="connsiteY27" fmla="*/ 77788 h 1442090"/>
              <a:gd name="connsiteX28" fmla="*/ 12958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55132 w 2176133"/>
              <a:gd name="connsiteY26" fmla="*/ 122237 h 1442090"/>
              <a:gd name="connsiteX27" fmla="*/ 1321266 w 2176133"/>
              <a:gd name="connsiteY27" fmla="*/ 77788 h 1442090"/>
              <a:gd name="connsiteX28" fmla="*/ 12831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8004 h 1442090"/>
              <a:gd name="connsiteX1" fmla="*/ 91482 w 2176133"/>
              <a:gd name="connsiteY1" fmla="*/ 1277937 h 1442090"/>
              <a:gd name="connsiteX2" fmla="*/ 125349 w 2176133"/>
              <a:gd name="connsiteY2" fmla="*/ 1150937 h 1442090"/>
              <a:gd name="connsiteX3" fmla="*/ 152865 w 2176133"/>
              <a:gd name="connsiteY3" fmla="*/ 964670 h 1442090"/>
              <a:gd name="connsiteX4" fmla="*/ 163449 w 2176133"/>
              <a:gd name="connsiteY4" fmla="*/ 799570 h 1442090"/>
              <a:gd name="connsiteX5" fmla="*/ 121115 w 2176133"/>
              <a:gd name="connsiteY5" fmla="*/ 829203 h 1442090"/>
              <a:gd name="connsiteX6" fmla="*/ 55499 w 2176133"/>
              <a:gd name="connsiteY6" fmla="*/ 894820 h 1442090"/>
              <a:gd name="connsiteX7" fmla="*/ 17399 w 2176133"/>
              <a:gd name="connsiteY7" fmla="*/ 837670 h 1442090"/>
              <a:gd name="connsiteX8" fmla="*/ 465 w 2176133"/>
              <a:gd name="connsiteY8" fmla="*/ 685270 h 1442090"/>
              <a:gd name="connsiteX9" fmla="*/ 34332 w 2176133"/>
              <a:gd name="connsiteY9" fmla="*/ 600604 h 1442090"/>
              <a:gd name="connsiteX10" fmla="*/ 59732 w 2176133"/>
              <a:gd name="connsiteY10" fmla="*/ 562504 h 1442090"/>
              <a:gd name="connsiteX11" fmla="*/ 99949 w 2176133"/>
              <a:gd name="connsiteY11" fmla="*/ 613305 h 1442090"/>
              <a:gd name="connsiteX12" fmla="*/ 144399 w 2176133"/>
              <a:gd name="connsiteY12" fmla="*/ 655637 h 1442090"/>
              <a:gd name="connsiteX13" fmla="*/ 146515 w 2176133"/>
              <a:gd name="connsiteY13" fmla="*/ 501120 h 1442090"/>
              <a:gd name="connsiteX14" fmla="*/ 133816 w 2176133"/>
              <a:gd name="connsiteY14" fmla="*/ 300038 h 1442090"/>
              <a:gd name="connsiteX15" fmla="*/ 93599 w 2176133"/>
              <a:gd name="connsiteY15" fmla="*/ 84137 h 1442090"/>
              <a:gd name="connsiteX16" fmla="*/ 72432 w 2176133"/>
              <a:gd name="connsiteY16" fmla="*/ 37570 h 1442090"/>
              <a:gd name="connsiteX17" fmla="*/ 152865 w 2176133"/>
              <a:gd name="connsiteY17" fmla="*/ 52387 h 1442090"/>
              <a:gd name="connsiteX18" fmla="*/ 470365 w 2176133"/>
              <a:gd name="connsiteY18" fmla="*/ 33337 h 1442090"/>
              <a:gd name="connsiteX19" fmla="*/ 690499 w 2176133"/>
              <a:gd name="connsiteY19" fmla="*/ 24870 h 1442090"/>
              <a:gd name="connsiteX20" fmla="*/ 902165 w 2176133"/>
              <a:gd name="connsiteY20" fmla="*/ 3704 h 1442090"/>
              <a:gd name="connsiteX21" fmla="*/ 1016465 w 2176133"/>
              <a:gd name="connsiteY21" fmla="*/ 12170 h 1442090"/>
              <a:gd name="connsiteX22" fmla="*/ 974132 w 2176133"/>
              <a:gd name="connsiteY22" fmla="*/ 118004 h 1442090"/>
              <a:gd name="connsiteX23" fmla="*/ 991065 w 2176133"/>
              <a:gd name="connsiteY23" fmla="*/ 156104 h 1442090"/>
              <a:gd name="connsiteX24" fmla="*/ 1134999 w 2176133"/>
              <a:gd name="connsiteY24" fmla="*/ 198437 h 1442090"/>
              <a:gd name="connsiteX25" fmla="*/ 1278932 w 2176133"/>
              <a:gd name="connsiteY25" fmla="*/ 168804 h 1442090"/>
              <a:gd name="connsiteX26" fmla="*/ 1346665 w 2176133"/>
              <a:gd name="connsiteY26" fmla="*/ 124353 h 1442090"/>
              <a:gd name="connsiteX27" fmla="*/ 1321266 w 2176133"/>
              <a:gd name="connsiteY27" fmla="*/ 77788 h 1442090"/>
              <a:gd name="connsiteX28" fmla="*/ 1283165 w 2176133"/>
              <a:gd name="connsiteY28" fmla="*/ 24870 h 1442090"/>
              <a:gd name="connsiteX29" fmla="*/ 1410165 w 2176133"/>
              <a:gd name="connsiteY29" fmla="*/ 12170 h 1442090"/>
              <a:gd name="connsiteX30" fmla="*/ 1651465 w 2176133"/>
              <a:gd name="connsiteY30" fmla="*/ 29104 h 1442090"/>
              <a:gd name="connsiteX31" fmla="*/ 1968965 w 2176133"/>
              <a:gd name="connsiteY31" fmla="*/ 109537 h 1442090"/>
              <a:gd name="connsiteX32" fmla="*/ 2121365 w 2176133"/>
              <a:gd name="connsiteY32" fmla="*/ 109537 h 1442090"/>
              <a:gd name="connsiteX33" fmla="*/ 2155232 w 2176133"/>
              <a:gd name="connsiteY33" fmla="*/ 185737 h 1442090"/>
              <a:gd name="connsiteX34" fmla="*/ 2163699 w 2176133"/>
              <a:gd name="connsiteY34" fmla="*/ 951970 h 1442090"/>
              <a:gd name="connsiteX35" fmla="*/ 2167932 w 2176133"/>
              <a:gd name="connsiteY35" fmla="*/ 1354137 h 1442090"/>
              <a:gd name="connsiteX36" fmla="*/ 2045165 w 2176133"/>
              <a:gd name="connsiteY36" fmla="*/ 1438804 h 1442090"/>
              <a:gd name="connsiteX37" fmla="*/ 1490599 w 2176133"/>
              <a:gd name="connsiteY37" fmla="*/ 1426104 h 1442090"/>
              <a:gd name="connsiteX38" fmla="*/ 902165 w 2176133"/>
              <a:gd name="connsiteY38" fmla="*/ 1404937 h 1442090"/>
              <a:gd name="connsiteX39" fmla="*/ 474599 w 2176133"/>
              <a:gd name="connsiteY39" fmla="*/ 1400704 h 1442090"/>
              <a:gd name="connsiteX40" fmla="*/ 174032 w 2176133"/>
              <a:gd name="connsiteY40" fmla="*/ 1396470 h 1442090"/>
              <a:gd name="connsiteX41" fmla="*/ 4699 w 2176133"/>
              <a:gd name="connsiteY41" fmla="*/ 1388004 h 1442090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46665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2136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2136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102315 w 2176133"/>
              <a:gd name="connsiteY32" fmla="*/ 105855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072682 w 2176133"/>
              <a:gd name="connsiteY32" fmla="*/ 114322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84322 h 1438408"/>
              <a:gd name="connsiteX1" fmla="*/ 91482 w 2176133"/>
              <a:gd name="connsiteY1" fmla="*/ 1274255 h 1438408"/>
              <a:gd name="connsiteX2" fmla="*/ 125349 w 2176133"/>
              <a:gd name="connsiteY2" fmla="*/ 1147255 h 1438408"/>
              <a:gd name="connsiteX3" fmla="*/ 152865 w 2176133"/>
              <a:gd name="connsiteY3" fmla="*/ 960988 h 1438408"/>
              <a:gd name="connsiteX4" fmla="*/ 163449 w 2176133"/>
              <a:gd name="connsiteY4" fmla="*/ 795888 h 1438408"/>
              <a:gd name="connsiteX5" fmla="*/ 121115 w 2176133"/>
              <a:gd name="connsiteY5" fmla="*/ 825521 h 1438408"/>
              <a:gd name="connsiteX6" fmla="*/ 55499 w 2176133"/>
              <a:gd name="connsiteY6" fmla="*/ 891138 h 1438408"/>
              <a:gd name="connsiteX7" fmla="*/ 17399 w 2176133"/>
              <a:gd name="connsiteY7" fmla="*/ 833988 h 1438408"/>
              <a:gd name="connsiteX8" fmla="*/ 465 w 2176133"/>
              <a:gd name="connsiteY8" fmla="*/ 681588 h 1438408"/>
              <a:gd name="connsiteX9" fmla="*/ 34332 w 2176133"/>
              <a:gd name="connsiteY9" fmla="*/ 596922 h 1438408"/>
              <a:gd name="connsiteX10" fmla="*/ 59732 w 2176133"/>
              <a:gd name="connsiteY10" fmla="*/ 558822 h 1438408"/>
              <a:gd name="connsiteX11" fmla="*/ 99949 w 2176133"/>
              <a:gd name="connsiteY11" fmla="*/ 609623 h 1438408"/>
              <a:gd name="connsiteX12" fmla="*/ 144399 w 2176133"/>
              <a:gd name="connsiteY12" fmla="*/ 651955 h 1438408"/>
              <a:gd name="connsiteX13" fmla="*/ 146515 w 2176133"/>
              <a:gd name="connsiteY13" fmla="*/ 497438 h 1438408"/>
              <a:gd name="connsiteX14" fmla="*/ 133816 w 2176133"/>
              <a:gd name="connsiteY14" fmla="*/ 296356 h 1438408"/>
              <a:gd name="connsiteX15" fmla="*/ 93599 w 2176133"/>
              <a:gd name="connsiteY15" fmla="*/ 80455 h 1438408"/>
              <a:gd name="connsiteX16" fmla="*/ 72432 w 2176133"/>
              <a:gd name="connsiteY16" fmla="*/ 33888 h 1438408"/>
              <a:gd name="connsiteX17" fmla="*/ 152865 w 2176133"/>
              <a:gd name="connsiteY17" fmla="*/ 48705 h 1438408"/>
              <a:gd name="connsiteX18" fmla="*/ 470365 w 2176133"/>
              <a:gd name="connsiteY18" fmla="*/ 29655 h 1438408"/>
              <a:gd name="connsiteX19" fmla="*/ 690499 w 2176133"/>
              <a:gd name="connsiteY19" fmla="*/ 21188 h 1438408"/>
              <a:gd name="connsiteX20" fmla="*/ 902165 w 2176133"/>
              <a:gd name="connsiteY20" fmla="*/ 22 h 1438408"/>
              <a:gd name="connsiteX21" fmla="*/ 1022815 w 2176133"/>
              <a:gd name="connsiteY21" fmla="*/ 25421 h 1438408"/>
              <a:gd name="connsiteX22" fmla="*/ 974132 w 2176133"/>
              <a:gd name="connsiteY22" fmla="*/ 114322 h 1438408"/>
              <a:gd name="connsiteX23" fmla="*/ 991065 w 2176133"/>
              <a:gd name="connsiteY23" fmla="*/ 152422 h 1438408"/>
              <a:gd name="connsiteX24" fmla="*/ 1134999 w 2176133"/>
              <a:gd name="connsiteY24" fmla="*/ 194755 h 1438408"/>
              <a:gd name="connsiteX25" fmla="*/ 1278932 w 2176133"/>
              <a:gd name="connsiteY25" fmla="*/ 165122 h 1438408"/>
              <a:gd name="connsiteX26" fmla="*/ 1338199 w 2176133"/>
              <a:gd name="connsiteY26" fmla="*/ 120671 h 1438408"/>
              <a:gd name="connsiteX27" fmla="*/ 1321266 w 2176133"/>
              <a:gd name="connsiteY27" fmla="*/ 74106 h 1438408"/>
              <a:gd name="connsiteX28" fmla="*/ 1283165 w 2176133"/>
              <a:gd name="connsiteY28" fmla="*/ 21188 h 1438408"/>
              <a:gd name="connsiteX29" fmla="*/ 1410165 w 2176133"/>
              <a:gd name="connsiteY29" fmla="*/ 8488 h 1438408"/>
              <a:gd name="connsiteX30" fmla="*/ 1651465 w 2176133"/>
              <a:gd name="connsiteY30" fmla="*/ 25422 h 1438408"/>
              <a:gd name="connsiteX31" fmla="*/ 1968965 w 2176133"/>
              <a:gd name="connsiteY31" fmla="*/ 105855 h 1438408"/>
              <a:gd name="connsiteX32" fmla="*/ 2072682 w 2176133"/>
              <a:gd name="connsiteY32" fmla="*/ 114322 h 1438408"/>
              <a:gd name="connsiteX33" fmla="*/ 2155232 w 2176133"/>
              <a:gd name="connsiteY33" fmla="*/ 182055 h 1438408"/>
              <a:gd name="connsiteX34" fmla="*/ 2163699 w 2176133"/>
              <a:gd name="connsiteY34" fmla="*/ 948288 h 1438408"/>
              <a:gd name="connsiteX35" fmla="*/ 2167932 w 2176133"/>
              <a:gd name="connsiteY35" fmla="*/ 1350455 h 1438408"/>
              <a:gd name="connsiteX36" fmla="*/ 2045165 w 2176133"/>
              <a:gd name="connsiteY36" fmla="*/ 1435122 h 1438408"/>
              <a:gd name="connsiteX37" fmla="*/ 1490599 w 2176133"/>
              <a:gd name="connsiteY37" fmla="*/ 1422422 h 1438408"/>
              <a:gd name="connsiteX38" fmla="*/ 902165 w 2176133"/>
              <a:gd name="connsiteY38" fmla="*/ 1401255 h 1438408"/>
              <a:gd name="connsiteX39" fmla="*/ 474599 w 2176133"/>
              <a:gd name="connsiteY39" fmla="*/ 1397022 h 1438408"/>
              <a:gd name="connsiteX40" fmla="*/ 174032 w 2176133"/>
              <a:gd name="connsiteY40" fmla="*/ 1392788 h 1438408"/>
              <a:gd name="connsiteX41" fmla="*/ 4699 w 2176133"/>
              <a:gd name="connsiteY41" fmla="*/ 1384322 h 1438408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74132 w 2176133"/>
              <a:gd name="connsiteY22" fmla="*/ 107981 h 1432067"/>
              <a:gd name="connsiteX23" fmla="*/ 991065 w 2176133"/>
              <a:gd name="connsiteY23" fmla="*/ 146081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74132 w 2176133"/>
              <a:gd name="connsiteY22" fmla="*/ 1079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65665 w 2176133"/>
              <a:gd name="connsiteY22" fmla="*/ 1206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  <a:gd name="connsiteX0" fmla="*/ 4699 w 2176133"/>
              <a:gd name="connsiteY0" fmla="*/ 1377981 h 1432067"/>
              <a:gd name="connsiteX1" fmla="*/ 91482 w 2176133"/>
              <a:gd name="connsiteY1" fmla="*/ 1267914 h 1432067"/>
              <a:gd name="connsiteX2" fmla="*/ 125349 w 2176133"/>
              <a:gd name="connsiteY2" fmla="*/ 1140914 h 1432067"/>
              <a:gd name="connsiteX3" fmla="*/ 152865 w 2176133"/>
              <a:gd name="connsiteY3" fmla="*/ 954647 h 1432067"/>
              <a:gd name="connsiteX4" fmla="*/ 163449 w 2176133"/>
              <a:gd name="connsiteY4" fmla="*/ 789547 h 1432067"/>
              <a:gd name="connsiteX5" fmla="*/ 121115 w 2176133"/>
              <a:gd name="connsiteY5" fmla="*/ 819180 h 1432067"/>
              <a:gd name="connsiteX6" fmla="*/ 55499 w 2176133"/>
              <a:gd name="connsiteY6" fmla="*/ 884797 h 1432067"/>
              <a:gd name="connsiteX7" fmla="*/ 17399 w 2176133"/>
              <a:gd name="connsiteY7" fmla="*/ 827647 h 1432067"/>
              <a:gd name="connsiteX8" fmla="*/ 465 w 2176133"/>
              <a:gd name="connsiteY8" fmla="*/ 675247 h 1432067"/>
              <a:gd name="connsiteX9" fmla="*/ 34332 w 2176133"/>
              <a:gd name="connsiteY9" fmla="*/ 590581 h 1432067"/>
              <a:gd name="connsiteX10" fmla="*/ 59732 w 2176133"/>
              <a:gd name="connsiteY10" fmla="*/ 552481 h 1432067"/>
              <a:gd name="connsiteX11" fmla="*/ 99949 w 2176133"/>
              <a:gd name="connsiteY11" fmla="*/ 603282 h 1432067"/>
              <a:gd name="connsiteX12" fmla="*/ 144399 w 2176133"/>
              <a:gd name="connsiteY12" fmla="*/ 645614 h 1432067"/>
              <a:gd name="connsiteX13" fmla="*/ 146515 w 2176133"/>
              <a:gd name="connsiteY13" fmla="*/ 491097 h 1432067"/>
              <a:gd name="connsiteX14" fmla="*/ 133816 w 2176133"/>
              <a:gd name="connsiteY14" fmla="*/ 290015 h 1432067"/>
              <a:gd name="connsiteX15" fmla="*/ 93599 w 2176133"/>
              <a:gd name="connsiteY15" fmla="*/ 74114 h 1432067"/>
              <a:gd name="connsiteX16" fmla="*/ 72432 w 2176133"/>
              <a:gd name="connsiteY16" fmla="*/ 27547 h 1432067"/>
              <a:gd name="connsiteX17" fmla="*/ 152865 w 2176133"/>
              <a:gd name="connsiteY17" fmla="*/ 42364 h 1432067"/>
              <a:gd name="connsiteX18" fmla="*/ 470365 w 2176133"/>
              <a:gd name="connsiteY18" fmla="*/ 23314 h 1432067"/>
              <a:gd name="connsiteX19" fmla="*/ 690499 w 2176133"/>
              <a:gd name="connsiteY19" fmla="*/ 14847 h 1432067"/>
              <a:gd name="connsiteX20" fmla="*/ 910632 w 2176133"/>
              <a:gd name="connsiteY20" fmla="*/ 31 h 1432067"/>
              <a:gd name="connsiteX21" fmla="*/ 1022815 w 2176133"/>
              <a:gd name="connsiteY21" fmla="*/ 19080 h 1432067"/>
              <a:gd name="connsiteX22" fmla="*/ 965665 w 2176133"/>
              <a:gd name="connsiteY22" fmla="*/ 120681 h 1432067"/>
              <a:gd name="connsiteX23" fmla="*/ 999532 w 2176133"/>
              <a:gd name="connsiteY23" fmla="*/ 160898 h 1432067"/>
              <a:gd name="connsiteX24" fmla="*/ 1134999 w 2176133"/>
              <a:gd name="connsiteY24" fmla="*/ 188414 h 1432067"/>
              <a:gd name="connsiteX25" fmla="*/ 1278932 w 2176133"/>
              <a:gd name="connsiteY25" fmla="*/ 158781 h 1432067"/>
              <a:gd name="connsiteX26" fmla="*/ 1338199 w 2176133"/>
              <a:gd name="connsiteY26" fmla="*/ 114330 h 1432067"/>
              <a:gd name="connsiteX27" fmla="*/ 1321266 w 2176133"/>
              <a:gd name="connsiteY27" fmla="*/ 67765 h 1432067"/>
              <a:gd name="connsiteX28" fmla="*/ 1283165 w 2176133"/>
              <a:gd name="connsiteY28" fmla="*/ 14847 h 1432067"/>
              <a:gd name="connsiteX29" fmla="*/ 1410165 w 2176133"/>
              <a:gd name="connsiteY29" fmla="*/ 2147 h 1432067"/>
              <a:gd name="connsiteX30" fmla="*/ 1651465 w 2176133"/>
              <a:gd name="connsiteY30" fmla="*/ 19081 h 1432067"/>
              <a:gd name="connsiteX31" fmla="*/ 1968965 w 2176133"/>
              <a:gd name="connsiteY31" fmla="*/ 99514 h 1432067"/>
              <a:gd name="connsiteX32" fmla="*/ 2072682 w 2176133"/>
              <a:gd name="connsiteY32" fmla="*/ 107981 h 1432067"/>
              <a:gd name="connsiteX33" fmla="*/ 2155232 w 2176133"/>
              <a:gd name="connsiteY33" fmla="*/ 175714 h 1432067"/>
              <a:gd name="connsiteX34" fmla="*/ 2163699 w 2176133"/>
              <a:gd name="connsiteY34" fmla="*/ 941947 h 1432067"/>
              <a:gd name="connsiteX35" fmla="*/ 2167932 w 2176133"/>
              <a:gd name="connsiteY35" fmla="*/ 1344114 h 1432067"/>
              <a:gd name="connsiteX36" fmla="*/ 2045165 w 2176133"/>
              <a:gd name="connsiteY36" fmla="*/ 1428781 h 1432067"/>
              <a:gd name="connsiteX37" fmla="*/ 1490599 w 2176133"/>
              <a:gd name="connsiteY37" fmla="*/ 1416081 h 1432067"/>
              <a:gd name="connsiteX38" fmla="*/ 902165 w 2176133"/>
              <a:gd name="connsiteY38" fmla="*/ 1394914 h 1432067"/>
              <a:gd name="connsiteX39" fmla="*/ 474599 w 2176133"/>
              <a:gd name="connsiteY39" fmla="*/ 1390681 h 1432067"/>
              <a:gd name="connsiteX40" fmla="*/ 174032 w 2176133"/>
              <a:gd name="connsiteY40" fmla="*/ 1386447 h 1432067"/>
              <a:gd name="connsiteX41" fmla="*/ 4699 w 2176133"/>
              <a:gd name="connsiteY41" fmla="*/ 1377981 h 143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176133" h="1432067">
                <a:moveTo>
                  <a:pt x="4699" y="1377981"/>
                </a:moveTo>
                <a:cubicBezTo>
                  <a:pt x="9991" y="1358226"/>
                  <a:pt x="71374" y="1307425"/>
                  <a:pt x="91482" y="1267914"/>
                </a:cubicBezTo>
                <a:cubicBezTo>
                  <a:pt x="111590" y="1228403"/>
                  <a:pt x="115119" y="1193125"/>
                  <a:pt x="125349" y="1140914"/>
                </a:cubicBezTo>
                <a:cubicBezTo>
                  <a:pt x="135579" y="1088703"/>
                  <a:pt x="146515" y="1013208"/>
                  <a:pt x="152865" y="954647"/>
                </a:cubicBezTo>
                <a:cubicBezTo>
                  <a:pt x="159215" y="896086"/>
                  <a:pt x="168741" y="812125"/>
                  <a:pt x="163449" y="789547"/>
                </a:cubicBezTo>
                <a:cubicBezTo>
                  <a:pt x="158157" y="766969"/>
                  <a:pt x="139107" y="803305"/>
                  <a:pt x="121115" y="819180"/>
                </a:cubicBezTo>
                <a:cubicBezTo>
                  <a:pt x="103123" y="835055"/>
                  <a:pt x="72785" y="883386"/>
                  <a:pt x="55499" y="884797"/>
                </a:cubicBezTo>
                <a:cubicBezTo>
                  <a:pt x="38213" y="886208"/>
                  <a:pt x="26571" y="862572"/>
                  <a:pt x="17399" y="827647"/>
                </a:cubicBezTo>
                <a:cubicBezTo>
                  <a:pt x="8227" y="792722"/>
                  <a:pt x="-2357" y="714758"/>
                  <a:pt x="465" y="675247"/>
                </a:cubicBezTo>
                <a:cubicBezTo>
                  <a:pt x="3287" y="635736"/>
                  <a:pt x="24454" y="611042"/>
                  <a:pt x="34332" y="590581"/>
                </a:cubicBezTo>
                <a:cubicBezTo>
                  <a:pt x="44210" y="570120"/>
                  <a:pt x="48796" y="550364"/>
                  <a:pt x="59732" y="552481"/>
                </a:cubicBezTo>
                <a:cubicBezTo>
                  <a:pt x="70668" y="554598"/>
                  <a:pt x="85838" y="587760"/>
                  <a:pt x="99949" y="603282"/>
                </a:cubicBezTo>
                <a:cubicBezTo>
                  <a:pt x="114060" y="618804"/>
                  <a:pt x="136638" y="664312"/>
                  <a:pt x="144399" y="645614"/>
                </a:cubicBezTo>
                <a:cubicBezTo>
                  <a:pt x="152160" y="626916"/>
                  <a:pt x="148279" y="550363"/>
                  <a:pt x="146515" y="491097"/>
                </a:cubicBezTo>
                <a:cubicBezTo>
                  <a:pt x="144751" y="431831"/>
                  <a:pt x="142635" y="359512"/>
                  <a:pt x="133816" y="290015"/>
                </a:cubicBezTo>
                <a:cubicBezTo>
                  <a:pt x="124997" y="220518"/>
                  <a:pt x="103830" y="117859"/>
                  <a:pt x="93599" y="74114"/>
                </a:cubicBezTo>
                <a:cubicBezTo>
                  <a:pt x="83368" y="30369"/>
                  <a:pt x="62554" y="32839"/>
                  <a:pt x="72432" y="27547"/>
                </a:cubicBezTo>
                <a:cubicBezTo>
                  <a:pt x="82310" y="22255"/>
                  <a:pt x="86543" y="43069"/>
                  <a:pt x="152865" y="42364"/>
                </a:cubicBezTo>
                <a:cubicBezTo>
                  <a:pt x="219187" y="41659"/>
                  <a:pt x="380759" y="27900"/>
                  <a:pt x="470365" y="23314"/>
                </a:cubicBezTo>
                <a:cubicBezTo>
                  <a:pt x="559971" y="18728"/>
                  <a:pt x="617121" y="18728"/>
                  <a:pt x="690499" y="14847"/>
                </a:cubicBezTo>
                <a:cubicBezTo>
                  <a:pt x="763877" y="10966"/>
                  <a:pt x="855246" y="-674"/>
                  <a:pt x="910632" y="31"/>
                </a:cubicBezTo>
                <a:cubicBezTo>
                  <a:pt x="966018" y="736"/>
                  <a:pt x="1013643" y="-1028"/>
                  <a:pt x="1022815" y="19080"/>
                </a:cubicBezTo>
                <a:cubicBezTo>
                  <a:pt x="1031987" y="39188"/>
                  <a:pt x="969546" y="97045"/>
                  <a:pt x="965665" y="120681"/>
                </a:cubicBezTo>
                <a:cubicBezTo>
                  <a:pt x="961785" y="144317"/>
                  <a:pt x="971310" y="149609"/>
                  <a:pt x="999532" y="160898"/>
                </a:cubicBezTo>
                <a:cubicBezTo>
                  <a:pt x="1027754" y="172187"/>
                  <a:pt x="1088432" y="188767"/>
                  <a:pt x="1134999" y="188414"/>
                </a:cubicBezTo>
                <a:cubicBezTo>
                  <a:pt x="1181566" y="188061"/>
                  <a:pt x="1245065" y="171128"/>
                  <a:pt x="1278932" y="158781"/>
                </a:cubicBezTo>
                <a:cubicBezTo>
                  <a:pt x="1312799" y="146434"/>
                  <a:pt x="1331143" y="129499"/>
                  <a:pt x="1338199" y="114330"/>
                </a:cubicBezTo>
                <a:cubicBezTo>
                  <a:pt x="1345255" y="99161"/>
                  <a:pt x="1330438" y="84346"/>
                  <a:pt x="1321266" y="67765"/>
                </a:cubicBezTo>
                <a:cubicBezTo>
                  <a:pt x="1312094" y="51184"/>
                  <a:pt x="1268349" y="25783"/>
                  <a:pt x="1283165" y="14847"/>
                </a:cubicBezTo>
                <a:cubicBezTo>
                  <a:pt x="1297981" y="3911"/>
                  <a:pt x="1348782" y="1441"/>
                  <a:pt x="1410165" y="2147"/>
                </a:cubicBezTo>
                <a:cubicBezTo>
                  <a:pt x="1471548" y="2853"/>
                  <a:pt x="1558332" y="2853"/>
                  <a:pt x="1651465" y="19081"/>
                </a:cubicBezTo>
                <a:cubicBezTo>
                  <a:pt x="1744598" y="35309"/>
                  <a:pt x="1898762" y="84697"/>
                  <a:pt x="1968965" y="99514"/>
                </a:cubicBezTo>
                <a:cubicBezTo>
                  <a:pt x="2039168" y="114331"/>
                  <a:pt x="2037405" y="112215"/>
                  <a:pt x="2072682" y="107981"/>
                </a:cubicBezTo>
                <a:cubicBezTo>
                  <a:pt x="2107959" y="103747"/>
                  <a:pt x="2140063" y="36720"/>
                  <a:pt x="2155232" y="175714"/>
                </a:cubicBezTo>
                <a:cubicBezTo>
                  <a:pt x="2170401" y="314708"/>
                  <a:pt x="2161582" y="747214"/>
                  <a:pt x="2163699" y="941947"/>
                </a:cubicBezTo>
                <a:cubicBezTo>
                  <a:pt x="2165816" y="1136680"/>
                  <a:pt x="2187688" y="1262975"/>
                  <a:pt x="2167932" y="1344114"/>
                </a:cubicBezTo>
                <a:cubicBezTo>
                  <a:pt x="2148176" y="1425253"/>
                  <a:pt x="2158054" y="1416787"/>
                  <a:pt x="2045165" y="1428781"/>
                </a:cubicBezTo>
                <a:cubicBezTo>
                  <a:pt x="1932276" y="1440776"/>
                  <a:pt x="1490599" y="1416081"/>
                  <a:pt x="1490599" y="1416081"/>
                </a:cubicBezTo>
                <a:lnTo>
                  <a:pt x="902165" y="1394914"/>
                </a:lnTo>
                <a:cubicBezTo>
                  <a:pt x="732832" y="1390681"/>
                  <a:pt x="474599" y="1390681"/>
                  <a:pt x="474599" y="1390681"/>
                </a:cubicBezTo>
                <a:lnTo>
                  <a:pt x="174032" y="1386447"/>
                </a:lnTo>
                <a:cubicBezTo>
                  <a:pt x="102065" y="1383625"/>
                  <a:pt x="-593" y="1397736"/>
                  <a:pt x="4699" y="1377981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202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34F69-4B65-1C4F-F03B-78A2EA99C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3358"/>
            <a:ext cx="6858000" cy="1319283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33A39DF-0736-7D07-2733-2510513690FB}"/>
              </a:ext>
            </a:extLst>
          </p:cNvPr>
          <p:cNvSpPr/>
          <p:nvPr/>
        </p:nvSpPr>
        <p:spPr>
          <a:xfrm>
            <a:off x="109829" y="4631503"/>
            <a:ext cx="1169836" cy="976281"/>
          </a:xfrm>
          <a:custGeom>
            <a:avLst/>
            <a:gdLst>
              <a:gd name="connsiteX0" fmla="*/ 47689 w 1187653"/>
              <a:gd name="connsiteY0" fmla="*/ 16798 h 938283"/>
              <a:gd name="connsiteX1" fmla="*/ 606489 w 1187653"/>
              <a:gd name="connsiteY1" fmla="*/ 8331 h 938283"/>
              <a:gd name="connsiteX2" fmla="*/ 847789 w 1187653"/>
              <a:gd name="connsiteY2" fmla="*/ 12565 h 938283"/>
              <a:gd name="connsiteX3" fmla="*/ 1034056 w 1187653"/>
              <a:gd name="connsiteY3" fmla="*/ 21031 h 938283"/>
              <a:gd name="connsiteX4" fmla="*/ 995956 w 1187653"/>
              <a:gd name="connsiteY4" fmla="*/ 139565 h 938283"/>
              <a:gd name="connsiteX5" fmla="*/ 983256 w 1187653"/>
              <a:gd name="connsiteY5" fmla="*/ 258098 h 938283"/>
              <a:gd name="connsiteX6" fmla="*/ 1021356 w 1187653"/>
              <a:gd name="connsiteY6" fmla="*/ 275031 h 938283"/>
              <a:gd name="connsiteX7" fmla="*/ 1118722 w 1187653"/>
              <a:gd name="connsiteY7" fmla="*/ 241165 h 938283"/>
              <a:gd name="connsiteX8" fmla="*/ 1165289 w 1187653"/>
              <a:gd name="connsiteY8" fmla="*/ 275031 h 938283"/>
              <a:gd name="connsiteX9" fmla="*/ 1186456 w 1187653"/>
              <a:gd name="connsiteY9" fmla="*/ 363931 h 938283"/>
              <a:gd name="connsiteX10" fmla="*/ 1131422 w 1187653"/>
              <a:gd name="connsiteY10" fmla="*/ 448598 h 938283"/>
              <a:gd name="connsiteX11" fmla="*/ 1055222 w 1187653"/>
              <a:gd name="connsiteY11" fmla="*/ 448598 h 938283"/>
              <a:gd name="connsiteX12" fmla="*/ 1004422 w 1187653"/>
              <a:gd name="connsiteY12" fmla="*/ 418965 h 938283"/>
              <a:gd name="connsiteX13" fmla="*/ 991722 w 1187653"/>
              <a:gd name="connsiteY13" fmla="*/ 571365 h 938283"/>
              <a:gd name="connsiteX14" fmla="*/ 991722 w 1187653"/>
              <a:gd name="connsiteY14" fmla="*/ 702598 h 938283"/>
              <a:gd name="connsiteX15" fmla="*/ 1008656 w 1187653"/>
              <a:gd name="connsiteY15" fmla="*/ 770331 h 938283"/>
              <a:gd name="connsiteX16" fmla="*/ 1000189 w 1187653"/>
              <a:gd name="connsiteY16" fmla="*/ 842298 h 938283"/>
              <a:gd name="connsiteX17" fmla="*/ 945156 w 1187653"/>
              <a:gd name="connsiteY17" fmla="*/ 905798 h 938283"/>
              <a:gd name="connsiteX18" fmla="*/ 771589 w 1187653"/>
              <a:gd name="connsiteY18" fmla="*/ 926965 h 938283"/>
              <a:gd name="connsiteX19" fmla="*/ 475256 w 1187653"/>
              <a:gd name="connsiteY19" fmla="*/ 935431 h 938283"/>
              <a:gd name="connsiteX20" fmla="*/ 187389 w 1187653"/>
              <a:gd name="connsiteY20" fmla="*/ 935431 h 938283"/>
              <a:gd name="connsiteX21" fmla="*/ 43456 w 1187653"/>
              <a:gd name="connsiteY21" fmla="*/ 901565 h 938283"/>
              <a:gd name="connsiteX22" fmla="*/ 22289 w 1187653"/>
              <a:gd name="connsiteY22" fmla="*/ 787265 h 938283"/>
              <a:gd name="connsiteX23" fmla="*/ 18056 w 1187653"/>
              <a:gd name="connsiteY23" fmla="*/ 461298 h 938283"/>
              <a:gd name="connsiteX24" fmla="*/ 26522 w 1187653"/>
              <a:gd name="connsiteY24" fmla="*/ 203065 h 938283"/>
              <a:gd name="connsiteX25" fmla="*/ 47689 w 1187653"/>
              <a:gd name="connsiteY25" fmla="*/ 16798 h 938283"/>
              <a:gd name="connsiteX0" fmla="*/ 29872 w 1169836"/>
              <a:gd name="connsiteY0" fmla="*/ 27927 h 949412"/>
              <a:gd name="connsiteX1" fmla="*/ 588672 w 1169836"/>
              <a:gd name="connsiteY1" fmla="*/ 19460 h 949412"/>
              <a:gd name="connsiteX2" fmla="*/ 829972 w 1169836"/>
              <a:gd name="connsiteY2" fmla="*/ 23694 h 949412"/>
              <a:gd name="connsiteX3" fmla="*/ 1016239 w 1169836"/>
              <a:gd name="connsiteY3" fmla="*/ 32160 h 949412"/>
              <a:gd name="connsiteX4" fmla="*/ 978139 w 1169836"/>
              <a:gd name="connsiteY4" fmla="*/ 150694 h 949412"/>
              <a:gd name="connsiteX5" fmla="*/ 965439 w 1169836"/>
              <a:gd name="connsiteY5" fmla="*/ 269227 h 949412"/>
              <a:gd name="connsiteX6" fmla="*/ 1003539 w 1169836"/>
              <a:gd name="connsiteY6" fmla="*/ 286160 h 949412"/>
              <a:gd name="connsiteX7" fmla="*/ 1100905 w 1169836"/>
              <a:gd name="connsiteY7" fmla="*/ 252294 h 949412"/>
              <a:gd name="connsiteX8" fmla="*/ 1147472 w 1169836"/>
              <a:gd name="connsiteY8" fmla="*/ 286160 h 949412"/>
              <a:gd name="connsiteX9" fmla="*/ 1168639 w 1169836"/>
              <a:gd name="connsiteY9" fmla="*/ 375060 h 949412"/>
              <a:gd name="connsiteX10" fmla="*/ 1113605 w 1169836"/>
              <a:gd name="connsiteY10" fmla="*/ 459727 h 949412"/>
              <a:gd name="connsiteX11" fmla="*/ 1037405 w 1169836"/>
              <a:gd name="connsiteY11" fmla="*/ 459727 h 949412"/>
              <a:gd name="connsiteX12" fmla="*/ 986605 w 1169836"/>
              <a:gd name="connsiteY12" fmla="*/ 430094 h 949412"/>
              <a:gd name="connsiteX13" fmla="*/ 973905 w 1169836"/>
              <a:gd name="connsiteY13" fmla="*/ 582494 h 949412"/>
              <a:gd name="connsiteX14" fmla="*/ 973905 w 1169836"/>
              <a:gd name="connsiteY14" fmla="*/ 713727 h 949412"/>
              <a:gd name="connsiteX15" fmla="*/ 990839 w 1169836"/>
              <a:gd name="connsiteY15" fmla="*/ 781460 h 949412"/>
              <a:gd name="connsiteX16" fmla="*/ 982372 w 1169836"/>
              <a:gd name="connsiteY16" fmla="*/ 853427 h 949412"/>
              <a:gd name="connsiteX17" fmla="*/ 927339 w 1169836"/>
              <a:gd name="connsiteY17" fmla="*/ 916927 h 949412"/>
              <a:gd name="connsiteX18" fmla="*/ 753772 w 1169836"/>
              <a:gd name="connsiteY18" fmla="*/ 938094 h 949412"/>
              <a:gd name="connsiteX19" fmla="*/ 457439 w 1169836"/>
              <a:gd name="connsiteY19" fmla="*/ 946560 h 949412"/>
              <a:gd name="connsiteX20" fmla="*/ 169572 w 1169836"/>
              <a:gd name="connsiteY20" fmla="*/ 946560 h 949412"/>
              <a:gd name="connsiteX21" fmla="*/ 25639 w 1169836"/>
              <a:gd name="connsiteY21" fmla="*/ 912694 h 949412"/>
              <a:gd name="connsiteX22" fmla="*/ 4472 w 1169836"/>
              <a:gd name="connsiteY22" fmla="*/ 798394 h 949412"/>
              <a:gd name="connsiteX23" fmla="*/ 239 w 1169836"/>
              <a:gd name="connsiteY23" fmla="*/ 472427 h 949412"/>
              <a:gd name="connsiteX24" fmla="*/ 8705 w 1169836"/>
              <a:gd name="connsiteY24" fmla="*/ 214194 h 949412"/>
              <a:gd name="connsiteX25" fmla="*/ 29872 w 1169836"/>
              <a:gd name="connsiteY25" fmla="*/ 27927 h 949412"/>
              <a:gd name="connsiteX0" fmla="*/ 29872 w 1169836"/>
              <a:gd name="connsiteY0" fmla="*/ 29795 h 951280"/>
              <a:gd name="connsiteX1" fmla="*/ 588672 w 1169836"/>
              <a:gd name="connsiteY1" fmla="*/ 21328 h 951280"/>
              <a:gd name="connsiteX2" fmla="*/ 829972 w 1169836"/>
              <a:gd name="connsiteY2" fmla="*/ 25562 h 951280"/>
              <a:gd name="connsiteX3" fmla="*/ 1016239 w 1169836"/>
              <a:gd name="connsiteY3" fmla="*/ 34028 h 951280"/>
              <a:gd name="connsiteX4" fmla="*/ 978139 w 1169836"/>
              <a:gd name="connsiteY4" fmla="*/ 152562 h 951280"/>
              <a:gd name="connsiteX5" fmla="*/ 965439 w 1169836"/>
              <a:gd name="connsiteY5" fmla="*/ 271095 h 951280"/>
              <a:gd name="connsiteX6" fmla="*/ 1003539 w 1169836"/>
              <a:gd name="connsiteY6" fmla="*/ 288028 h 951280"/>
              <a:gd name="connsiteX7" fmla="*/ 1100905 w 1169836"/>
              <a:gd name="connsiteY7" fmla="*/ 254162 h 951280"/>
              <a:gd name="connsiteX8" fmla="*/ 1147472 w 1169836"/>
              <a:gd name="connsiteY8" fmla="*/ 288028 h 951280"/>
              <a:gd name="connsiteX9" fmla="*/ 1168639 w 1169836"/>
              <a:gd name="connsiteY9" fmla="*/ 376928 h 951280"/>
              <a:gd name="connsiteX10" fmla="*/ 1113605 w 1169836"/>
              <a:gd name="connsiteY10" fmla="*/ 461595 h 951280"/>
              <a:gd name="connsiteX11" fmla="*/ 1037405 w 1169836"/>
              <a:gd name="connsiteY11" fmla="*/ 461595 h 951280"/>
              <a:gd name="connsiteX12" fmla="*/ 986605 w 1169836"/>
              <a:gd name="connsiteY12" fmla="*/ 431962 h 951280"/>
              <a:gd name="connsiteX13" fmla="*/ 973905 w 1169836"/>
              <a:gd name="connsiteY13" fmla="*/ 584362 h 951280"/>
              <a:gd name="connsiteX14" fmla="*/ 973905 w 1169836"/>
              <a:gd name="connsiteY14" fmla="*/ 715595 h 951280"/>
              <a:gd name="connsiteX15" fmla="*/ 990839 w 1169836"/>
              <a:gd name="connsiteY15" fmla="*/ 783328 h 951280"/>
              <a:gd name="connsiteX16" fmla="*/ 982372 w 1169836"/>
              <a:gd name="connsiteY16" fmla="*/ 855295 h 951280"/>
              <a:gd name="connsiteX17" fmla="*/ 927339 w 1169836"/>
              <a:gd name="connsiteY17" fmla="*/ 918795 h 951280"/>
              <a:gd name="connsiteX18" fmla="*/ 753772 w 1169836"/>
              <a:gd name="connsiteY18" fmla="*/ 939962 h 951280"/>
              <a:gd name="connsiteX19" fmla="*/ 457439 w 1169836"/>
              <a:gd name="connsiteY19" fmla="*/ 948428 h 951280"/>
              <a:gd name="connsiteX20" fmla="*/ 169572 w 1169836"/>
              <a:gd name="connsiteY20" fmla="*/ 948428 h 951280"/>
              <a:gd name="connsiteX21" fmla="*/ 25639 w 1169836"/>
              <a:gd name="connsiteY21" fmla="*/ 914562 h 951280"/>
              <a:gd name="connsiteX22" fmla="*/ 4472 w 1169836"/>
              <a:gd name="connsiteY22" fmla="*/ 800262 h 951280"/>
              <a:gd name="connsiteX23" fmla="*/ 239 w 1169836"/>
              <a:gd name="connsiteY23" fmla="*/ 474295 h 951280"/>
              <a:gd name="connsiteX24" fmla="*/ 8705 w 1169836"/>
              <a:gd name="connsiteY24" fmla="*/ 216062 h 951280"/>
              <a:gd name="connsiteX25" fmla="*/ 29872 w 1169836"/>
              <a:gd name="connsiteY25" fmla="*/ 29795 h 951280"/>
              <a:gd name="connsiteX0" fmla="*/ 29872 w 1169836"/>
              <a:gd name="connsiteY0" fmla="*/ 17723 h 939208"/>
              <a:gd name="connsiteX1" fmla="*/ 228839 w 1169836"/>
              <a:gd name="connsiteY1" fmla="*/ 7140 h 939208"/>
              <a:gd name="connsiteX2" fmla="*/ 829972 w 1169836"/>
              <a:gd name="connsiteY2" fmla="*/ 13490 h 939208"/>
              <a:gd name="connsiteX3" fmla="*/ 1016239 w 1169836"/>
              <a:gd name="connsiteY3" fmla="*/ 21956 h 939208"/>
              <a:gd name="connsiteX4" fmla="*/ 978139 w 1169836"/>
              <a:gd name="connsiteY4" fmla="*/ 140490 h 939208"/>
              <a:gd name="connsiteX5" fmla="*/ 965439 w 1169836"/>
              <a:gd name="connsiteY5" fmla="*/ 259023 h 939208"/>
              <a:gd name="connsiteX6" fmla="*/ 1003539 w 1169836"/>
              <a:gd name="connsiteY6" fmla="*/ 275956 h 939208"/>
              <a:gd name="connsiteX7" fmla="*/ 1100905 w 1169836"/>
              <a:gd name="connsiteY7" fmla="*/ 242090 h 939208"/>
              <a:gd name="connsiteX8" fmla="*/ 1147472 w 1169836"/>
              <a:gd name="connsiteY8" fmla="*/ 275956 h 939208"/>
              <a:gd name="connsiteX9" fmla="*/ 1168639 w 1169836"/>
              <a:gd name="connsiteY9" fmla="*/ 364856 h 939208"/>
              <a:gd name="connsiteX10" fmla="*/ 1113605 w 1169836"/>
              <a:gd name="connsiteY10" fmla="*/ 449523 h 939208"/>
              <a:gd name="connsiteX11" fmla="*/ 1037405 w 1169836"/>
              <a:gd name="connsiteY11" fmla="*/ 449523 h 939208"/>
              <a:gd name="connsiteX12" fmla="*/ 986605 w 1169836"/>
              <a:gd name="connsiteY12" fmla="*/ 419890 h 939208"/>
              <a:gd name="connsiteX13" fmla="*/ 973905 w 1169836"/>
              <a:gd name="connsiteY13" fmla="*/ 572290 h 939208"/>
              <a:gd name="connsiteX14" fmla="*/ 973905 w 1169836"/>
              <a:gd name="connsiteY14" fmla="*/ 703523 h 939208"/>
              <a:gd name="connsiteX15" fmla="*/ 990839 w 1169836"/>
              <a:gd name="connsiteY15" fmla="*/ 771256 h 939208"/>
              <a:gd name="connsiteX16" fmla="*/ 982372 w 1169836"/>
              <a:gd name="connsiteY16" fmla="*/ 843223 h 939208"/>
              <a:gd name="connsiteX17" fmla="*/ 927339 w 1169836"/>
              <a:gd name="connsiteY17" fmla="*/ 906723 h 939208"/>
              <a:gd name="connsiteX18" fmla="*/ 753772 w 1169836"/>
              <a:gd name="connsiteY18" fmla="*/ 927890 h 939208"/>
              <a:gd name="connsiteX19" fmla="*/ 457439 w 1169836"/>
              <a:gd name="connsiteY19" fmla="*/ 936356 h 939208"/>
              <a:gd name="connsiteX20" fmla="*/ 169572 w 1169836"/>
              <a:gd name="connsiteY20" fmla="*/ 936356 h 939208"/>
              <a:gd name="connsiteX21" fmla="*/ 25639 w 1169836"/>
              <a:gd name="connsiteY21" fmla="*/ 902490 h 939208"/>
              <a:gd name="connsiteX22" fmla="*/ 4472 w 1169836"/>
              <a:gd name="connsiteY22" fmla="*/ 788190 h 939208"/>
              <a:gd name="connsiteX23" fmla="*/ 239 w 1169836"/>
              <a:gd name="connsiteY23" fmla="*/ 462223 h 939208"/>
              <a:gd name="connsiteX24" fmla="*/ 8705 w 1169836"/>
              <a:gd name="connsiteY24" fmla="*/ 203990 h 939208"/>
              <a:gd name="connsiteX25" fmla="*/ 29872 w 1169836"/>
              <a:gd name="connsiteY25" fmla="*/ 17723 h 939208"/>
              <a:gd name="connsiteX0" fmla="*/ 29872 w 1169836"/>
              <a:gd name="connsiteY0" fmla="*/ 15359 h 936844"/>
              <a:gd name="connsiteX1" fmla="*/ 228839 w 1169836"/>
              <a:gd name="connsiteY1" fmla="*/ 4776 h 936844"/>
              <a:gd name="connsiteX2" fmla="*/ 829972 w 1169836"/>
              <a:gd name="connsiteY2" fmla="*/ 11126 h 936844"/>
              <a:gd name="connsiteX3" fmla="*/ 1016239 w 1169836"/>
              <a:gd name="connsiteY3" fmla="*/ 19592 h 936844"/>
              <a:gd name="connsiteX4" fmla="*/ 978139 w 1169836"/>
              <a:gd name="connsiteY4" fmla="*/ 138126 h 936844"/>
              <a:gd name="connsiteX5" fmla="*/ 965439 w 1169836"/>
              <a:gd name="connsiteY5" fmla="*/ 256659 h 936844"/>
              <a:gd name="connsiteX6" fmla="*/ 1003539 w 1169836"/>
              <a:gd name="connsiteY6" fmla="*/ 273592 h 936844"/>
              <a:gd name="connsiteX7" fmla="*/ 1100905 w 1169836"/>
              <a:gd name="connsiteY7" fmla="*/ 239726 h 936844"/>
              <a:gd name="connsiteX8" fmla="*/ 1147472 w 1169836"/>
              <a:gd name="connsiteY8" fmla="*/ 273592 h 936844"/>
              <a:gd name="connsiteX9" fmla="*/ 1168639 w 1169836"/>
              <a:gd name="connsiteY9" fmla="*/ 362492 h 936844"/>
              <a:gd name="connsiteX10" fmla="*/ 1113605 w 1169836"/>
              <a:gd name="connsiteY10" fmla="*/ 447159 h 936844"/>
              <a:gd name="connsiteX11" fmla="*/ 1037405 w 1169836"/>
              <a:gd name="connsiteY11" fmla="*/ 447159 h 936844"/>
              <a:gd name="connsiteX12" fmla="*/ 986605 w 1169836"/>
              <a:gd name="connsiteY12" fmla="*/ 417526 h 936844"/>
              <a:gd name="connsiteX13" fmla="*/ 973905 w 1169836"/>
              <a:gd name="connsiteY13" fmla="*/ 569926 h 936844"/>
              <a:gd name="connsiteX14" fmla="*/ 973905 w 1169836"/>
              <a:gd name="connsiteY14" fmla="*/ 701159 h 936844"/>
              <a:gd name="connsiteX15" fmla="*/ 990839 w 1169836"/>
              <a:gd name="connsiteY15" fmla="*/ 768892 h 936844"/>
              <a:gd name="connsiteX16" fmla="*/ 982372 w 1169836"/>
              <a:gd name="connsiteY16" fmla="*/ 840859 h 936844"/>
              <a:gd name="connsiteX17" fmla="*/ 927339 w 1169836"/>
              <a:gd name="connsiteY17" fmla="*/ 904359 h 936844"/>
              <a:gd name="connsiteX18" fmla="*/ 753772 w 1169836"/>
              <a:gd name="connsiteY18" fmla="*/ 925526 h 936844"/>
              <a:gd name="connsiteX19" fmla="*/ 457439 w 1169836"/>
              <a:gd name="connsiteY19" fmla="*/ 933992 h 936844"/>
              <a:gd name="connsiteX20" fmla="*/ 169572 w 1169836"/>
              <a:gd name="connsiteY20" fmla="*/ 933992 h 936844"/>
              <a:gd name="connsiteX21" fmla="*/ 25639 w 1169836"/>
              <a:gd name="connsiteY21" fmla="*/ 900126 h 936844"/>
              <a:gd name="connsiteX22" fmla="*/ 4472 w 1169836"/>
              <a:gd name="connsiteY22" fmla="*/ 785826 h 936844"/>
              <a:gd name="connsiteX23" fmla="*/ 239 w 1169836"/>
              <a:gd name="connsiteY23" fmla="*/ 459859 h 936844"/>
              <a:gd name="connsiteX24" fmla="*/ 8705 w 1169836"/>
              <a:gd name="connsiteY24" fmla="*/ 201626 h 936844"/>
              <a:gd name="connsiteX25" fmla="*/ 29872 w 1169836"/>
              <a:gd name="connsiteY25" fmla="*/ 15359 h 936844"/>
              <a:gd name="connsiteX0" fmla="*/ 29872 w 1169836"/>
              <a:gd name="connsiteY0" fmla="*/ 18385 h 939870"/>
              <a:gd name="connsiteX1" fmla="*/ 228839 w 1169836"/>
              <a:gd name="connsiteY1" fmla="*/ 7802 h 939870"/>
              <a:gd name="connsiteX2" fmla="*/ 829972 w 1169836"/>
              <a:gd name="connsiteY2" fmla="*/ 14152 h 939870"/>
              <a:gd name="connsiteX3" fmla="*/ 1016239 w 1169836"/>
              <a:gd name="connsiteY3" fmla="*/ 22618 h 939870"/>
              <a:gd name="connsiteX4" fmla="*/ 978139 w 1169836"/>
              <a:gd name="connsiteY4" fmla="*/ 141152 h 939870"/>
              <a:gd name="connsiteX5" fmla="*/ 965439 w 1169836"/>
              <a:gd name="connsiteY5" fmla="*/ 259685 h 939870"/>
              <a:gd name="connsiteX6" fmla="*/ 1003539 w 1169836"/>
              <a:gd name="connsiteY6" fmla="*/ 276618 h 939870"/>
              <a:gd name="connsiteX7" fmla="*/ 1100905 w 1169836"/>
              <a:gd name="connsiteY7" fmla="*/ 242752 h 939870"/>
              <a:gd name="connsiteX8" fmla="*/ 1147472 w 1169836"/>
              <a:gd name="connsiteY8" fmla="*/ 276618 h 939870"/>
              <a:gd name="connsiteX9" fmla="*/ 1168639 w 1169836"/>
              <a:gd name="connsiteY9" fmla="*/ 365518 h 939870"/>
              <a:gd name="connsiteX10" fmla="*/ 1113605 w 1169836"/>
              <a:gd name="connsiteY10" fmla="*/ 450185 h 939870"/>
              <a:gd name="connsiteX11" fmla="*/ 1037405 w 1169836"/>
              <a:gd name="connsiteY11" fmla="*/ 450185 h 939870"/>
              <a:gd name="connsiteX12" fmla="*/ 986605 w 1169836"/>
              <a:gd name="connsiteY12" fmla="*/ 420552 h 939870"/>
              <a:gd name="connsiteX13" fmla="*/ 973905 w 1169836"/>
              <a:gd name="connsiteY13" fmla="*/ 572952 h 939870"/>
              <a:gd name="connsiteX14" fmla="*/ 973905 w 1169836"/>
              <a:gd name="connsiteY14" fmla="*/ 704185 h 939870"/>
              <a:gd name="connsiteX15" fmla="*/ 990839 w 1169836"/>
              <a:gd name="connsiteY15" fmla="*/ 771918 h 939870"/>
              <a:gd name="connsiteX16" fmla="*/ 982372 w 1169836"/>
              <a:gd name="connsiteY16" fmla="*/ 843885 h 939870"/>
              <a:gd name="connsiteX17" fmla="*/ 927339 w 1169836"/>
              <a:gd name="connsiteY17" fmla="*/ 907385 h 939870"/>
              <a:gd name="connsiteX18" fmla="*/ 753772 w 1169836"/>
              <a:gd name="connsiteY18" fmla="*/ 928552 h 939870"/>
              <a:gd name="connsiteX19" fmla="*/ 457439 w 1169836"/>
              <a:gd name="connsiteY19" fmla="*/ 937018 h 939870"/>
              <a:gd name="connsiteX20" fmla="*/ 169572 w 1169836"/>
              <a:gd name="connsiteY20" fmla="*/ 937018 h 939870"/>
              <a:gd name="connsiteX21" fmla="*/ 25639 w 1169836"/>
              <a:gd name="connsiteY21" fmla="*/ 903152 h 939870"/>
              <a:gd name="connsiteX22" fmla="*/ 4472 w 1169836"/>
              <a:gd name="connsiteY22" fmla="*/ 788852 h 939870"/>
              <a:gd name="connsiteX23" fmla="*/ 239 w 1169836"/>
              <a:gd name="connsiteY23" fmla="*/ 462885 h 939870"/>
              <a:gd name="connsiteX24" fmla="*/ 8705 w 1169836"/>
              <a:gd name="connsiteY24" fmla="*/ 204652 h 939870"/>
              <a:gd name="connsiteX25" fmla="*/ 29872 w 1169836"/>
              <a:gd name="connsiteY25" fmla="*/ 18385 h 939870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0657 h 968126"/>
              <a:gd name="connsiteX1" fmla="*/ 228839 w 1169836"/>
              <a:gd name="connsiteY1" fmla="*/ 36058 h 968126"/>
              <a:gd name="connsiteX2" fmla="*/ 829972 w 1169836"/>
              <a:gd name="connsiteY2" fmla="*/ 42408 h 968126"/>
              <a:gd name="connsiteX3" fmla="*/ 1016239 w 1169836"/>
              <a:gd name="connsiteY3" fmla="*/ 50874 h 968126"/>
              <a:gd name="connsiteX4" fmla="*/ 978139 w 1169836"/>
              <a:gd name="connsiteY4" fmla="*/ 169408 h 968126"/>
              <a:gd name="connsiteX5" fmla="*/ 965439 w 1169836"/>
              <a:gd name="connsiteY5" fmla="*/ 287941 h 968126"/>
              <a:gd name="connsiteX6" fmla="*/ 1003539 w 1169836"/>
              <a:gd name="connsiteY6" fmla="*/ 304874 h 968126"/>
              <a:gd name="connsiteX7" fmla="*/ 1100905 w 1169836"/>
              <a:gd name="connsiteY7" fmla="*/ 271008 h 968126"/>
              <a:gd name="connsiteX8" fmla="*/ 1147472 w 1169836"/>
              <a:gd name="connsiteY8" fmla="*/ 304874 h 968126"/>
              <a:gd name="connsiteX9" fmla="*/ 1168639 w 1169836"/>
              <a:gd name="connsiteY9" fmla="*/ 393774 h 968126"/>
              <a:gd name="connsiteX10" fmla="*/ 1113605 w 1169836"/>
              <a:gd name="connsiteY10" fmla="*/ 478441 h 968126"/>
              <a:gd name="connsiteX11" fmla="*/ 1037405 w 1169836"/>
              <a:gd name="connsiteY11" fmla="*/ 478441 h 968126"/>
              <a:gd name="connsiteX12" fmla="*/ 986605 w 1169836"/>
              <a:gd name="connsiteY12" fmla="*/ 448808 h 968126"/>
              <a:gd name="connsiteX13" fmla="*/ 973905 w 1169836"/>
              <a:gd name="connsiteY13" fmla="*/ 601208 h 968126"/>
              <a:gd name="connsiteX14" fmla="*/ 973905 w 1169836"/>
              <a:gd name="connsiteY14" fmla="*/ 732441 h 968126"/>
              <a:gd name="connsiteX15" fmla="*/ 990839 w 1169836"/>
              <a:gd name="connsiteY15" fmla="*/ 800174 h 968126"/>
              <a:gd name="connsiteX16" fmla="*/ 982372 w 1169836"/>
              <a:gd name="connsiteY16" fmla="*/ 872141 h 968126"/>
              <a:gd name="connsiteX17" fmla="*/ 927339 w 1169836"/>
              <a:gd name="connsiteY17" fmla="*/ 935641 h 968126"/>
              <a:gd name="connsiteX18" fmla="*/ 753772 w 1169836"/>
              <a:gd name="connsiteY18" fmla="*/ 956808 h 968126"/>
              <a:gd name="connsiteX19" fmla="*/ 457439 w 1169836"/>
              <a:gd name="connsiteY19" fmla="*/ 965274 h 968126"/>
              <a:gd name="connsiteX20" fmla="*/ 169572 w 1169836"/>
              <a:gd name="connsiteY20" fmla="*/ 965274 h 968126"/>
              <a:gd name="connsiteX21" fmla="*/ 25639 w 1169836"/>
              <a:gd name="connsiteY21" fmla="*/ 931408 h 968126"/>
              <a:gd name="connsiteX22" fmla="*/ 4472 w 1169836"/>
              <a:gd name="connsiteY22" fmla="*/ 817108 h 968126"/>
              <a:gd name="connsiteX23" fmla="*/ 239 w 1169836"/>
              <a:gd name="connsiteY23" fmla="*/ 491141 h 968126"/>
              <a:gd name="connsiteX24" fmla="*/ 8705 w 1169836"/>
              <a:gd name="connsiteY24" fmla="*/ 232908 h 968126"/>
              <a:gd name="connsiteX25" fmla="*/ 29872 w 1169836"/>
              <a:gd name="connsiteY25" fmla="*/ 10657 h 96812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16239 w 1169836"/>
              <a:gd name="connsiteY3" fmla="*/ 55408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50106 w 1169836"/>
              <a:gd name="connsiteY3" fmla="*/ 25775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20598 h 978067"/>
              <a:gd name="connsiteX1" fmla="*/ 243655 w 1169836"/>
              <a:gd name="connsiteY1" fmla="*/ 10015 h 978067"/>
              <a:gd name="connsiteX2" fmla="*/ 832089 w 1169836"/>
              <a:gd name="connsiteY2" fmla="*/ 22716 h 978067"/>
              <a:gd name="connsiteX3" fmla="*/ 1050106 w 1169836"/>
              <a:gd name="connsiteY3" fmla="*/ 31182 h 978067"/>
              <a:gd name="connsiteX4" fmla="*/ 978139 w 1169836"/>
              <a:gd name="connsiteY4" fmla="*/ 179349 h 978067"/>
              <a:gd name="connsiteX5" fmla="*/ 965439 w 1169836"/>
              <a:gd name="connsiteY5" fmla="*/ 297882 h 978067"/>
              <a:gd name="connsiteX6" fmla="*/ 1003539 w 1169836"/>
              <a:gd name="connsiteY6" fmla="*/ 314815 h 978067"/>
              <a:gd name="connsiteX7" fmla="*/ 1100905 w 1169836"/>
              <a:gd name="connsiteY7" fmla="*/ 280949 h 978067"/>
              <a:gd name="connsiteX8" fmla="*/ 1147472 w 1169836"/>
              <a:gd name="connsiteY8" fmla="*/ 314815 h 978067"/>
              <a:gd name="connsiteX9" fmla="*/ 1168639 w 1169836"/>
              <a:gd name="connsiteY9" fmla="*/ 403715 h 978067"/>
              <a:gd name="connsiteX10" fmla="*/ 1113605 w 1169836"/>
              <a:gd name="connsiteY10" fmla="*/ 488382 h 978067"/>
              <a:gd name="connsiteX11" fmla="*/ 1037405 w 1169836"/>
              <a:gd name="connsiteY11" fmla="*/ 488382 h 978067"/>
              <a:gd name="connsiteX12" fmla="*/ 986605 w 1169836"/>
              <a:gd name="connsiteY12" fmla="*/ 458749 h 978067"/>
              <a:gd name="connsiteX13" fmla="*/ 973905 w 1169836"/>
              <a:gd name="connsiteY13" fmla="*/ 611149 h 978067"/>
              <a:gd name="connsiteX14" fmla="*/ 973905 w 1169836"/>
              <a:gd name="connsiteY14" fmla="*/ 742382 h 978067"/>
              <a:gd name="connsiteX15" fmla="*/ 990839 w 1169836"/>
              <a:gd name="connsiteY15" fmla="*/ 810115 h 978067"/>
              <a:gd name="connsiteX16" fmla="*/ 982372 w 1169836"/>
              <a:gd name="connsiteY16" fmla="*/ 882082 h 978067"/>
              <a:gd name="connsiteX17" fmla="*/ 927339 w 1169836"/>
              <a:gd name="connsiteY17" fmla="*/ 945582 h 978067"/>
              <a:gd name="connsiteX18" fmla="*/ 753772 w 1169836"/>
              <a:gd name="connsiteY18" fmla="*/ 966749 h 978067"/>
              <a:gd name="connsiteX19" fmla="*/ 457439 w 1169836"/>
              <a:gd name="connsiteY19" fmla="*/ 975215 h 978067"/>
              <a:gd name="connsiteX20" fmla="*/ 169572 w 1169836"/>
              <a:gd name="connsiteY20" fmla="*/ 975215 h 978067"/>
              <a:gd name="connsiteX21" fmla="*/ 25639 w 1169836"/>
              <a:gd name="connsiteY21" fmla="*/ 941349 h 978067"/>
              <a:gd name="connsiteX22" fmla="*/ 4472 w 1169836"/>
              <a:gd name="connsiteY22" fmla="*/ 827049 h 978067"/>
              <a:gd name="connsiteX23" fmla="*/ 239 w 1169836"/>
              <a:gd name="connsiteY23" fmla="*/ 501082 h 978067"/>
              <a:gd name="connsiteX24" fmla="*/ 8705 w 1169836"/>
              <a:gd name="connsiteY24" fmla="*/ 242849 h 978067"/>
              <a:gd name="connsiteX25" fmla="*/ 29872 w 1169836"/>
              <a:gd name="connsiteY25" fmla="*/ 20598 h 978067"/>
              <a:gd name="connsiteX0" fmla="*/ 29872 w 1169836"/>
              <a:gd name="connsiteY0" fmla="*/ 21238 h 978707"/>
              <a:gd name="connsiteX1" fmla="*/ 243655 w 1169836"/>
              <a:gd name="connsiteY1" fmla="*/ 10655 h 978707"/>
              <a:gd name="connsiteX2" fmla="*/ 832089 w 1169836"/>
              <a:gd name="connsiteY2" fmla="*/ 23356 h 978707"/>
              <a:gd name="connsiteX3" fmla="*/ 1050106 w 1169836"/>
              <a:gd name="connsiteY3" fmla="*/ 31822 h 978707"/>
              <a:gd name="connsiteX4" fmla="*/ 978139 w 1169836"/>
              <a:gd name="connsiteY4" fmla="*/ 179989 h 978707"/>
              <a:gd name="connsiteX5" fmla="*/ 965439 w 1169836"/>
              <a:gd name="connsiteY5" fmla="*/ 298522 h 978707"/>
              <a:gd name="connsiteX6" fmla="*/ 1003539 w 1169836"/>
              <a:gd name="connsiteY6" fmla="*/ 315455 h 978707"/>
              <a:gd name="connsiteX7" fmla="*/ 1100905 w 1169836"/>
              <a:gd name="connsiteY7" fmla="*/ 281589 h 978707"/>
              <a:gd name="connsiteX8" fmla="*/ 1147472 w 1169836"/>
              <a:gd name="connsiteY8" fmla="*/ 315455 h 978707"/>
              <a:gd name="connsiteX9" fmla="*/ 1168639 w 1169836"/>
              <a:gd name="connsiteY9" fmla="*/ 404355 h 978707"/>
              <a:gd name="connsiteX10" fmla="*/ 1113605 w 1169836"/>
              <a:gd name="connsiteY10" fmla="*/ 489022 h 978707"/>
              <a:gd name="connsiteX11" fmla="*/ 1037405 w 1169836"/>
              <a:gd name="connsiteY11" fmla="*/ 489022 h 978707"/>
              <a:gd name="connsiteX12" fmla="*/ 986605 w 1169836"/>
              <a:gd name="connsiteY12" fmla="*/ 459389 h 978707"/>
              <a:gd name="connsiteX13" fmla="*/ 973905 w 1169836"/>
              <a:gd name="connsiteY13" fmla="*/ 611789 h 978707"/>
              <a:gd name="connsiteX14" fmla="*/ 973905 w 1169836"/>
              <a:gd name="connsiteY14" fmla="*/ 743022 h 978707"/>
              <a:gd name="connsiteX15" fmla="*/ 990839 w 1169836"/>
              <a:gd name="connsiteY15" fmla="*/ 810755 h 978707"/>
              <a:gd name="connsiteX16" fmla="*/ 982372 w 1169836"/>
              <a:gd name="connsiteY16" fmla="*/ 882722 h 978707"/>
              <a:gd name="connsiteX17" fmla="*/ 927339 w 1169836"/>
              <a:gd name="connsiteY17" fmla="*/ 946222 h 978707"/>
              <a:gd name="connsiteX18" fmla="*/ 753772 w 1169836"/>
              <a:gd name="connsiteY18" fmla="*/ 967389 h 978707"/>
              <a:gd name="connsiteX19" fmla="*/ 457439 w 1169836"/>
              <a:gd name="connsiteY19" fmla="*/ 975855 h 978707"/>
              <a:gd name="connsiteX20" fmla="*/ 169572 w 1169836"/>
              <a:gd name="connsiteY20" fmla="*/ 975855 h 978707"/>
              <a:gd name="connsiteX21" fmla="*/ 25639 w 1169836"/>
              <a:gd name="connsiteY21" fmla="*/ 941989 h 978707"/>
              <a:gd name="connsiteX22" fmla="*/ 4472 w 1169836"/>
              <a:gd name="connsiteY22" fmla="*/ 827689 h 978707"/>
              <a:gd name="connsiteX23" fmla="*/ 239 w 1169836"/>
              <a:gd name="connsiteY23" fmla="*/ 501722 h 978707"/>
              <a:gd name="connsiteX24" fmla="*/ 8705 w 1169836"/>
              <a:gd name="connsiteY24" fmla="*/ 243489 h 978707"/>
              <a:gd name="connsiteX25" fmla="*/ 29872 w 1169836"/>
              <a:gd name="connsiteY25" fmla="*/ 21238 h 978707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30226 w 1170190"/>
              <a:gd name="connsiteY0" fmla="*/ 18583 h 976052"/>
              <a:gd name="connsiteX1" fmla="*/ 244009 w 1170190"/>
              <a:gd name="connsiteY1" fmla="*/ 8000 h 976052"/>
              <a:gd name="connsiteX2" fmla="*/ 832443 w 1170190"/>
              <a:gd name="connsiteY2" fmla="*/ 20701 h 976052"/>
              <a:gd name="connsiteX3" fmla="*/ 1050460 w 1170190"/>
              <a:gd name="connsiteY3" fmla="*/ 29167 h 976052"/>
              <a:gd name="connsiteX4" fmla="*/ 978493 w 1170190"/>
              <a:gd name="connsiteY4" fmla="*/ 177334 h 976052"/>
              <a:gd name="connsiteX5" fmla="*/ 965793 w 1170190"/>
              <a:gd name="connsiteY5" fmla="*/ 295867 h 976052"/>
              <a:gd name="connsiteX6" fmla="*/ 1003893 w 1170190"/>
              <a:gd name="connsiteY6" fmla="*/ 312800 h 976052"/>
              <a:gd name="connsiteX7" fmla="*/ 1101259 w 1170190"/>
              <a:gd name="connsiteY7" fmla="*/ 278934 h 976052"/>
              <a:gd name="connsiteX8" fmla="*/ 1147826 w 1170190"/>
              <a:gd name="connsiteY8" fmla="*/ 312800 h 976052"/>
              <a:gd name="connsiteX9" fmla="*/ 1168993 w 1170190"/>
              <a:gd name="connsiteY9" fmla="*/ 401700 h 976052"/>
              <a:gd name="connsiteX10" fmla="*/ 1113959 w 1170190"/>
              <a:gd name="connsiteY10" fmla="*/ 486367 h 976052"/>
              <a:gd name="connsiteX11" fmla="*/ 1037759 w 1170190"/>
              <a:gd name="connsiteY11" fmla="*/ 486367 h 976052"/>
              <a:gd name="connsiteX12" fmla="*/ 986959 w 1170190"/>
              <a:gd name="connsiteY12" fmla="*/ 456734 h 976052"/>
              <a:gd name="connsiteX13" fmla="*/ 974259 w 1170190"/>
              <a:gd name="connsiteY13" fmla="*/ 609134 h 976052"/>
              <a:gd name="connsiteX14" fmla="*/ 974259 w 1170190"/>
              <a:gd name="connsiteY14" fmla="*/ 740367 h 976052"/>
              <a:gd name="connsiteX15" fmla="*/ 991193 w 1170190"/>
              <a:gd name="connsiteY15" fmla="*/ 808100 h 976052"/>
              <a:gd name="connsiteX16" fmla="*/ 982726 w 1170190"/>
              <a:gd name="connsiteY16" fmla="*/ 880067 h 976052"/>
              <a:gd name="connsiteX17" fmla="*/ 927693 w 1170190"/>
              <a:gd name="connsiteY17" fmla="*/ 943567 h 976052"/>
              <a:gd name="connsiteX18" fmla="*/ 754126 w 1170190"/>
              <a:gd name="connsiteY18" fmla="*/ 964734 h 976052"/>
              <a:gd name="connsiteX19" fmla="*/ 457793 w 1170190"/>
              <a:gd name="connsiteY19" fmla="*/ 973200 h 976052"/>
              <a:gd name="connsiteX20" fmla="*/ 169926 w 1170190"/>
              <a:gd name="connsiteY20" fmla="*/ 973200 h 976052"/>
              <a:gd name="connsiteX21" fmla="*/ 25993 w 1170190"/>
              <a:gd name="connsiteY21" fmla="*/ 939334 h 976052"/>
              <a:gd name="connsiteX22" fmla="*/ 4826 w 1170190"/>
              <a:gd name="connsiteY22" fmla="*/ 825034 h 976052"/>
              <a:gd name="connsiteX23" fmla="*/ 593 w 1170190"/>
              <a:gd name="connsiteY23" fmla="*/ 499067 h 976052"/>
              <a:gd name="connsiteX24" fmla="*/ 9059 w 1170190"/>
              <a:gd name="connsiteY24" fmla="*/ 240834 h 976052"/>
              <a:gd name="connsiteX25" fmla="*/ 30226 w 1170190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6937 h 974406"/>
              <a:gd name="connsiteX1" fmla="*/ 243655 w 1169836"/>
              <a:gd name="connsiteY1" fmla="*/ 6354 h 974406"/>
              <a:gd name="connsiteX2" fmla="*/ 829973 w 1169836"/>
              <a:gd name="connsiteY2" fmla="*/ 5 h 974406"/>
              <a:gd name="connsiteX3" fmla="*/ 1050106 w 1169836"/>
              <a:gd name="connsiteY3" fmla="*/ 27521 h 974406"/>
              <a:gd name="connsiteX4" fmla="*/ 978139 w 1169836"/>
              <a:gd name="connsiteY4" fmla="*/ 175688 h 974406"/>
              <a:gd name="connsiteX5" fmla="*/ 965439 w 1169836"/>
              <a:gd name="connsiteY5" fmla="*/ 294221 h 974406"/>
              <a:gd name="connsiteX6" fmla="*/ 1003539 w 1169836"/>
              <a:gd name="connsiteY6" fmla="*/ 311154 h 974406"/>
              <a:gd name="connsiteX7" fmla="*/ 1100905 w 1169836"/>
              <a:gd name="connsiteY7" fmla="*/ 277288 h 974406"/>
              <a:gd name="connsiteX8" fmla="*/ 1147472 w 1169836"/>
              <a:gd name="connsiteY8" fmla="*/ 311154 h 974406"/>
              <a:gd name="connsiteX9" fmla="*/ 1168639 w 1169836"/>
              <a:gd name="connsiteY9" fmla="*/ 400054 h 974406"/>
              <a:gd name="connsiteX10" fmla="*/ 1113605 w 1169836"/>
              <a:gd name="connsiteY10" fmla="*/ 484721 h 974406"/>
              <a:gd name="connsiteX11" fmla="*/ 1037405 w 1169836"/>
              <a:gd name="connsiteY11" fmla="*/ 484721 h 974406"/>
              <a:gd name="connsiteX12" fmla="*/ 986605 w 1169836"/>
              <a:gd name="connsiteY12" fmla="*/ 455088 h 974406"/>
              <a:gd name="connsiteX13" fmla="*/ 973905 w 1169836"/>
              <a:gd name="connsiteY13" fmla="*/ 607488 h 974406"/>
              <a:gd name="connsiteX14" fmla="*/ 973905 w 1169836"/>
              <a:gd name="connsiteY14" fmla="*/ 738721 h 974406"/>
              <a:gd name="connsiteX15" fmla="*/ 990839 w 1169836"/>
              <a:gd name="connsiteY15" fmla="*/ 806454 h 974406"/>
              <a:gd name="connsiteX16" fmla="*/ 982372 w 1169836"/>
              <a:gd name="connsiteY16" fmla="*/ 878421 h 974406"/>
              <a:gd name="connsiteX17" fmla="*/ 927339 w 1169836"/>
              <a:gd name="connsiteY17" fmla="*/ 941921 h 974406"/>
              <a:gd name="connsiteX18" fmla="*/ 753772 w 1169836"/>
              <a:gd name="connsiteY18" fmla="*/ 963088 h 974406"/>
              <a:gd name="connsiteX19" fmla="*/ 457439 w 1169836"/>
              <a:gd name="connsiteY19" fmla="*/ 971554 h 974406"/>
              <a:gd name="connsiteX20" fmla="*/ 169572 w 1169836"/>
              <a:gd name="connsiteY20" fmla="*/ 971554 h 974406"/>
              <a:gd name="connsiteX21" fmla="*/ 25639 w 1169836"/>
              <a:gd name="connsiteY21" fmla="*/ 937688 h 974406"/>
              <a:gd name="connsiteX22" fmla="*/ 4472 w 1169836"/>
              <a:gd name="connsiteY22" fmla="*/ 823388 h 974406"/>
              <a:gd name="connsiteX23" fmla="*/ 239 w 1169836"/>
              <a:gd name="connsiteY23" fmla="*/ 497421 h 974406"/>
              <a:gd name="connsiteX24" fmla="*/ 8705 w 1169836"/>
              <a:gd name="connsiteY24" fmla="*/ 239188 h 974406"/>
              <a:gd name="connsiteX25" fmla="*/ 29872 w 1169836"/>
              <a:gd name="connsiteY25" fmla="*/ 16937 h 974406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982372 w 1169836"/>
              <a:gd name="connsiteY16" fmla="*/ 880296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65439 w 1169836"/>
              <a:gd name="connsiteY13" fmla="*/ 611480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169836" h="976281">
                <a:moveTo>
                  <a:pt x="29872" y="18812"/>
                </a:moveTo>
                <a:cubicBezTo>
                  <a:pt x="79613" y="-13644"/>
                  <a:pt x="110305" y="11051"/>
                  <a:pt x="243655" y="8229"/>
                </a:cubicBezTo>
                <a:cubicBezTo>
                  <a:pt x="377005" y="5407"/>
                  <a:pt x="693801" y="116"/>
                  <a:pt x="829973" y="1880"/>
                </a:cubicBezTo>
                <a:cubicBezTo>
                  <a:pt x="966145" y="3644"/>
                  <a:pt x="1035995" y="-10467"/>
                  <a:pt x="1060689" y="18813"/>
                </a:cubicBezTo>
                <a:cubicBezTo>
                  <a:pt x="1085383" y="48093"/>
                  <a:pt x="994014" y="131349"/>
                  <a:pt x="978139" y="177563"/>
                </a:cubicBezTo>
                <a:cubicBezTo>
                  <a:pt x="962264" y="223777"/>
                  <a:pt x="961206" y="273518"/>
                  <a:pt x="965439" y="296096"/>
                </a:cubicBezTo>
                <a:cubicBezTo>
                  <a:pt x="969672" y="318674"/>
                  <a:pt x="980961" y="315851"/>
                  <a:pt x="1003539" y="313029"/>
                </a:cubicBezTo>
                <a:cubicBezTo>
                  <a:pt x="1026117" y="310207"/>
                  <a:pt x="1076916" y="279163"/>
                  <a:pt x="1100905" y="279163"/>
                </a:cubicBezTo>
                <a:cubicBezTo>
                  <a:pt x="1124894" y="279163"/>
                  <a:pt x="1136183" y="292568"/>
                  <a:pt x="1147472" y="313029"/>
                </a:cubicBezTo>
                <a:cubicBezTo>
                  <a:pt x="1158761" y="333490"/>
                  <a:pt x="1174284" y="373001"/>
                  <a:pt x="1168639" y="401929"/>
                </a:cubicBezTo>
                <a:cubicBezTo>
                  <a:pt x="1162995" y="430857"/>
                  <a:pt x="1135477" y="472485"/>
                  <a:pt x="1113605" y="486596"/>
                </a:cubicBezTo>
                <a:cubicBezTo>
                  <a:pt x="1091733" y="500707"/>
                  <a:pt x="1058572" y="491535"/>
                  <a:pt x="1037405" y="486596"/>
                </a:cubicBezTo>
                <a:cubicBezTo>
                  <a:pt x="1016238" y="481657"/>
                  <a:pt x="998599" y="436149"/>
                  <a:pt x="986605" y="456963"/>
                </a:cubicBezTo>
                <a:cubicBezTo>
                  <a:pt x="974611" y="477777"/>
                  <a:pt x="967556" y="564208"/>
                  <a:pt x="965439" y="611480"/>
                </a:cubicBezTo>
                <a:cubicBezTo>
                  <a:pt x="963322" y="658752"/>
                  <a:pt x="969672" y="707788"/>
                  <a:pt x="973905" y="740596"/>
                </a:cubicBezTo>
                <a:cubicBezTo>
                  <a:pt x="978138" y="773404"/>
                  <a:pt x="985900" y="780460"/>
                  <a:pt x="990839" y="808329"/>
                </a:cubicBezTo>
                <a:cubicBezTo>
                  <a:pt x="995778" y="836198"/>
                  <a:pt x="1014121" y="885234"/>
                  <a:pt x="1003538" y="907812"/>
                </a:cubicBezTo>
                <a:cubicBezTo>
                  <a:pt x="992955" y="930390"/>
                  <a:pt x="968967" y="934271"/>
                  <a:pt x="927339" y="943796"/>
                </a:cubicBezTo>
                <a:cubicBezTo>
                  <a:pt x="885711" y="953321"/>
                  <a:pt x="832089" y="960024"/>
                  <a:pt x="753772" y="964963"/>
                </a:cubicBezTo>
                <a:cubicBezTo>
                  <a:pt x="675455" y="969902"/>
                  <a:pt x="554806" y="972018"/>
                  <a:pt x="457439" y="973429"/>
                </a:cubicBezTo>
                <a:cubicBezTo>
                  <a:pt x="360072" y="974840"/>
                  <a:pt x="241539" y="979073"/>
                  <a:pt x="169572" y="973429"/>
                </a:cubicBezTo>
                <a:cubicBezTo>
                  <a:pt x="97605" y="967785"/>
                  <a:pt x="53156" y="964257"/>
                  <a:pt x="25639" y="939563"/>
                </a:cubicBezTo>
                <a:cubicBezTo>
                  <a:pt x="-1878" y="914869"/>
                  <a:pt x="8705" y="898641"/>
                  <a:pt x="4472" y="825263"/>
                </a:cubicBezTo>
                <a:cubicBezTo>
                  <a:pt x="239" y="751885"/>
                  <a:pt x="-466" y="596663"/>
                  <a:pt x="239" y="499296"/>
                </a:cubicBezTo>
                <a:cubicBezTo>
                  <a:pt x="944" y="401929"/>
                  <a:pt x="1650" y="329611"/>
                  <a:pt x="8705" y="241063"/>
                </a:cubicBezTo>
                <a:cubicBezTo>
                  <a:pt x="15760" y="152515"/>
                  <a:pt x="-19869" y="51268"/>
                  <a:pt x="29872" y="1881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931D560-D576-1CB2-5E32-785A2A6A079F}"/>
              </a:ext>
            </a:extLst>
          </p:cNvPr>
          <p:cNvSpPr/>
          <p:nvPr/>
        </p:nvSpPr>
        <p:spPr>
          <a:xfrm>
            <a:off x="1073069" y="4638740"/>
            <a:ext cx="1316889" cy="966193"/>
          </a:xfrm>
          <a:custGeom>
            <a:avLst/>
            <a:gdLst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2386 w 1317161"/>
              <a:gd name="connsiteY36" fmla="*/ 292035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76023 w 1317161"/>
              <a:gd name="connsiteY38" fmla="*/ 289390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11748 w 1316889"/>
              <a:gd name="connsiteY35" fmla="*/ 379877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36030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43967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5914 w 1316889"/>
              <a:gd name="connsiteY25" fmla="*/ 9323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7527 w 1316889"/>
              <a:gd name="connsiteY24" fmla="*/ 959312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4076"/>
              <a:gd name="connsiteX1" fmla="*/ 539831 w 1316889"/>
              <a:gd name="connsiteY1" fmla="*/ 3110 h 964076"/>
              <a:gd name="connsiteX2" fmla="*/ 1037248 w 1316889"/>
              <a:gd name="connsiteY2" fmla="*/ 3110 h 964076"/>
              <a:gd name="connsiteX3" fmla="*/ 1166364 w 1316889"/>
              <a:gd name="connsiteY3" fmla="*/ 5227 h 964076"/>
              <a:gd name="connsiteX4" fmla="*/ 1183298 w 1316889"/>
              <a:gd name="connsiteY4" fmla="*/ 66610 h 964076"/>
              <a:gd name="connsiteX5" fmla="*/ 1153664 w 1316889"/>
              <a:gd name="connsiteY5" fmla="*/ 221127 h 964076"/>
              <a:gd name="connsiteX6" fmla="*/ 1138848 w 1316889"/>
              <a:gd name="connsiteY6" fmla="*/ 352360 h 964076"/>
              <a:gd name="connsiteX7" fmla="*/ 1155781 w 1316889"/>
              <a:gd name="connsiteY7" fmla="*/ 379877 h 964076"/>
              <a:gd name="connsiteX8" fmla="*/ 1198114 w 1316889"/>
              <a:gd name="connsiteY8" fmla="*/ 333310 h 964076"/>
              <a:gd name="connsiteX9" fmla="*/ 1244681 w 1316889"/>
              <a:gd name="connsiteY9" fmla="*/ 310027 h 964076"/>
              <a:gd name="connsiteX10" fmla="*/ 1284898 w 1316889"/>
              <a:gd name="connsiteY10" fmla="*/ 322727 h 964076"/>
              <a:gd name="connsiteX11" fmla="*/ 1310298 w 1316889"/>
              <a:gd name="connsiteY11" fmla="*/ 392577 h 964076"/>
              <a:gd name="connsiteX12" fmla="*/ 1314531 w 1316889"/>
              <a:gd name="connsiteY12" fmla="*/ 456077 h 964076"/>
              <a:gd name="connsiteX13" fmla="*/ 1278548 w 1316889"/>
              <a:gd name="connsiteY13" fmla="*/ 525927 h 964076"/>
              <a:gd name="connsiteX14" fmla="*/ 1229864 w 1316889"/>
              <a:gd name="connsiteY14" fmla="*/ 536510 h 964076"/>
              <a:gd name="connsiteX15" fmla="*/ 1193881 w 1316889"/>
              <a:gd name="connsiteY15" fmla="*/ 530160 h 964076"/>
              <a:gd name="connsiteX16" fmla="*/ 1160014 w 1316889"/>
              <a:gd name="connsiteY16" fmla="*/ 519577 h 964076"/>
              <a:gd name="connsiteX17" fmla="*/ 1140964 w 1316889"/>
              <a:gd name="connsiteY17" fmla="*/ 595777 h 964076"/>
              <a:gd name="connsiteX18" fmla="*/ 1147314 w 1316889"/>
              <a:gd name="connsiteY18" fmla="*/ 688910 h 964076"/>
              <a:gd name="connsiteX19" fmla="*/ 1168481 w 1316889"/>
              <a:gd name="connsiteY19" fmla="*/ 811677 h 964076"/>
              <a:gd name="connsiteX20" fmla="*/ 1185414 w 1316889"/>
              <a:gd name="connsiteY20" fmla="*/ 892110 h 964076"/>
              <a:gd name="connsiteX21" fmla="*/ 1115564 w 1316889"/>
              <a:gd name="connsiteY21" fmla="*/ 955610 h 964076"/>
              <a:gd name="connsiteX22" fmla="*/ 791714 w 1316889"/>
              <a:gd name="connsiteY22" fmla="*/ 959843 h 964076"/>
              <a:gd name="connsiteX23" fmla="*/ 519722 w 1316889"/>
              <a:gd name="connsiteY23" fmla="*/ 964076 h 964076"/>
              <a:gd name="connsiteX24" fmla="*/ 307527 w 1316889"/>
              <a:gd name="connsiteY24" fmla="*/ 959312 h 964076"/>
              <a:gd name="connsiteX25" fmla="*/ 101152 w 1316889"/>
              <a:gd name="connsiteY25" fmla="*/ 945027 h 964076"/>
              <a:gd name="connsiteX26" fmla="*/ 49294 w 1316889"/>
              <a:gd name="connsiteY26" fmla="*/ 894227 h 964076"/>
              <a:gd name="connsiteX27" fmla="*/ 29714 w 1316889"/>
              <a:gd name="connsiteY27" fmla="*/ 792098 h 964076"/>
              <a:gd name="connsiteX28" fmla="*/ 9606 w 1316889"/>
              <a:gd name="connsiteY28" fmla="*/ 702139 h 964076"/>
              <a:gd name="connsiteX29" fmla="*/ 6960 w 1316889"/>
              <a:gd name="connsiteY29" fmla="*/ 557677 h 964076"/>
              <a:gd name="connsiteX30" fmla="*/ 14898 w 1316889"/>
              <a:gd name="connsiteY30" fmla="*/ 483593 h 964076"/>
              <a:gd name="connsiteX31" fmla="*/ 31831 w 1316889"/>
              <a:gd name="connsiteY31" fmla="*/ 443377 h 964076"/>
              <a:gd name="connsiteX32" fmla="*/ 77339 w 1316889"/>
              <a:gd name="connsiteY32" fmla="*/ 478302 h 964076"/>
              <a:gd name="connsiteX33" fmla="*/ 113851 w 1316889"/>
              <a:gd name="connsiteY33" fmla="*/ 487297 h 964076"/>
              <a:gd name="connsiteX34" fmla="*/ 175764 w 1316889"/>
              <a:gd name="connsiteY34" fmla="*/ 458193 h 964076"/>
              <a:gd name="connsiteX35" fmla="*/ 206986 w 1316889"/>
              <a:gd name="connsiteY35" fmla="*/ 378290 h 964076"/>
              <a:gd name="connsiteX36" fmla="*/ 178939 w 1316889"/>
              <a:gd name="connsiteY36" fmla="*/ 296797 h 964076"/>
              <a:gd name="connsiteX37" fmla="*/ 126551 w 1316889"/>
              <a:gd name="connsiteY37" fmla="*/ 268223 h 964076"/>
              <a:gd name="connsiteX38" fmla="*/ 75751 w 1316889"/>
              <a:gd name="connsiteY38" fmla="*/ 289390 h 964076"/>
              <a:gd name="connsiteX39" fmla="*/ 17014 w 1316889"/>
              <a:gd name="connsiteY39" fmla="*/ 306322 h 964076"/>
              <a:gd name="connsiteX40" fmla="*/ 81 w 1316889"/>
              <a:gd name="connsiteY40" fmla="*/ 254993 h 964076"/>
              <a:gd name="connsiteX41" fmla="*/ 12781 w 1316889"/>
              <a:gd name="connsiteY41" fmla="*/ 163977 h 964076"/>
              <a:gd name="connsiteX42" fmla="*/ 57231 w 1316889"/>
              <a:gd name="connsiteY42" fmla="*/ 94127 h 964076"/>
              <a:gd name="connsiteX43" fmla="*/ 76281 w 1316889"/>
              <a:gd name="connsiteY43" fmla="*/ 66610 h 964076"/>
              <a:gd name="connsiteX44" fmla="*/ 108031 w 1316889"/>
              <a:gd name="connsiteY44" fmla="*/ 17927 h 964076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45027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16889" h="966193">
                <a:moveTo>
                  <a:pt x="108031" y="17927"/>
                </a:moveTo>
                <a:cubicBezTo>
                  <a:pt x="128139" y="-11706"/>
                  <a:pt x="384962" y="5579"/>
                  <a:pt x="539831" y="3110"/>
                </a:cubicBezTo>
                <a:cubicBezTo>
                  <a:pt x="694700" y="641"/>
                  <a:pt x="932826" y="2757"/>
                  <a:pt x="1037248" y="3110"/>
                </a:cubicBezTo>
                <a:cubicBezTo>
                  <a:pt x="1141670" y="3463"/>
                  <a:pt x="1142022" y="-5356"/>
                  <a:pt x="1166364" y="5227"/>
                </a:cubicBezTo>
                <a:cubicBezTo>
                  <a:pt x="1190706" y="15810"/>
                  <a:pt x="1185415" y="30627"/>
                  <a:pt x="1183298" y="66610"/>
                </a:cubicBezTo>
                <a:cubicBezTo>
                  <a:pt x="1181181" y="102593"/>
                  <a:pt x="1161072" y="173502"/>
                  <a:pt x="1153664" y="221127"/>
                </a:cubicBezTo>
                <a:cubicBezTo>
                  <a:pt x="1146256" y="268752"/>
                  <a:pt x="1138495" y="325902"/>
                  <a:pt x="1138848" y="352360"/>
                </a:cubicBezTo>
                <a:cubicBezTo>
                  <a:pt x="1139201" y="378818"/>
                  <a:pt x="1145903" y="383052"/>
                  <a:pt x="1155781" y="379877"/>
                </a:cubicBezTo>
                <a:cubicBezTo>
                  <a:pt x="1165659" y="376702"/>
                  <a:pt x="1183298" y="344952"/>
                  <a:pt x="1198114" y="333310"/>
                </a:cubicBezTo>
                <a:cubicBezTo>
                  <a:pt x="1212930" y="321668"/>
                  <a:pt x="1230217" y="311791"/>
                  <a:pt x="1244681" y="310027"/>
                </a:cubicBezTo>
                <a:cubicBezTo>
                  <a:pt x="1259145" y="308263"/>
                  <a:pt x="1273962" y="308969"/>
                  <a:pt x="1284898" y="322727"/>
                </a:cubicBezTo>
                <a:cubicBezTo>
                  <a:pt x="1295834" y="336485"/>
                  <a:pt x="1305359" y="370352"/>
                  <a:pt x="1310298" y="392577"/>
                </a:cubicBezTo>
                <a:cubicBezTo>
                  <a:pt x="1315237" y="414802"/>
                  <a:pt x="1319823" y="433852"/>
                  <a:pt x="1314531" y="456077"/>
                </a:cubicBezTo>
                <a:cubicBezTo>
                  <a:pt x="1309239" y="478302"/>
                  <a:pt x="1292659" y="512522"/>
                  <a:pt x="1278548" y="525927"/>
                </a:cubicBezTo>
                <a:cubicBezTo>
                  <a:pt x="1264437" y="539332"/>
                  <a:pt x="1243975" y="535805"/>
                  <a:pt x="1229864" y="536510"/>
                </a:cubicBezTo>
                <a:cubicBezTo>
                  <a:pt x="1215753" y="537216"/>
                  <a:pt x="1205523" y="532982"/>
                  <a:pt x="1193881" y="530160"/>
                </a:cubicBezTo>
                <a:cubicBezTo>
                  <a:pt x="1182239" y="527338"/>
                  <a:pt x="1168834" y="508641"/>
                  <a:pt x="1160014" y="519577"/>
                </a:cubicBezTo>
                <a:cubicBezTo>
                  <a:pt x="1151195" y="530513"/>
                  <a:pt x="1143081" y="567555"/>
                  <a:pt x="1140964" y="595777"/>
                </a:cubicBezTo>
                <a:cubicBezTo>
                  <a:pt x="1138847" y="623999"/>
                  <a:pt x="1142728" y="652927"/>
                  <a:pt x="1147314" y="688910"/>
                </a:cubicBezTo>
                <a:cubicBezTo>
                  <a:pt x="1151900" y="724893"/>
                  <a:pt x="1162131" y="777810"/>
                  <a:pt x="1168481" y="811677"/>
                </a:cubicBezTo>
                <a:cubicBezTo>
                  <a:pt x="1174831" y="845544"/>
                  <a:pt x="1189471" y="866534"/>
                  <a:pt x="1185414" y="892110"/>
                </a:cubicBezTo>
                <a:cubicBezTo>
                  <a:pt x="1181357" y="917686"/>
                  <a:pt x="1179769" y="943263"/>
                  <a:pt x="1115564" y="955610"/>
                </a:cubicBezTo>
                <a:cubicBezTo>
                  <a:pt x="1051359" y="967957"/>
                  <a:pt x="899488" y="964782"/>
                  <a:pt x="800181" y="966193"/>
                </a:cubicBezTo>
                <a:lnTo>
                  <a:pt x="519722" y="964076"/>
                </a:lnTo>
                <a:lnTo>
                  <a:pt x="307527" y="959312"/>
                </a:lnTo>
                <a:lnTo>
                  <a:pt x="101152" y="953494"/>
                </a:lnTo>
                <a:cubicBezTo>
                  <a:pt x="58113" y="942647"/>
                  <a:pt x="61200" y="921126"/>
                  <a:pt x="49294" y="894227"/>
                </a:cubicBezTo>
                <a:cubicBezTo>
                  <a:pt x="37388" y="867328"/>
                  <a:pt x="36329" y="824113"/>
                  <a:pt x="29714" y="792098"/>
                </a:cubicBezTo>
                <a:cubicBezTo>
                  <a:pt x="23099" y="760083"/>
                  <a:pt x="13398" y="741209"/>
                  <a:pt x="9606" y="702139"/>
                </a:cubicBezTo>
                <a:cubicBezTo>
                  <a:pt x="5814" y="663069"/>
                  <a:pt x="6078" y="594101"/>
                  <a:pt x="6960" y="557677"/>
                </a:cubicBezTo>
                <a:cubicBezTo>
                  <a:pt x="7842" y="521253"/>
                  <a:pt x="10753" y="502643"/>
                  <a:pt x="14898" y="483593"/>
                </a:cubicBezTo>
                <a:cubicBezTo>
                  <a:pt x="19043" y="464543"/>
                  <a:pt x="21424" y="444259"/>
                  <a:pt x="31831" y="443377"/>
                </a:cubicBezTo>
                <a:cubicBezTo>
                  <a:pt x="42238" y="442495"/>
                  <a:pt x="63669" y="470982"/>
                  <a:pt x="77339" y="478302"/>
                </a:cubicBezTo>
                <a:cubicBezTo>
                  <a:pt x="91009" y="485622"/>
                  <a:pt x="97447" y="490649"/>
                  <a:pt x="113851" y="487297"/>
                </a:cubicBezTo>
                <a:cubicBezTo>
                  <a:pt x="130255" y="483946"/>
                  <a:pt x="160242" y="476361"/>
                  <a:pt x="175764" y="458193"/>
                </a:cubicBezTo>
                <a:cubicBezTo>
                  <a:pt x="191286" y="440025"/>
                  <a:pt x="206457" y="405189"/>
                  <a:pt x="206986" y="378290"/>
                </a:cubicBezTo>
                <a:cubicBezTo>
                  <a:pt x="207515" y="351391"/>
                  <a:pt x="192345" y="315141"/>
                  <a:pt x="178939" y="296797"/>
                </a:cubicBezTo>
                <a:cubicBezTo>
                  <a:pt x="165533" y="278453"/>
                  <a:pt x="143749" y="269458"/>
                  <a:pt x="126551" y="268223"/>
                </a:cubicBezTo>
                <a:cubicBezTo>
                  <a:pt x="109353" y="266989"/>
                  <a:pt x="94007" y="283040"/>
                  <a:pt x="75751" y="289390"/>
                </a:cubicBezTo>
                <a:cubicBezTo>
                  <a:pt x="57495" y="295740"/>
                  <a:pt x="29626" y="312055"/>
                  <a:pt x="17014" y="306322"/>
                </a:cubicBezTo>
                <a:cubicBezTo>
                  <a:pt x="4402" y="300589"/>
                  <a:pt x="786" y="278717"/>
                  <a:pt x="81" y="254993"/>
                </a:cubicBezTo>
                <a:cubicBezTo>
                  <a:pt x="-624" y="231269"/>
                  <a:pt x="3256" y="190788"/>
                  <a:pt x="12781" y="163977"/>
                </a:cubicBezTo>
                <a:cubicBezTo>
                  <a:pt x="22306" y="137166"/>
                  <a:pt x="46648" y="110355"/>
                  <a:pt x="57231" y="94127"/>
                </a:cubicBezTo>
                <a:cubicBezTo>
                  <a:pt x="67814" y="77899"/>
                  <a:pt x="69226" y="76135"/>
                  <a:pt x="76281" y="66610"/>
                </a:cubicBezTo>
                <a:cubicBezTo>
                  <a:pt x="83336" y="57085"/>
                  <a:pt x="87923" y="47560"/>
                  <a:pt x="108031" y="1792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94F990-8109-5B35-B8B7-F95D897DC52E}"/>
              </a:ext>
            </a:extLst>
          </p:cNvPr>
          <p:cNvSpPr/>
          <p:nvPr/>
        </p:nvSpPr>
        <p:spPr>
          <a:xfrm>
            <a:off x="2209444" y="4646083"/>
            <a:ext cx="1112680" cy="969448"/>
          </a:xfrm>
          <a:custGeom>
            <a:avLst/>
            <a:gdLst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51156 w 1112680"/>
              <a:gd name="connsiteY16" fmla="*/ 8487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12680" h="969448">
                <a:moveTo>
                  <a:pt x="46923" y="4234"/>
                </a:moveTo>
                <a:lnTo>
                  <a:pt x="436389" y="0"/>
                </a:lnTo>
                <a:lnTo>
                  <a:pt x="660756" y="0"/>
                </a:lnTo>
                <a:lnTo>
                  <a:pt x="863956" y="2117"/>
                </a:lnTo>
                <a:cubicBezTo>
                  <a:pt x="908759" y="6350"/>
                  <a:pt x="906643" y="-2117"/>
                  <a:pt x="929573" y="25400"/>
                </a:cubicBezTo>
                <a:cubicBezTo>
                  <a:pt x="952503" y="52917"/>
                  <a:pt x="975786" y="107950"/>
                  <a:pt x="1001539" y="167217"/>
                </a:cubicBezTo>
                <a:cubicBezTo>
                  <a:pt x="1027292" y="226484"/>
                  <a:pt x="1065745" y="333728"/>
                  <a:pt x="1084089" y="381000"/>
                </a:cubicBezTo>
                <a:cubicBezTo>
                  <a:pt x="1102433" y="428272"/>
                  <a:pt x="1108784" y="426861"/>
                  <a:pt x="1111606" y="450850"/>
                </a:cubicBezTo>
                <a:cubicBezTo>
                  <a:pt x="1114428" y="474839"/>
                  <a:pt x="1111959" y="479778"/>
                  <a:pt x="1101023" y="524934"/>
                </a:cubicBezTo>
                <a:cubicBezTo>
                  <a:pt x="1090087" y="570090"/>
                  <a:pt x="1064686" y="663576"/>
                  <a:pt x="1045989" y="721784"/>
                </a:cubicBezTo>
                <a:cubicBezTo>
                  <a:pt x="1027292" y="779992"/>
                  <a:pt x="1008242" y="835379"/>
                  <a:pt x="988839" y="874184"/>
                </a:cubicBezTo>
                <a:cubicBezTo>
                  <a:pt x="969436" y="912990"/>
                  <a:pt x="954620" y="938742"/>
                  <a:pt x="929573" y="954617"/>
                </a:cubicBezTo>
                <a:cubicBezTo>
                  <a:pt x="904526" y="970492"/>
                  <a:pt x="838556" y="969434"/>
                  <a:pt x="838556" y="969434"/>
                </a:cubicBezTo>
                <a:lnTo>
                  <a:pt x="381356" y="963084"/>
                </a:lnTo>
                <a:cubicBezTo>
                  <a:pt x="273406" y="960615"/>
                  <a:pt x="243155" y="959909"/>
                  <a:pt x="190856" y="954617"/>
                </a:cubicBezTo>
                <a:cubicBezTo>
                  <a:pt x="138557" y="949325"/>
                  <a:pt x="78408" y="946856"/>
                  <a:pt x="67560" y="931334"/>
                </a:cubicBezTo>
                <a:cubicBezTo>
                  <a:pt x="56712" y="915812"/>
                  <a:pt x="58652" y="900995"/>
                  <a:pt x="49568" y="861484"/>
                </a:cubicBezTo>
                <a:cubicBezTo>
                  <a:pt x="40484" y="821973"/>
                  <a:pt x="20553" y="735542"/>
                  <a:pt x="13056" y="694267"/>
                </a:cubicBezTo>
                <a:cubicBezTo>
                  <a:pt x="5560" y="652992"/>
                  <a:pt x="2825" y="645231"/>
                  <a:pt x="4589" y="613834"/>
                </a:cubicBezTo>
                <a:cubicBezTo>
                  <a:pt x="6353" y="582437"/>
                  <a:pt x="13408" y="520701"/>
                  <a:pt x="23639" y="505884"/>
                </a:cubicBezTo>
                <a:cubicBezTo>
                  <a:pt x="33870" y="491067"/>
                  <a:pt x="49392" y="521406"/>
                  <a:pt x="65973" y="524934"/>
                </a:cubicBezTo>
                <a:cubicBezTo>
                  <a:pt x="82554" y="528462"/>
                  <a:pt x="105220" y="536487"/>
                  <a:pt x="123123" y="527050"/>
                </a:cubicBezTo>
                <a:cubicBezTo>
                  <a:pt x="141026" y="517613"/>
                  <a:pt x="165280" y="493712"/>
                  <a:pt x="173394" y="468312"/>
                </a:cubicBezTo>
                <a:cubicBezTo>
                  <a:pt x="181508" y="442912"/>
                  <a:pt x="177362" y="402167"/>
                  <a:pt x="171806" y="374650"/>
                </a:cubicBezTo>
                <a:cubicBezTo>
                  <a:pt x="166250" y="347133"/>
                  <a:pt x="157254" y="312296"/>
                  <a:pt x="140056" y="303212"/>
                </a:cubicBezTo>
                <a:cubicBezTo>
                  <a:pt x="122858" y="294128"/>
                  <a:pt x="86963" y="310004"/>
                  <a:pt x="68619" y="320146"/>
                </a:cubicBezTo>
                <a:cubicBezTo>
                  <a:pt x="50275" y="330288"/>
                  <a:pt x="41366" y="359569"/>
                  <a:pt x="29989" y="364067"/>
                </a:cubicBezTo>
                <a:cubicBezTo>
                  <a:pt x="18612" y="368565"/>
                  <a:pt x="2825" y="368301"/>
                  <a:pt x="356" y="347134"/>
                </a:cubicBezTo>
                <a:cubicBezTo>
                  <a:pt x="-2113" y="325967"/>
                  <a:pt x="8823" y="277636"/>
                  <a:pt x="15173" y="237067"/>
                </a:cubicBezTo>
                <a:cubicBezTo>
                  <a:pt x="21523" y="196498"/>
                  <a:pt x="32812" y="133350"/>
                  <a:pt x="38456" y="103717"/>
                </a:cubicBezTo>
                <a:cubicBezTo>
                  <a:pt x="44100" y="74084"/>
                  <a:pt x="46570" y="73025"/>
                  <a:pt x="49039" y="59267"/>
                </a:cubicBezTo>
                <a:cubicBezTo>
                  <a:pt x="51508" y="45509"/>
                  <a:pt x="52390" y="33338"/>
                  <a:pt x="46923" y="4234"/>
                </a:cubicBez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C404EEB-AC52-B997-BE19-3B33A7B24E2A}"/>
              </a:ext>
            </a:extLst>
          </p:cNvPr>
          <p:cNvSpPr/>
          <p:nvPr/>
        </p:nvSpPr>
        <p:spPr>
          <a:xfrm>
            <a:off x="3546545" y="4646325"/>
            <a:ext cx="1091234" cy="983075"/>
          </a:xfrm>
          <a:custGeom>
            <a:avLst/>
            <a:gdLst>
              <a:gd name="connsiteX0" fmla="*/ 47689 w 1187653"/>
              <a:gd name="connsiteY0" fmla="*/ 16798 h 938283"/>
              <a:gd name="connsiteX1" fmla="*/ 606489 w 1187653"/>
              <a:gd name="connsiteY1" fmla="*/ 8331 h 938283"/>
              <a:gd name="connsiteX2" fmla="*/ 847789 w 1187653"/>
              <a:gd name="connsiteY2" fmla="*/ 12565 h 938283"/>
              <a:gd name="connsiteX3" fmla="*/ 1034056 w 1187653"/>
              <a:gd name="connsiteY3" fmla="*/ 21031 h 938283"/>
              <a:gd name="connsiteX4" fmla="*/ 995956 w 1187653"/>
              <a:gd name="connsiteY4" fmla="*/ 139565 h 938283"/>
              <a:gd name="connsiteX5" fmla="*/ 983256 w 1187653"/>
              <a:gd name="connsiteY5" fmla="*/ 258098 h 938283"/>
              <a:gd name="connsiteX6" fmla="*/ 1021356 w 1187653"/>
              <a:gd name="connsiteY6" fmla="*/ 275031 h 938283"/>
              <a:gd name="connsiteX7" fmla="*/ 1118722 w 1187653"/>
              <a:gd name="connsiteY7" fmla="*/ 241165 h 938283"/>
              <a:gd name="connsiteX8" fmla="*/ 1165289 w 1187653"/>
              <a:gd name="connsiteY8" fmla="*/ 275031 h 938283"/>
              <a:gd name="connsiteX9" fmla="*/ 1186456 w 1187653"/>
              <a:gd name="connsiteY9" fmla="*/ 363931 h 938283"/>
              <a:gd name="connsiteX10" fmla="*/ 1131422 w 1187653"/>
              <a:gd name="connsiteY10" fmla="*/ 448598 h 938283"/>
              <a:gd name="connsiteX11" fmla="*/ 1055222 w 1187653"/>
              <a:gd name="connsiteY11" fmla="*/ 448598 h 938283"/>
              <a:gd name="connsiteX12" fmla="*/ 1004422 w 1187653"/>
              <a:gd name="connsiteY12" fmla="*/ 418965 h 938283"/>
              <a:gd name="connsiteX13" fmla="*/ 991722 w 1187653"/>
              <a:gd name="connsiteY13" fmla="*/ 571365 h 938283"/>
              <a:gd name="connsiteX14" fmla="*/ 991722 w 1187653"/>
              <a:gd name="connsiteY14" fmla="*/ 702598 h 938283"/>
              <a:gd name="connsiteX15" fmla="*/ 1008656 w 1187653"/>
              <a:gd name="connsiteY15" fmla="*/ 770331 h 938283"/>
              <a:gd name="connsiteX16" fmla="*/ 1000189 w 1187653"/>
              <a:gd name="connsiteY16" fmla="*/ 842298 h 938283"/>
              <a:gd name="connsiteX17" fmla="*/ 945156 w 1187653"/>
              <a:gd name="connsiteY17" fmla="*/ 905798 h 938283"/>
              <a:gd name="connsiteX18" fmla="*/ 771589 w 1187653"/>
              <a:gd name="connsiteY18" fmla="*/ 926965 h 938283"/>
              <a:gd name="connsiteX19" fmla="*/ 475256 w 1187653"/>
              <a:gd name="connsiteY19" fmla="*/ 935431 h 938283"/>
              <a:gd name="connsiteX20" fmla="*/ 187389 w 1187653"/>
              <a:gd name="connsiteY20" fmla="*/ 935431 h 938283"/>
              <a:gd name="connsiteX21" fmla="*/ 43456 w 1187653"/>
              <a:gd name="connsiteY21" fmla="*/ 901565 h 938283"/>
              <a:gd name="connsiteX22" fmla="*/ 22289 w 1187653"/>
              <a:gd name="connsiteY22" fmla="*/ 787265 h 938283"/>
              <a:gd name="connsiteX23" fmla="*/ 18056 w 1187653"/>
              <a:gd name="connsiteY23" fmla="*/ 461298 h 938283"/>
              <a:gd name="connsiteX24" fmla="*/ 26522 w 1187653"/>
              <a:gd name="connsiteY24" fmla="*/ 203065 h 938283"/>
              <a:gd name="connsiteX25" fmla="*/ 47689 w 1187653"/>
              <a:gd name="connsiteY25" fmla="*/ 16798 h 938283"/>
              <a:gd name="connsiteX0" fmla="*/ 29872 w 1169836"/>
              <a:gd name="connsiteY0" fmla="*/ 27927 h 949412"/>
              <a:gd name="connsiteX1" fmla="*/ 588672 w 1169836"/>
              <a:gd name="connsiteY1" fmla="*/ 19460 h 949412"/>
              <a:gd name="connsiteX2" fmla="*/ 829972 w 1169836"/>
              <a:gd name="connsiteY2" fmla="*/ 23694 h 949412"/>
              <a:gd name="connsiteX3" fmla="*/ 1016239 w 1169836"/>
              <a:gd name="connsiteY3" fmla="*/ 32160 h 949412"/>
              <a:gd name="connsiteX4" fmla="*/ 978139 w 1169836"/>
              <a:gd name="connsiteY4" fmla="*/ 150694 h 949412"/>
              <a:gd name="connsiteX5" fmla="*/ 965439 w 1169836"/>
              <a:gd name="connsiteY5" fmla="*/ 269227 h 949412"/>
              <a:gd name="connsiteX6" fmla="*/ 1003539 w 1169836"/>
              <a:gd name="connsiteY6" fmla="*/ 286160 h 949412"/>
              <a:gd name="connsiteX7" fmla="*/ 1100905 w 1169836"/>
              <a:gd name="connsiteY7" fmla="*/ 252294 h 949412"/>
              <a:gd name="connsiteX8" fmla="*/ 1147472 w 1169836"/>
              <a:gd name="connsiteY8" fmla="*/ 286160 h 949412"/>
              <a:gd name="connsiteX9" fmla="*/ 1168639 w 1169836"/>
              <a:gd name="connsiteY9" fmla="*/ 375060 h 949412"/>
              <a:gd name="connsiteX10" fmla="*/ 1113605 w 1169836"/>
              <a:gd name="connsiteY10" fmla="*/ 459727 h 949412"/>
              <a:gd name="connsiteX11" fmla="*/ 1037405 w 1169836"/>
              <a:gd name="connsiteY11" fmla="*/ 459727 h 949412"/>
              <a:gd name="connsiteX12" fmla="*/ 986605 w 1169836"/>
              <a:gd name="connsiteY12" fmla="*/ 430094 h 949412"/>
              <a:gd name="connsiteX13" fmla="*/ 973905 w 1169836"/>
              <a:gd name="connsiteY13" fmla="*/ 582494 h 949412"/>
              <a:gd name="connsiteX14" fmla="*/ 973905 w 1169836"/>
              <a:gd name="connsiteY14" fmla="*/ 713727 h 949412"/>
              <a:gd name="connsiteX15" fmla="*/ 990839 w 1169836"/>
              <a:gd name="connsiteY15" fmla="*/ 781460 h 949412"/>
              <a:gd name="connsiteX16" fmla="*/ 982372 w 1169836"/>
              <a:gd name="connsiteY16" fmla="*/ 853427 h 949412"/>
              <a:gd name="connsiteX17" fmla="*/ 927339 w 1169836"/>
              <a:gd name="connsiteY17" fmla="*/ 916927 h 949412"/>
              <a:gd name="connsiteX18" fmla="*/ 753772 w 1169836"/>
              <a:gd name="connsiteY18" fmla="*/ 938094 h 949412"/>
              <a:gd name="connsiteX19" fmla="*/ 457439 w 1169836"/>
              <a:gd name="connsiteY19" fmla="*/ 946560 h 949412"/>
              <a:gd name="connsiteX20" fmla="*/ 169572 w 1169836"/>
              <a:gd name="connsiteY20" fmla="*/ 946560 h 949412"/>
              <a:gd name="connsiteX21" fmla="*/ 25639 w 1169836"/>
              <a:gd name="connsiteY21" fmla="*/ 912694 h 949412"/>
              <a:gd name="connsiteX22" fmla="*/ 4472 w 1169836"/>
              <a:gd name="connsiteY22" fmla="*/ 798394 h 949412"/>
              <a:gd name="connsiteX23" fmla="*/ 239 w 1169836"/>
              <a:gd name="connsiteY23" fmla="*/ 472427 h 949412"/>
              <a:gd name="connsiteX24" fmla="*/ 8705 w 1169836"/>
              <a:gd name="connsiteY24" fmla="*/ 214194 h 949412"/>
              <a:gd name="connsiteX25" fmla="*/ 29872 w 1169836"/>
              <a:gd name="connsiteY25" fmla="*/ 27927 h 949412"/>
              <a:gd name="connsiteX0" fmla="*/ 29872 w 1169836"/>
              <a:gd name="connsiteY0" fmla="*/ 29795 h 951280"/>
              <a:gd name="connsiteX1" fmla="*/ 588672 w 1169836"/>
              <a:gd name="connsiteY1" fmla="*/ 21328 h 951280"/>
              <a:gd name="connsiteX2" fmla="*/ 829972 w 1169836"/>
              <a:gd name="connsiteY2" fmla="*/ 25562 h 951280"/>
              <a:gd name="connsiteX3" fmla="*/ 1016239 w 1169836"/>
              <a:gd name="connsiteY3" fmla="*/ 34028 h 951280"/>
              <a:gd name="connsiteX4" fmla="*/ 978139 w 1169836"/>
              <a:gd name="connsiteY4" fmla="*/ 152562 h 951280"/>
              <a:gd name="connsiteX5" fmla="*/ 965439 w 1169836"/>
              <a:gd name="connsiteY5" fmla="*/ 271095 h 951280"/>
              <a:gd name="connsiteX6" fmla="*/ 1003539 w 1169836"/>
              <a:gd name="connsiteY6" fmla="*/ 288028 h 951280"/>
              <a:gd name="connsiteX7" fmla="*/ 1100905 w 1169836"/>
              <a:gd name="connsiteY7" fmla="*/ 254162 h 951280"/>
              <a:gd name="connsiteX8" fmla="*/ 1147472 w 1169836"/>
              <a:gd name="connsiteY8" fmla="*/ 288028 h 951280"/>
              <a:gd name="connsiteX9" fmla="*/ 1168639 w 1169836"/>
              <a:gd name="connsiteY9" fmla="*/ 376928 h 951280"/>
              <a:gd name="connsiteX10" fmla="*/ 1113605 w 1169836"/>
              <a:gd name="connsiteY10" fmla="*/ 461595 h 951280"/>
              <a:gd name="connsiteX11" fmla="*/ 1037405 w 1169836"/>
              <a:gd name="connsiteY11" fmla="*/ 461595 h 951280"/>
              <a:gd name="connsiteX12" fmla="*/ 986605 w 1169836"/>
              <a:gd name="connsiteY12" fmla="*/ 431962 h 951280"/>
              <a:gd name="connsiteX13" fmla="*/ 973905 w 1169836"/>
              <a:gd name="connsiteY13" fmla="*/ 584362 h 951280"/>
              <a:gd name="connsiteX14" fmla="*/ 973905 w 1169836"/>
              <a:gd name="connsiteY14" fmla="*/ 715595 h 951280"/>
              <a:gd name="connsiteX15" fmla="*/ 990839 w 1169836"/>
              <a:gd name="connsiteY15" fmla="*/ 783328 h 951280"/>
              <a:gd name="connsiteX16" fmla="*/ 982372 w 1169836"/>
              <a:gd name="connsiteY16" fmla="*/ 855295 h 951280"/>
              <a:gd name="connsiteX17" fmla="*/ 927339 w 1169836"/>
              <a:gd name="connsiteY17" fmla="*/ 918795 h 951280"/>
              <a:gd name="connsiteX18" fmla="*/ 753772 w 1169836"/>
              <a:gd name="connsiteY18" fmla="*/ 939962 h 951280"/>
              <a:gd name="connsiteX19" fmla="*/ 457439 w 1169836"/>
              <a:gd name="connsiteY19" fmla="*/ 948428 h 951280"/>
              <a:gd name="connsiteX20" fmla="*/ 169572 w 1169836"/>
              <a:gd name="connsiteY20" fmla="*/ 948428 h 951280"/>
              <a:gd name="connsiteX21" fmla="*/ 25639 w 1169836"/>
              <a:gd name="connsiteY21" fmla="*/ 914562 h 951280"/>
              <a:gd name="connsiteX22" fmla="*/ 4472 w 1169836"/>
              <a:gd name="connsiteY22" fmla="*/ 800262 h 951280"/>
              <a:gd name="connsiteX23" fmla="*/ 239 w 1169836"/>
              <a:gd name="connsiteY23" fmla="*/ 474295 h 951280"/>
              <a:gd name="connsiteX24" fmla="*/ 8705 w 1169836"/>
              <a:gd name="connsiteY24" fmla="*/ 216062 h 951280"/>
              <a:gd name="connsiteX25" fmla="*/ 29872 w 1169836"/>
              <a:gd name="connsiteY25" fmla="*/ 29795 h 951280"/>
              <a:gd name="connsiteX0" fmla="*/ 29872 w 1169836"/>
              <a:gd name="connsiteY0" fmla="*/ 17723 h 939208"/>
              <a:gd name="connsiteX1" fmla="*/ 228839 w 1169836"/>
              <a:gd name="connsiteY1" fmla="*/ 7140 h 939208"/>
              <a:gd name="connsiteX2" fmla="*/ 829972 w 1169836"/>
              <a:gd name="connsiteY2" fmla="*/ 13490 h 939208"/>
              <a:gd name="connsiteX3" fmla="*/ 1016239 w 1169836"/>
              <a:gd name="connsiteY3" fmla="*/ 21956 h 939208"/>
              <a:gd name="connsiteX4" fmla="*/ 978139 w 1169836"/>
              <a:gd name="connsiteY4" fmla="*/ 140490 h 939208"/>
              <a:gd name="connsiteX5" fmla="*/ 965439 w 1169836"/>
              <a:gd name="connsiteY5" fmla="*/ 259023 h 939208"/>
              <a:gd name="connsiteX6" fmla="*/ 1003539 w 1169836"/>
              <a:gd name="connsiteY6" fmla="*/ 275956 h 939208"/>
              <a:gd name="connsiteX7" fmla="*/ 1100905 w 1169836"/>
              <a:gd name="connsiteY7" fmla="*/ 242090 h 939208"/>
              <a:gd name="connsiteX8" fmla="*/ 1147472 w 1169836"/>
              <a:gd name="connsiteY8" fmla="*/ 275956 h 939208"/>
              <a:gd name="connsiteX9" fmla="*/ 1168639 w 1169836"/>
              <a:gd name="connsiteY9" fmla="*/ 364856 h 939208"/>
              <a:gd name="connsiteX10" fmla="*/ 1113605 w 1169836"/>
              <a:gd name="connsiteY10" fmla="*/ 449523 h 939208"/>
              <a:gd name="connsiteX11" fmla="*/ 1037405 w 1169836"/>
              <a:gd name="connsiteY11" fmla="*/ 449523 h 939208"/>
              <a:gd name="connsiteX12" fmla="*/ 986605 w 1169836"/>
              <a:gd name="connsiteY12" fmla="*/ 419890 h 939208"/>
              <a:gd name="connsiteX13" fmla="*/ 973905 w 1169836"/>
              <a:gd name="connsiteY13" fmla="*/ 572290 h 939208"/>
              <a:gd name="connsiteX14" fmla="*/ 973905 w 1169836"/>
              <a:gd name="connsiteY14" fmla="*/ 703523 h 939208"/>
              <a:gd name="connsiteX15" fmla="*/ 990839 w 1169836"/>
              <a:gd name="connsiteY15" fmla="*/ 771256 h 939208"/>
              <a:gd name="connsiteX16" fmla="*/ 982372 w 1169836"/>
              <a:gd name="connsiteY16" fmla="*/ 843223 h 939208"/>
              <a:gd name="connsiteX17" fmla="*/ 927339 w 1169836"/>
              <a:gd name="connsiteY17" fmla="*/ 906723 h 939208"/>
              <a:gd name="connsiteX18" fmla="*/ 753772 w 1169836"/>
              <a:gd name="connsiteY18" fmla="*/ 927890 h 939208"/>
              <a:gd name="connsiteX19" fmla="*/ 457439 w 1169836"/>
              <a:gd name="connsiteY19" fmla="*/ 936356 h 939208"/>
              <a:gd name="connsiteX20" fmla="*/ 169572 w 1169836"/>
              <a:gd name="connsiteY20" fmla="*/ 936356 h 939208"/>
              <a:gd name="connsiteX21" fmla="*/ 25639 w 1169836"/>
              <a:gd name="connsiteY21" fmla="*/ 902490 h 939208"/>
              <a:gd name="connsiteX22" fmla="*/ 4472 w 1169836"/>
              <a:gd name="connsiteY22" fmla="*/ 788190 h 939208"/>
              <a:gd name="connsiteX23" fmla="*/ 239 w 1169836"/>
              <a:gd name="connsiteY23" fmla="*/ 462223 h 939208"/>
              <a:gd name="connsiteX24" fmla="*/ 8705 w 1169836"/>
              <a:gd name="connsiteY24" fmla="*/ 203990 h 939208"/>
              <a:gd name="connsiteX25" fmla="*/ 29872 w 1169836"/>
              <a:gd name="connsiteY25" fmla="*/ 17723 h 939208"/>
              <a:gd name="connsiteX0" fmla="*/ 29872 w 1169836"/>
              <a:gd name="connsiteY0" fmla="*/ 15359 h 936844"/>
              <a:gd name="connsiteX1" fmla="*/ 228839 w 1169836"/>
              <a:gd name="connsiteY1" fmla="*/ 4776 h 936844"/>
              <a:gd name="connsiteX2" fmla="*/ 829972 w 1169836"/>
              <a:gd name="connsiteY2" fmla="*/ 11126 h 936844"/>
              <a:gd name="connsiteX3" fmla="*/ 1016239 w 1169836"/>
              <a:gd name="connsiteY3" fmla="*/ 19592 h 936844"/>
              <a:gd name="connsiteX4" fmla="*/ 978139 w 1169836"/>
              <a:gd name="connsiteY4" fmla="*/ 138126 h 936844"/>
              <a:gd name="connsiteX5" fmla="*/ 965439 w 1169836"/>
              <a:gd name="connsiteY5" fmla="*/ 256659 h 936844"/>
              <a:gd name="connsiteX6" fmla="*/ 1003539 w 1169836"/>
              <a:gd name="connsiteY6" fmla="*/ 273592 h 936844"/>
              <a:gd name="connsiteX7" fmla="*/ 1100905 w 1169836"/>
              <a:gd name="connsiteY7" fmla="*/ 239726 h 936844"/>
              <a:gd name="connsiteX8" fmla="*/ 1147472 w 1169836"/>
              <a:gd name="connsiteY8" fmla="*/ 273592 h 936844"/>
              <a:gd name="connsiteX9" fmla="*/ 1168639 w 1169836"/>
              <a:gd name="connsiteY9" fmla="*/ 362492 h 936844"/>
              <a:gd name="connsiteX10" fmla="*/ 1113605 w 1169836"/>
              <a:gd name="connsiteY10" fmla="*/ 447159 h 936844"/>
              <a:gd name="connsiteX11" fmla="*/ 1037405 w 1169836"/>
              <a:gd name="connsiteY11" fmla="*/ 447159 h 936844"/>
              <a:gd name="connsiteX12" fmla="*/ 986605 w 1169836"/>
              <a:gd name="connsiteY12" fmla="*/ 417526 h 936844"/>
              <a:gd name="connsiteX13" fmla="*/ 973905 w 1169836"/>
              <a:gd name="connsiteY13" fmla="*/ 569926 h 936844"/>
              <a:gd name="connsiteX14" fmla="*/ 973905 w 1169836"/>
              <a:gd name="connsiteY14" fmla="*/ 701159 h 936844"/>
              <a:gd name="connsiteX15" fmla="*/ 990839 w 1169836"/>
              <a:gd name="connsiteY15" fmla="*/ 768892 h 936844"/>
              <a:gd name="connsiteX16" fmla="*/ 982372 w 1169836"/>
              <a:gd name="connsiteY16" fmla="*/ 840859 h 936844"/>
              <a:gd name="connsiteX17" fmla="*/ 927339 w 1169836"/>
              <a:gd name="connsiteY17" fmla="*/ 904359 h 936844"/>
              <a:gd name="connsiteX18" fmla="*/ 753772 w 1169836"/>
              <a:gd name="connsiteY18" fmla="*/ 925526 h 936844"/>
              <a:gd name="connsiteX19" fmla="*/ 457439 w 1169836"/>
              <a:gd name="connsiteY19" fmla="*/ 933992 h 936844"/>
              <a:gd name="connsiteX20" fmla="*/ 169572 w 1169836"/>
              <a:gd name="connsiteY20" fmla="*/ 933992 h 936844"/>
              <a:gd name="connsiteX21" fmla="*/ 25639 w 1169836"/>
              <a:gd name="connsiteY21" fmla="*/ 900126 h 936844"/>
              <a:gd name="connsiteX22" fmla="*/ 4472 w 1169836"/>
              <a:gd name="connsiteY22" fmla="*/ 785826 h 936844"/>
              <a:gd name="connsiteX23" fmla="*/ 239 w 1169836"/>
              <a:gd name="connsiteY23" fmla="*/ 459859 h 936844"/>
              <a:gd name="connsiteX24" fmla="*/ 8705 w 1169836"/>
              <a:gd name="connsiteY24" fmla="*/ 201626 h 936844"/>
              <a:gd name="connsiteX25" fmla="*/ 29872 w 1169836"/>
              <a:gd name="connsiteY25" fmla="*/ 15359 h 936844"/>
              <a:gd name="connsiteX0" fmla="*/ 29872 w 1169836"/>
              <a:gd name="connsiteY0" fmla="*/ 18385 h 939870"/>
              <a:gd name="connsiteX1" fmla="*/ 228839 w 1169836"/>
              <a:gd name="connsiteY1" fmla="*/ 7802 h 939870"/>
              <a:gd name="connsiteX2" fmla="*/ 829972 w 1169836"/>
              <a:gd name="connsiteY2" fmla="*/ 14152 h 939870"/>
              <a:gd name="connsiteX3" fmla="*/ 1016239 w 1169836"/>
              <a:gd name="connsiteY3" fmla="*/ 22618 h 939870"/>
              <a:gd name="connsiteX4" fmla="*/ 978139 w 1169836"/>
              <a:gd name="connsiteY4" fmla="*/ 141152 h 939870"/>
              <a:gd name="connsiteX5" fmla="*/ 965439 w 1169836"/>
              <a:gd name="connsiteY5" fmla="*/ 259685 h 939870"/>
              <a:gd name="connsiteX6" fmla="*/ 1003539 w 1169836"/>
              <a:gd name="connsiteY6" fmla="*/ 276618 h 939870"/>
              <a:gd name="connsiteX7" fmla="*/ 1100905 w 1169836"/>
              <a:gd name="connsiteY7" fmla="*/ 242752 h 939870"/>
              <a:gd name="connsiteX8" fmla="*/ 1147472 w 1169836"/>
              <a:gd name="connsiteY8" fmla="*/ 276618 h 939870"/>
              <a:gd name="connsiteX9" fmla="*/ 1168639 w 1169836"/>
              <a:gd name="connsiteY9" fmla="*/ 365518 h 939870"/>
              <a:gd name="connsiteX10" fmla="*/ 1113605 w 1169836"/>
              <a:gd name="connsiteY10" fmla="*/ 450185 h 939870"/>
              <a:gd name="connsiteX11" fmla="*/ 1037405 w 1169836"/>
              <a:gd name="connsiteY11" fmla="*/ 450185 h 939870"/>
              <a:gd name="connsiteX12" fmla="*/ 986605 w 1169836"/>
              <a:gd name="connsiteY12" fmla="*/ 420552 h 939870"/>
              <a:gd name="connsiteX13" fmla="*/ 973905 w 1169836"/>
              <a:gd name="connsiteY13" fmla="*/ 572952 h 939870"/>
              <a:gd name="connsiteX14" fmla="*/ 973905 w 1169836"/>
              <a:gd name="connsiteY14" fmla="*/ 704185 h 939870"/>
              <a:gd name="connsiteX15" fmla="*/ 990839 w 1169836"/>
              <a:gd name="connsiteY15" fmla="*/ 771918 h 939870"/>
              <a:gd name="connsiteX16" fmla="*/ 982372 w 1169836"/>
              <a:gd name="connsiteY16" fmla="*/ 843885 h 939870"/>
              <a:gd name="connsiteX17" fmla="*/ 927339 w 1169836"/>
              <a:gd name="connsiteY17" fmla="*/ 907385 h 939870"/>
              <a:gd name="connsiteX18" fmla="*/ 753772 w 1169836"/>
              <a:gd name="connsiteY18" fmla="*/ 928552 h 939870"/>
              <a:gd name="connsiteX19" fmla="*/ 457439 w 1169836"/>
              <a:gd name="connsiteY19" fmla="*/ 937018 h 939870"/>
              <a:gd name="connsiteX20" fmla="*/ 169572 w 1169836"/>
              <a:gd name="connsiteY20" fmla="*/ 937018 h 939870"/>
              <a:gd name="connsiteX21" fmla="*/ 25639 w 1169836"/>
              <a:gd name="connsiteY21" fmla="*/ 903152 h 939870"/>
              <a:gd name="connsiteX22" fmla="*/ 4472 w 1169836"/>
              <a:gd name="connsiteY22" fmla="*/ 788852 h 939870"/>
              <a:gd name="connsiteX23" fmla="*/ 239 w 1169836"/>
              <a:gd name="connsiteY23" fmla="*/ 462885 h 939870"/>
              <a:gd name="connsiteX24" fmla="*/ 8705 w 1169836"/>
              <a:gd name="connsiteY24" fmla="*/ 204652 h 939870"/>
              <a:gd name="connsiteX25" fmla="*/ 29872 w 1169836"/>
              <a:gd name="connsiteY25" fmla="*/ 18385 h 939870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0657 h 968126"/>
              <a:gd name="connsiteX1" fmla="*/ 228839 w 1169836"/>
              <a:gd name="connsiteY1" fmla="*/ 36058 h 968126"/>
              <a:gd name="connsiteX2" fmla="*/ 829972 w 1169836"/>
              <a:gd name="connsiteY2" fmla="*/ 42408 h 968126"/>
              <a:gd name="connsiteX3" fmla="*/ 1016239 w 1169836"/>
              <a:gd name="connsiteY3" fmla="*/ 50874 h 968126"/>
              <a:gd name="connsiteX4" fmla="*/ 978139 w 1169836"/>
              <a:gd name="connsiteY4" fmla="*/ 169408 h 968126"/>
              <a:gd name="connsiteX5" fmla="*/ 965439 w 1169836"/>
              <a:gd name="connsiteY5" fmla="*/ 287941 h 968126"/>
              <a:gd name="connsiteX6" fmla="*/ 1003539 w 1169836"/>
              <a:gd name="connsiteY6" fmla="*/ 304874 h 968126"/>
              <a:gd name="connsiteX7" fmla="*/ 1100905 w 1169836"/>
              <a:gd name="connsiteY7" fmla="*/ 271008 h 968126"/>
              <a:gd name="connsiteX8" fmla="*/ 1147472 w 1169836"/>
              <a:gd name="connsiteY8" fmla="*/ 304874 h 968126"/>
              <a:gd name="connsiteX9" fmla="*/ 1168639 w 1169836"/>
              <a:gd name="connsiteY9" fmla="*/ 393774 h 968126"/>
              <a:gd name="connsiteX10" fmla="*/ 1113605 w 1169836"/>
              <a:gd name="connsiteY10" fmla="*/ 478441 h 968126"/>
              <a:gd name="connsiteX11" fmla="*/ 1037405 w 1169836"/>
              <a:gd name="connsiteY11" fmla="*/ 478441 h 968126"/>
              <a:gd name="connsiteX12" fmla="*/ 986605 w 1169836"/>
              <a:gd name="connsiteY12" fmla="*/ 448808 h 968126"/>
              <a:gd name="connsiteX13" fmla="*/ 973905 w 1169836"/>
              <a:gd name="connsiteY13" fmla="*/ 601208 h 968126"/>
              <a:gd name="connsiteX14" fmla="*/ 973905 w 1169836"/>
              <a:gd name="connsiteY14" fmla="*/ 732441 h 968126"/>
              <a:gd name="connsiteX15" fmla="*/ 990839 w 1169836"/>
              <a:gd name="connsiteY15" fmla="*/ 800174 h 968126"/>
              <a:gd name="connsiteX16" fmla="*/ 982372 w 1169836"/>
              <a:gd name="connsiteY16" fmla="*/ 872141 h 968126"/>
              <a:gd name="connsiteX17" fmla="*/ 927339 w 1169836"/>
              <a:gd name="connsiteY17" fmla="*/ 935641 h 968126"/>
              <a:gd name="connsiteX18" fmla="*/ 753772 w 1169836"/>
              <a:gd name="connsiteY18" fmla="*/ 956808 h 968126"/>
              <a:gd name="connsiteX19" fmla="*/ 457439 w 1169836"/>
              <a:gd name="connsiteY19" fmla="*/ 965274 h 968126"/>
              <a:gd name="connsiteX20" fmla="*/ 169572 w 1169836"/>
              <a:gd name="connsiteY20" fmla="*/ 965274 h 968126"/>
              <a:gd name="connsiteX21" fmla="*/ 25639 w 1169836"/>
              <a:gd name="connsiteY21" fmla="*/ 931408 h 968126"/>
              <a:gd name="connsiteX22" fmla="*/ 4472 w 1169836"/>
              <a:gd name="connsiteY22" fmla="*/ 817108 h 968126"/>
              <a:gd name="connsiteX23" fmla="*/ 239 w 1169836"/>
              <a:gd name="connsiteY23" fmla="*/ 491141 h 968126"/>
              <a:gd name="connsiteX24" fmla="*/ 8705 w 1169836"/>
              <a:gd name="connsiteY24" fmla="*/ 232908 h 968126"/>
              <a:gd name="connsiteX25" fmla="*/ 29872 w 1169836"/>
              <a:gd name="connsiteY25" fmla="*/ 10657 h 96812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16239 w 1169836"/>
              <a:gd name="connsiteY3" fmla="*/ 55408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50106 w 1169836"/>
              <a:gd name="connsiteY3" fmla="*/ 25775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20598 h 978067"/>
              <a:gd name="connsiteX1" fmla="*/ 243655 w 1169836"/>
              <a:gd name="connsiteY1" fmla="*/ 10015 h 978067"/>
              <a:gd name="connsiteX2" fmla="*/ 832089 w 1169836"/>
              <a:gd name="connsiteY2" fmla="*/ 22716 h 978067"/>
              <a:gd name="connsiteX3" fmla="*/ 1050106 w 1169836"/>
              <a:gd name="connsiteY3" fmla="*/ 31182 h 978067"/>
              <a:gd name="connsiteX4" fmla="*/ 978139 w 1169836"/>
              <a:gd name="connsiteY4" fmla="*/ 179349 h 978067"/>
              <a:gd name="connsiteX5" fmla="*/ 965439 w 1169836"/>
              <a:gd name="connsiteY5" fmla="*/ 297882 h 978067"/>
              <a:gd name="connsiteX6" fmla="*/ 1003539 w 1169836"/>
              <a:gd name="connsiteY6" fmla="*/ 314815 h 978067"/>
              <a:gd name="connsiteX7" fmla="*/ 1100905 w 1169836"/>
              <a:gd name="connsiteY7" fmla="*/ 280949 h 978067"/>
              <a:gd name="connsiteX8" fmla="*/ 1147472 w 1169836"/>
              <a:gd name="connsiteY8" fmla="*/ 314815 h 978067"/>
              <a:gd name="connsiteX9" fmla="*/ 1168639 w 1169836"/>
              <a:gd name="connsiteY9" fmla="*/ 403715 h 978067"/>
              <a:gd name="connsiteX10" fmla="*/ 1113605 w 1169836"/>
              <a:gd name="connsiteY10" fmla="*/ 488382 h 978067"/>
              <a:gd name="connsiteX11" fmla="*/ 1037405 w 1169836"/>
              <a:gd name="connsiteY11" fmla="*/ 488382 h 978067"/>
              <a:gd name="connsiteX12" fmla="*/ 986605 w 1169836"/>
              <a:gd name="connsiteY12" fmla="*/ 458749 h 978067"/>
              <a:gd name="connsiteX13" fmla="*/ 973905 w 1169836"/>
              <a:gd name="connsiteY13" fmla="*/ 611149 h 978067"/>
              <a:gd name="connsiteX14" fmla="*/ 973905 w 1169836"/>
              <a:gd name="connsiteY14" fmla="*/ 742382 h 978067"/>
              <a:gd name="connsiteX15" fmla="*/ 990839 w 1169836"/>
              <a:gd name="connsiteY15" fmla="*/ 810115 h 978067"/>
              <a:gd name="connsiteX16" fmla="*/ 982372 w 1169836"/>
              <a:gd name="connsiteY16" fmla="*/ 882082 h 978067"/>
              <a:gd name="connsiteX17" fmla="*/ 927339 w 1169836"/>
              <a:gd name="connsiteY17" fmla="*/ 945582 h 978067"/>
              <a:gd name="connsiteX18" fmla="*/ 753772 w 1169836"/>
              <a:gd name="connsiteY18" fmla="*/ 966749 h 978067"/>
              <a:gd name="connsiteX19" fmla="*/ 457439 w 1169836"/>
              <a:gd name="connsiteY19" fmla="*/ 975215 h 978067"/>
              <a:gd name="connsiteX20" fmla="*/ 169572 w 1169836"/>
              <a:gd name="connsiteY20" fmla="*/ 975215 h 978067"/>
              <a:gd name="connsiteX21" fmla="*/ 25639 w 1169836"/>
              <a:gd name="connsiteY21" fmla="*/ 941349 h 978067"/>
              <a:gd name="connsiteX22" fmla="*/ 4472 w 1169836"/>
              <a:gd name="connsiteY22" fmla="*/ 827049 h 978067"/>
              <a:gd name="connsiteX23" fmla="*/ 239 w 1169836"/>
              <a:gd name="connsiteY23" fmla="*/ 501082 h 978067"/>
              <a:gd name="connsiteX24" fmla="*/ 8705 w 1169836"/>
              <a:gd name="connsiteY24" fmla="*/ 242849 h 978067"/>
              <a:gd name="connsiteX25" fmla="*/ 29872 w 1169836"/>
              <a:gd name="connsiteY25" fmla="*/ 20598 h 978067"/>
              <a:gd name="connsiteX0" fmla="*/ 29872 w 1169836"/>
              <a:gd name="connsiteY0" fmla="*/ 21238 h 978707"/>
              <a:gd name="connsiteX1" fmla="*/ 243655 w 1169836"/>
              <a:gd name="connsiteY1" fmla="*/ 10655 h 978707"/>
              <a:gd name="connsiteX2" fmla="*/ 832089 w 1169836"/>
              <a:gd name="connsiteY2" fmla="*/ 23356 h 978707"/>
              <a:gd name="connsiteX3" fmla="*/ 1050106 w 1169836"/>
              <a:gd name="connsiteY3" fmla="*/ 31822 h 978707"/>
              <a:gd name="connsiteX4" fmla="*/ 978139 w 1169836"/>
              <a:gd name="connsiteY4" fmla="*/ 179989 h 978707"/>
              <a:gd name="connsiteX5" fmla="*/ 965439 w 1169836"/>
              <a:gd name="connsiteY5" fmla="*/ 298522 h 978707"/>
              <a:gd name="connsiteX6" fmla="*/ 1003539 w 1169836"/>
              <a:gd name="connsiteY6" fmla="*/ 315455 h 978707"/>
              <a:gd name="connsiteX7" fmla="*/ 1100905 w 1169836"/>
              <a:gd name="connsiteY7" fmla="*/ 281589 h 978707"/>
              <a:gd name="connsiteX8" fmla="*/ 1147472 w 1169836"/>
              <a:gd name="connsiteY8" fmla="*/ 315455 h 978707"/>
              <a:gd name="connsiteX9" fmla="*/ 1168639 w 1169836"/>
              <a:gd name="connsiteY9" fmla="*/ 404355 h 978707"/>
              <a:gd name="connsiteX10" fmla="*/ 1113605 w 1169836"/>
              <a:gd name="connsiteY10" fmla="*/ 489022 h 978707"/>
              <a:gd name="connsiteX11" fmla="*/ 1037405 w 1169836"/>
              <a:gd name="connsiteY11" fmla="*/ 489022 h 978707"/>
              <a:gd name="connsiteX12" fmla="*/ 986605 w 1169836"/>
              <a:gd name="connsiteY12" fmla="*/ 459389 h 978707"/>
              <a:gd name="connsiteX13" fmla="*/ 973905 w 1169836"/>
              <a:gd name="connsiteY13" fmla="*/ 611789 h 978707"/>
              <a:gd name="connsiteX14" fmla="*/ 973905 w 1169836"/>
              <a:gd name="connsiteY14" fmla="*/ 743022 h 978707"/>
              <a:gd name="connsiteX15" fmla="*/ 990839 w 1169836"/>
              <a:gd name="connsiteY15" fmla="*/ 810755 h 978707"/>
              <a:gd name="connsiteX16" fmla="*/ 982372 w 1169836"/>
              <a:gd name="connsiteY16" fmla="*/ 882722 h 978707"/>
              <a:gd name="connsiteX17" fmla="*/ 927339 w 1169836"/>
              <a:gd name="connsiteY17" fmla="*/ 946222 h 978707"/>
              <a:gd name="connsiteX18" fmla="*/ 753772 w 1169836"/>
              <a:gd name="connsiteY18" fmla="*/ 967389 h 978707"/>
              <a:gd name="connsiteX19" fmla="*/ 457439 w 1169836"/>
              <a:gd name="connsiteY19" fmla="*/ 975855 h 978707"/>
              <a:gd name="connsiteX20" fmla="*/ 169572 w 1169836"/>
              <a:gd name="connsiteY20" fmla="*/ 975855 h 978707"/>
              <a:gd name="connsiteX21" fmla="*/ 25639 w 1169836"/>
              <a:gd name="connsiteY21" fmla="*/ 941989 h 978707"/>
              <a:gd name="connsiteX22" fmla="*/ 4472 w 1169836"/>
              <a:gd name="connsiteY22" fmla="*/ 827689 h 978707"/>
              <a:gd name="connsiteX23" fmla="*/ 239 w 1169836"/>
              <a:gd name="connsiteY23" fmla="*/ 501722 h 978707"/>
              <a:gd name="connsiteX24" fmla="*/ 8705 w 1169836"/>
              <a:gd name="connsiteY24" fmla="*/ 243489 h 978707"/>
              <a:gd name="connsiteX25" fmla="*/ 29872 w 1169836"/>
              <a:gd name="connsiteY25" fmla="*/ 21238 h 978707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30226 w 1170190"/>
              <a:gd name="connsiteY0" fmla="*/ 18583 h 976052"/>
              <a:gd name="connsiteX1" fmla="*/ 244009 w 1170190"/>
              <a:gd name="connsiteY1" fmla="*/ 8000 h 976052"/>
              <a:gd name="connsiteX2" fmla="*/ 832443 w 1170190"/>
              <a:gd name="connsiteY2" fmla="*/ 20701 h 976052"/>
              <a:gd name="connsiteX3" fmla="*/ 1050460 w 1170190"/>
              <a:gd name="connsiteY3" fmla="*/ 29167 h 976052"/>
              <a:gd name="connsiteX4" fmla="*/ 978493 w 1170190"/>
              <a:gd name="connsiteY4" fmla="*/ 177334 h 976052"/>
              <a:gd name="connsiteX5" fmla="*/ 965793 w 1170190"/>
              <a:gd name="connsiteY5" fmla="*/ 295867 h 976052"/>
              <a:gd name="connsiteX6" fmla="*/ 1003893 w 1170190"/>
              <a:gd name="connsiteY6" fmla="*/ 312800 h 976052"/>
              <a:gd name="connsiteX7" fmla="*/ 1101259 w 1170190"/>
              <a:gd name="connsiteY7" fmla="*/ 278934 h 976052"/>
              <a:gd name="connsiteX8" fmla="*/ 1147826 w 1170190"/>
              <a:gd name="connsiteY8" fmla="*/ 312800 h 976052"/>
              <a:gd name="connsiteX9" fmla="*/ 1168993 w 1170190"/>
              <a:gd name="connsiteY9" fmla="*/ 401700 h 976052"/>
              <a:gd name="connsiteX10" fmla="*/ 1113959 w 1170190"/>
              <a:gd name="connsiteY10" fmla="*/ 486367 h 976052"/>
              <a:gd name="connsiteX11" fmla="*/ 1037759 w 1170190"/>
              <a:gd name="connsiteY11" fmla="*/ 486367 h 976052"/>
              <a:gd name="connsiteX12" fmla="*/ 986959 w 1170190"/>
              <a:gd name="connsiteY12" fmla="*/ 456734 h 976052"/>
              <a:gd name="connsiteX13" fmla="*/ 974259 w 1170190"/>
              <a:gd name="connsiteY13" fmla="*/ 609134 h 976052"/>
              <a:gd name="connsiteX14" fmla="*/ 974259 w 1170190"/>
              <a:gd name="connsiteY14" fmla="*/ 740367 h 976052"/>
              <a:gd name="connsiteX15" fmla="*/ 991193 w 1170190"/>
              <a:gd name="connsiteY15" fmla="*/ 808100 h 976052"/>
              <a:gd name="connsiteX16" fmla="*/ 982726 w 1170190"/>
              <a:gd name="connsiteY16" fmla="*/ 880067 h 976052"/>
              <a:gd name="connsiteX17" fmla="*/ 927693 w 1170190"/>
              <a:gd name="connsiteY17" fmla="*/ 943567 h 976052"/>
              <a:gd name="connsiteX18" fmla="*/ 754126 w 1170190"/>
              <a:gd name="connsiteY18" fmla="*/ 964734 h 976052"/>
              <a:gd name="connsiteX19" fmla="*/ 457793 w 1170190"/>
              <a:gd name="connsiteY19" fmla="*/ 973200 h 976052"/>
              <a:gd name="connsiteX20" fmla="*/ 169926 w 1170190"/>
              <a:gd name="connsiteY20" fmla="*/ 973200 h 976052"/>
              <a:gd name="connsiteX21" fmla="*/ 25993 w 1170190"/>
              <a:gd name="connsiteY21" fmla="*/ 939334 h 976052"/>
              <a:gd name="connsiteX22" fmla="*/ 4826 w 1170190"/>
              <a:gd name="connsiteY22" fmla="*/ 825034 h 976052"/>
              <a:gd name="connsiteX23" fmla="*/ 593 w 1170190"/>
              <a:gd name="connsiteY23" fmla="*/ 499067 h 976052"/>
              <a:gd name="connsiteX24" fmla="*/ 9059 w 1170190"/>
              <a:gd name="connsiteY24" fmla="*/ 240834 h 976052"/>
              <a:gd name="connsiteX25" fmla="*/ 30226 w 1170190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6937 h 974406"/>
              <a:gd name="connsiteX1" fmla="*/ 243655 w 1169836"/>
              <a:gd name="connsiteY1" fmla="*/ 6354 h 974406"/>
              <a:gd name="connsiteX2" fmla="*/ 829973 w 1169836"/>
              <a:gd name="connsiteY2" fmla="*/ 5 h 974406"/>
              <a:gd name="connsiteX3" fmla="*/ 1050106 w 1169836"/>
              <a:gd name="connsiteY3" fmla="*/ 27521 h 974406"/>
              <a:gd name="connsiteX4" fmla="*/ 978139 w 1169836"/>
              <a:gd name="connsiteY4" fmla="*/ 175688 h 974406"/>
              <a:gd name="connsiteX5" fmla="*/ 965439 w 1169836"/>
              <a:gd name="connsiteY5" fmla="*/ 294221 h 974406"/>
              <a:gd name="connsiteX6" fmla="*/ 1003539 w 1169836"/>
              <a:gd name="connsiteY6" fmla="*/ 311154 h 974406"/>
              <a:gd name="connsiteX7" fmla="*/ 1100905 w 1169836"/>
              <a:gd name="connsiteY7" fmla="*/ 277288 h 974406"/>
              <a:gd name="connsiteX8" fmla="*/ 1147472 w 1169836"/>
              <a:gd name="connsiteY8" fmla="*/ 311154 h 974406"/>
              <a:gd name="connsiteX9" fmla="*/ 1168639 w 1169836"/>
              <a:gd name="connsiteY9" fmla="*/ 400054 h 974406"/>
              <a:gd name="connsiteX10" fmla="*/ 1113605 w 1169836"/>
              <a:gd name="connsiteY10" fmla="*/ 484721 h 974406"/>
              <a:gd name="connsiteX11" fmla="*/ 1037405 w 1169836"/>
              <a:gd name="connsiteY11" fmla="*/ 484721 h 974406"/>
              <a:gd name="connsiteX12" fmla="*/ 986605 w 1169836"/>
              <a:gd name="connsiteY12" fmla="*/ 455088 h 974406"/>
              <a:gd name="connsiteX13" fmla="*/ 973905 w 1169836"/>
              <a:gd name="connsiteY13" fmla="*/ 607488 h 974406"/>
              <a:gd name="connsiteX14" fmla="*/ 973905 w 1169836"/>
              <a:gd name="connsiteY14" fmla="*/ 738721 h 974406"/>
              <a:gd name="connsiteX15" fmla="*/ 990839 w 1169836"/>
              <a:gd name="connsiteY15" fmla="*/ 806454 h 974406"/>
              <a:gd name="connsiteX16" fmla="*/ 982372 w 1169836"/>
              <a:gd name="connsiteY16" fmla="*/ 878421 h 974406"/>
              <a:gd name="connsiteX17" fmla="*/ 927339 w 1169836"/>
              <a:gd name="connsiteY17" fmla="*/ 941921 h 974406"/>
              <a:gd name="connsiteX18" fmla="*/ 753772 w 1169836"/>
              <a:gd name="connsiteY18" fmla="*/ 963088 h 974406"/>
              <a:gd name="connsiteX19" fmla="*/ 457439 w 1169836"/>
              <a:gd name="connsiteY19" fmla="*/ 971554 h 974406"/>
              <a:gd name="connsiteX20" fmla="*/ 169572 w 1169836"/>
              <a:gd name="connsiteY20" fmla="*/ 971554 h 974406"/>
              <a:gd name="connsiteX21" fmla="*/ 25639 w 1169836"/>
              <a:gd name="connsiteY21" fmla="*/ 937688 h 974406"/>
              <a:gd name="connsiteX22" fmla="*/ 4472 w 1169836"/>
              <a:gd name="connsiteY22" fmla="*/ 823388 h 974406"/>
              <a:gd name="connsiteX23" fmla="*/ 239 w 1169836"/>
              <a:gd name="connsiteY23" fmla="*/ 497421 h 974406"/>
              <a:gd name="connsiteX24" fmla="*/ 8705 w 1169836"/>
              <a:gd name="connsiteY24" fmla="*/ 239188 h 974406"/>
              <a:gd name="connsiteX25" fmla="*/ 29872 w 1169836"/>
              <a:gd name="connsiteY25" fmla="*/ 16937 h 974406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982372 w 1169836"/>
              <a:gd name="connsiteY16" fmla="*/ 880296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65439 w 1169836"/>
              <a:gd name="connsiteY13" fmla="*/ 611480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31125 w 1171089"/>
              <a:gd name="connsiteY0" fmla="*/ 18812 h 979680"/>
              <a:gd name="connsiteX1" fmla="*/ 244908 w 1171089"/>
              <a:gd name="connsiteY1" fmla="*/ 8229 h 979680"/>
              <a:gd name="connsiteX2" fmla="*/ 831226 w 1171089"/>
              <a:gd name="connsiteY2" fmla="*/ 1880 h 979680"/>
              <a:gd name="connsiteX3" fmla="*/ 1061942 w 1171089"/>
              <a:gd name="connsiteY3" fmla="*/ 18813 h 979680"/>
              <a:gd name="connsiteX4" fmla="*/ 979392 w 1171089"/>
              <a:gd name="connsiteY4" fmla="*/ 177563 h 979680"/>
              <a:gd name="connsiteX5" fmla="*/ 966692 w 1171089"/>
              <a:gd name="connsiteY5" fmla="*/ 296096 h 979680"/>
              <a:gd name="connsiteX6" fmla="*/ 1004792 w 1171089"/>
              <a:gd name="connsiteY6" fmla="*/ 313029 h 979680"/>
              <a:gd name="connsiteX7" fmla="*/ 1102158 w 1171089"/>
              <a:gd name="connsiteY7" fmla="*/ 279163 h 979680"/>
              <a:gd name="connsiteX8" fmla="*/ 1148725 w 1171089"/>
              <a:gd name="connsiteY8" fmla="*/ 313029 h 979680"/>
              <a:gd name="connsiteX9" fmla="*/ 1169892 w 1171089"/>
              <a:gd name="connsiteY9" fmla="*/ 401929 h 979680"/>
              <a:gd name="connsiteX10" fmla="*/ 1114858 w 1171089"/>
              <a:gd name="connsiteY10" fmla="*/ 486596 h 979680"/>
              <a:gd name="connsiteX11" fmla="*/ 1038658 w 1171089"/>
              <a:gd name="connsiteY11" fmla="*/ 486596 h 979680"/>
              <a:gd name="connsiteX12" fmla="*/ 987858 w 1171089"/>
              <a:gd name="connsiteY12" fmla="*/ 456963 h 979680"/>
              <a:gd name="connsiteX13" fmla="*/ 966692 w 1171089"/>
              <a:gd name="connsiteY13" fmla="*/ 611480 h 979680"/>
              <a:gd name="connsiteX14" fmla="*/ 975158 w 1171089"/>
              <a:gd name="connsiteY14" fmla="*/ 740596 h 979680"/>
              <a:gd name="connsiteX15" fmla="*/ 992092 w 1171089"/>
              <a:gd name="connsiteY15" fmla="*/ 808329 h 979680"/>
              <a:gd name="connsiteX16" fmla="*/ 1004791 w 1171089"/>
              <a:gd name="connsiteY16" fmla="*/ 907812 h 979680"/>
              <a:gd name="connsiteX17" fmla="*/ 928592 w 1171089"/>
              <a:gd name="connsiteY17" fmla="*/ 943796 h 979680"/>
              <a:gd name="connsiteX18" fmla="*/ 755025 w 1171089"/>
              <a:gd name="connsiteY18" fmla="*/ 964963 h 979680"/>
              <a:gd name="connsiteX19" fmla="*/ 458692 w 1171089"/>
              <a:gd name="connsiteY19" fmla="*/ 973429 h 979680"/>
              <a:gd name="connsiteX20" fmla="*/ 289358 w 1171089"/>
              <a:gd name="connsiteY20" fmla="*/ 977662 h 979680"/>
              <a:gd name="connsiteX21" fmla="*/ 26892 w 1171089"/>
              <a:gd name="connsiteY21" fmla="*/ 939563 h 979680"/>
              <a:gd name="connsiteX22" fmla="*/ 5725 w 1171089"/>
              <a:gd name="connsiteY22" fmla="*/ 825263 h 979680"/>
              <a:gd name="connsiteX23" fmla="*/ 1492 w 1171089"/>
              <a:gd name="connsiteY23" fmla="*/ 499296 h 979680"/>
              <a:gd name="connsiteX24" fmla="*/ 9958 w 1171089"/>
              <a:gd name="connsiteY24" fmla="*/ 241063 h 979680"/>
              <a:gd name="connsiteX25" fmla="*/ 31125 w 1171089"/>
              <a:gd name="connsiteY25" fmla="*/ 18812 h 979680"/>
              <a:gd name="connsiteX0" fmla="*/ 34109 w 1174073"/>
              <a:gd name="connsiteY0" fmla="*/ 18812 h 979085"/>
              <a:gd name="connsiteX1" fmla="*/ 247892 w 1174073"/>
              <a:gd name="connsiteY1" fmla="*/ 8229 h 979085"/>
              <a:gd name="connsiteX2" fmla="*/ 834210 w 1174073"/>
              <a:gd name="connsiteY2" fmla="*/ 1880 h 979085"/>
              <a:gd name="connsiteX3" fmla="*/ 1064926 w 1174073"/>
              <a:gd name="connsiteY3" fmla="*/ 18813 h 979085"/>
              <a:gd name="connsiteX4" fmla="*/ 982376 w 1174073"/>
              <a:gd name="connsiteY4" fmla="*/ 177563 h 979085"/>
              <a:gd name="connsiteX5" fmla="*/ 969676 w 1174073"/>
              <a:gd name="connsiteY5" fmla="*/ 296096 h 979085"/>
              <a:gd name="connsiteX6" fmla="*/ 1007776 w 1174073"/>
              <a:gd name="connsiteY6" fmla="*/ 313029 h 979085"/>
              <a:gd name="connsiteX7" fmla="*/ 1105142 w 1174073"/>
              <a:gd name="connsiteY7" fmla="*/ 279163 h 979085"/>
              <a:gd name="connsiteX8" fmla="*/ 1151709 w 1174073"/>
              <a:gd name="connsiteY8" fmla="*/ 313029 h 979085"/>
              <a:gd name="connsiteX9" fmla="*/ 1172876 w 1174073"/>
              <a:gd name="connsiteY9" fmla="*/ 401929 h 979085"/>
              <a:gd name="connsiteX10" fmla="*/ 1117842 w 1174073"/>
              <a:gd name="connsiteY10" fmla="*/ 486596 h 979085"/>
              <a:gd name="connsiteX11" fmla="*/ 1041642 w 1174073"/>
              <a:gd name="connsiteY11" fmla="*/ 486596 h 979085"/>
              <a:gd name="connsiteX12" fmla="*/ 990842 w 1174073"/>
              <a:gd name="connsiteY12" fmla="*/ 456963 h 979085"/>
              <a:gd name="connsiteX13" fmla="*/ 969676 w 1174073"/>
              <a:gd name="connsiteY13" fmla="*/ 611480 h 979085"/>
              <a:gd name="connsiteX14" fmla="*/ 978142 w 1174073"/>
              <a:gd name="connsiteY14" fmla="*/ 740596 h 979085"/>
              <a:gd name="connsiteX15" fmla="*/ 995076 w 1174073"/>
              <a:gd name="connsiteY15" fmla="*/ 808329 h 979085"/>
              <a:gd name="connsiteX16" fmla="*/ 1007775 w 1174073"/>
              <a:gd name="connsiteY16" fmla="*/ 907812 h 979085"/>
              <a:gd name="connsiteX17" fmla="*/ 931576 w 1174073"/>
              <a:gd name="connsiteY17" fmla="*/ 943796 h 979085"/>
              <a:gd name="connsiteX18" fmla="*/ 758009 w 1174073"/>
              <a:gd name="connsiteY18" fmla="*/ 964963 h 979085"/>
              <a:gd name="connsiteX19" fmla="*/ 461676 w 1174073"/>
              <a:gd name="connsiteY19" fmla="*/ 973429 h 979085"/>
              <a:gd name="connsiteX20" fmla="*/ 292342 w 1174073"/>
              <a:gd name="connsiteY20" fmla="*/ 977662 h 979085"/>
              <a:gd name="connsiteX21" fmla="*/ 101842 w 1174073"/>
              <a:gd name="connsiteY21" fmla="*/ 948030 h 979085"/>
              <a:gd name="connsiteX22" fmla="*/ 8709 w 1174073"/>
              <a:gd name="connsiteY22" fmla="*/ 825263 h 979085"/>
              <a:gd name="connsiteX23" fmla="*/ 4476 w 1174073"/>
              <a:gd name="connsiteY23" fmla="*/ 499296 h 979085"/>
              <a:gd name="connsiteX24" fmla="*/ 12942 w 1174073"/>
              <a:gd name="connsiteY24" fmla="*/ 241063 h 979085"/>
              <a:gd name="connsiteX25" fmla="*/ 34109 w 1174073"/>
              <a:gd name="connsiteY25" fmla="*/ 18812 h 979085"/>
              <a:gd name="connsiteX0" fmla="*/ 29639 w 1169603"/>
              <a:gd name="connsiteY0" fmla="*/ 18812 h 979085"/>
              <a:gd name="connsiteX1" fmla="*/ 243422 w 1169603"/>
              <a:gd name="connsiteY1" fmla="*/ 8229 h 979085"/>
              <a:gd name="connsiteX2" fmla="*/ 829740 w 1169603"/>
              <a:gd name="connsiteY2" fmla="*/ 1880 h 979085"/>
              <a:gd name="connsiteX3" fmla="*/ 1060456 w 1169603"/>
              <a:gd name="connsiteY3" fmla="*/ 18813 h 979085"/>
              <a:gd name="connsiteX4" fmla="*/ 977906 w 1169603"/>
              <a:gd name="connsiteY4" fmla="*/ 177563 h 979085"/>
              <a:gd name="connsiteX5" fmla="*/ 965206 w 1169603"/>
              <a:gd name="connsiteY5" fmla="*/ 296096 h 979085"/>
              <a:gd name="connsiteX6" fmla="*/ 1003306 w 1169603"/>
              <a:gd name="connsiteY6" fmla="*/ 313029 h 979085"/>
              <a:gd name="connsiteX7" fmla="*/ 1100672 w 1169603"/>
              <a:gd name="connsiteY7" fmla="*/ 279163 h 979085"/>
              <a:gd name="connsiteX8" fmla="*/ 1147239 w 1169603"/>
              <a:gd name="connsiteY8" fmla="*/ 313029 h 979085"/>
              <a:gd name="connsiteX9" fmla="*/ 1168406 w 1169603"/>
              <a:gd name="connsiteY9" fmla="*/ 401929 h 979085"/>
              <a:gd name="connsiteX10" fmla="*/ 1113372 w 1169603"/>
              <a:gd name="connsiteY10" fmla="*/ 486596 h 979085"/>
              <a:gd name="connsiteX11" fmla="*/ 1037172 w 1169603"/>
              <a:gd name="connsiteY11" fmla="*/ 486596 h 979085"/>
              <a:gd name="connsiteX12" fmla="*/ 986372 w 1169603"/>
              <a:gd name="connsiteY12" fmla="*/ 456963 h 979085"/>
              <a:gd name="connsiteX13" fmla="*/ 965206 w 1169603"/>
              <a:gd name="connsiteY13" fmla="*/ 611480 h 979085"/>
              <a:gd name="connsiteX14" fmla="*/ 973672 w 1169603"/>
              <a:gd name="connsiteY14" fmla="*/ 740596 h 979085"/>
              <a:gd name="connsiteX15" fmla="*/ 990606 w 1169603"/>
              <a:gd name="connsiteY15" fmla="*/ 808329 h 979085"/>
              <a:gd name="connsiteX16" fmla="*/ 1003305 w 1169603"/>
              <a:gd name="connsiteY16" fmla="*/ 907812 h 979085"/>
              <a:gd name="connsiteX17" fmla="*/ 927106 w 1169603"/>
              <a:gd name="connsiteY17" fmla="*/ 943796 h 979085"/>
              <a:gd name="connsiteX18" fmla="*/ 753539 w 1169603"/>
              <a:gd name="connsiteY18" fmla="*/ 964963 h 979085"/>
              <a:gd name="connsiteX19" fmla="*/ 457206 w 1169603"/>
              <a:gd name="connsiteY19" fmla="*/ 973429 h 979085"/>
              <a:gd name="connsiteX20" fmla="*/ 287872 w 1169603"/>
              <a:gd name="connsiteY20" fmla="*/ 977662 h 979085"/>
              <a:gd name="connsiteX21" fmla="*/ 97372 w 1169603"/>
              <a:gd name="connsiteY21" fmla="*/ 948030 h 979085"/>
              <a:gd name="connsiteX22" fmla="*/ 84672 w 1169603"/>
              <a:gd name="connsiteY22" fmla="*/ 818913 h 979085"/>
              <a:gd name="connsiteX23" fmla="*/ 6 w 1169603"/>
              <a:gd name="connsiteY23" fmla="*/ 499296 h 979085"/>
              <a:gd name="connsiteX24" fmla="*/ 8472 w 1169603"/>
              <a:gd name="connsiteY24" fmla="*/ 241063 h 979085"/>
              <a:gd name="connsiteX25" fmla="*/ 29639 w 1169603"/>
              <a:gd name="connsiteY25" fmla="*/ 18812 h 979085"/>
              <a:gd name="connsiteX0" fmla="*/ 33220 w 1173184"/>
              <a:gd name="connsiteY0" fmla="*/ 18812 h 979085"/>
              <a:gd name="connsiteX1" fmla="*/ 247003 w 1173184"/>
              <a:gd name="connsiteY1" fmla="*/ 8229 h 979085"/>
              <a:gd name="connsiteX2" fmla="*/ 833321 w 1173184"/>
              <a:gd name="connsiteY2" fmla="*/ 1880 h 979085"/>
              <a:gd name="connsiteX3" fmla="*/ 1064037 w 1173184"/>
              <a:gd name="connsiteY3" fmla="*/ 18813 h 979085"/>
              <a:gd name="connsiteX4" fmla="*/ 981487 w 1173184"/>
              <a:gd name="connsiteY4" fmla="*/ 177563 h 979085"/>
              <a:gd name="connsiteX5" fmla="*/ 968787 w 1173184"/>
              <a:gd name="connsiteY5" fmla="*/ 296096 h 979085"/>
              <a:gd name="connsiteX6" fmla="*/ 1006887 w 1173184"/>
              <a:gd name="connsiteY6" fmla="*/ 313029 h 979085"/>
              <a:gd name="connsiteX7" fmla="*/ 1104253 w 1173184"/>
              <a:gd name="connsiteY7" fmla="*/ 279163 h 979085"/>
              <a:gd name="connsiteX8" fmla="*/ 1150820 w 1173184"/>
              <a:gd name="connsiteY8" fmla="*/ 313029 h 979085"/>
              <a:gd name="connsiteX9" fmla="*/ 1171987 w 1173184"/>
              <a:gd name="connsiteY9" fmla="*/ 401929 h 979085"/>
              <a:gd name="connsiteX10" fmla="*/ 1116953 w 1173184"/>
              <a:gd name="connsiteY10" fmla="*/ 486596 h 979085"/>
              <a:gd name="connsiteX11" fmla="*/ 1040753 w 1173184"/>
              <a:gd name="connsiteY11" fmla="*/ 486596 h 979085"/>
              <a:gd name="connsiteX12" fmla="*/ 989953 w 1173184"/>
              <a:gd name="connsiteY12" fmla="*/ 456963 h 979085"/>
              <a:gd name="connsiteX13" fmla="*/ 968787 w 1173184"/>
              <a:gd name="connsiteY13" fmla="*/ 611480 h 979085"/>
              <a:gd name="connsiteX14" fmla="*/ 977253 w 1173184"/>
              <a:gd name="connsiteY14" fmla="*/ 740596 h 979085"/>
              <a:gd name="connsiteX15" fmla="*/ 994187 w 1173184"/>
              <a:gd name="connsiteY15" fmla="*/ 808329 h 979085"/>
              <a:gd name="connsiteX16" fmla="*/ 1006886 w 1173184"/>
              <a:gd name="connsiteY16" fmla="*/ 907812 h 979085"/>
              <a:gd name="connsiteX17" fmla="*/ 930687 w 1173184"/>
              <a:gd name="connsiteY17" fmla="*/ 943796 h 979085"/>
              <a:gd name="connsiteX18" fmla="*/ 757120 w 1173184"/>
              <a:gd name="connsiteY18" fmla="*/ 964963 h 979085"/>
              <a:gd name="connsiteX19" fmla="*/ 460787 w 1173184"/>
              <a:gd name="connsiteY19" fmla="*/ 973429 h 979085"/>
              <a:gd name="connsiteX20" fmla="*/ 291453 w 1173184"/>
              <a:gd name="connsiteY20" fmla="*/ 977662 h 979085"/>
              <a:gd name="connsiteX21" fmla="*/ 100953 w 1173184"/>
              <a:gd name="connsiteY21" fmla="*/ 948030 h 979085"/>
              <a:gd name="connsiteX22" fmla="*/ 88253 w 1173184"/>
              <a:gd name="connsiteY22" fmla="*/ 818913 h 979085"/>
              <a:gd name="connsiteX23" fmla="*/ 96720 w 1173184"/>
              <a:gd name="connsiteY23" fmla="*/ 492946 h 979085"/>
              <a:gd name="connsiteX24" fmla="*/ 12053 w 1173184"/>
              <a:gd name="connsiteY24" fmla="*/ 241063 h 979085"/>
              <a:gd name="connsiteX25" fmla="*/ 33220 w 1173184"/>
              <a:gd name="connsiteY25" fmla="*/ 18812 h 979085"/>
              <a:gd name="connsiteX0" fmla="*/ 5384 w 1145348"/>
              <a:gd name="connsiteY0" fmla="*/ 19529 h 979802"/>
              <a:gd name="connsiteX1" fmla="*/ 219167 w 1145348"/>
              <a:gd name="connsiteY1" fmla="*/ 8946 h 979802"/>
              <a:gd name="connsiteX2" fmla="*/ 805485 w 1145348"/>
              <a:gd name="connsiteY2" fmla="*/ 2597 h 979802"/>
              <a:gd name="connsiteX3" fmla="*/ 1036201 w 1145348"/>
              <a:gd name="connsiteY3" fmla="*/ 19530 h 979802"/>
              <a:gd name="connsiteX4" fmla="*/ 953651 w 1145348"/>
              <a:gd name="connsiteY4" fmla="*/ 178280 h 979802"/>
              <a:gd name="connsiteX5" fmla="*/ 940951 w 1145348"/>
              <a:gd name="connsiteY5" fmla="*/ 296813 h 979802"/>
              <a:gd name="connsiteX6" fmla="*/ 979051 w 1145348"/>
              <a:gd name="connsiteY6" fmla="*/ 313746 h 979802"/>
              <a:gd name="connsiteX7" fmla="*/ 1076417 w 1145348"/>
              <a:gd name="connsiteY7" fmla="*/ 279880 h 979802"/>
              <a:gd name="connsiteX8" fmla="*/ 1122984 w 1145348"/>
              <a:gd name="connsiteY8" fmla="*/ 313746 h 979802"/>
              <a:gd name="connsiteX9" fmla="*/ 1144151 w 1145348"/>
              <a:gd name="connsiteY9" fmla="*/ 402646 h 979802"/>
              <a:gd name="connsiteX10" fmla="*/ 1089117 w 1145348"/>
              <a:gd name="connsiteY10" fmla="*/ 487313 h 979802"/>
              <a:gd name="connsiteX11" fmla="*/ 1012917 w 1145348"/>
              <a:gd name="connsiteY11" fmla="*/ 487313 h 979802"/>
              <a:gd name="connsiteX12" fmla="*/ 962117 w 1145348"/>
              <a:gd name="connsiteY12" fmla="*/ 457680 h 979802"/>
              <a:gd name="connsiteX13" fmla="*/ 940951 w 1145348"/>
              <a:gd name="connsiteY13" fmla="*/ 612197 h 979802"/>
              <a:gd name="connsiteX14" fmla="*/ 949417 w 1145348"/>
              <a:gd name="connsiteY14" fmla="*/ 741313 h 979802"/>
              <a:gd name="connsiteX15" fmla="*/ 966351 w 1145348"/>
              <a:gd name="connsiteY15" fmla="*/ 809046 h 979802"/>
              <a:gd name="connsiteX16" fmla="*/ 979050 w 1145348"/>
              <a:gd name="connsiteY16" fmla="*/ 908529 h 979802"/>
              <a:gd name="connsiteX17" fmla="*/ 902851 w 1145348"/>
              <a:gd name="connsiteY17" fmla="*/ 944513 h 979802"/>
              <a:gd name="connsiteX18" fmla="*/ 729284 w 1145348"/>
              <a:gd name="connsiteY18" fmla="*/ 965680 h 979802"/>
              <a:gd name="connsiteX19" fmla="*/ 432951 w 1145348"/>
              <a:gd name="connsiteY19" fmla="*/ 974146 h 979802"/>
              <a:gd name="connsiteX20" fmla="*/ 263617 w 1145348"/>
              <a:gd name="connsiteY20" fmla="*/ 978379 h 979802"/>
              <a:gd name="connsiteX21" fmla="*/ 73117 w 1145348"/>
              <a:gd name="connsiteY21" fmla="*/ 948747 h 979802"/>
              <a:gd name="connsiteX22" fmla="*/ 60417 w 1145348"/>
              <a:gd name="connsiteY22" fmla="*/ 819630 h 979802"/>
              <a:gd name="connsiteX23" fmla="*/ 68884 w 1145348"/>
              <a:gd name="connsiteY23" fmla="*/ 493663 h 979802"/>
              <a:gd name="connsiteX24" fmla="*/ 64650 w 1145348"/>
              <a:gd name="connsiteY24" fmla="*/ 239664 h 979802"/>
              <a:gd name="connsiteX25" fmla="*/ 5384 w 1145348"/>
              <a:gd name="connsiteY25" fmla="*/ 19529 h 979802"/>
              <a:gd name="connsiteX0" fmla="*/ 15590 w 1155554"/>
              <a:gd name="connsiteY0" fmla="*/ 21383 h 981656"/>
              <a:gd name="connsiteX1" fmla="*/ 398707 w 1155554"/>
              <a:gd name="connsiteY1" fmla="*/ 6566 h 981656"/>
              <a:gd name="connsiteX2" fmla="*/ 815691 w 1155554"/>
              <a:gd name="connsiteY2" fmla="*/ 4451 h 981656"/>
              <a:gd name="connsiteX3" fmla="*/ 1046407 w 1155554"/>
              <a:gd name="connsiteY3" fmla="*/ 21384 h 981656"/>
              <a:gd name="connsiteX4" fmla="*/ 963857 w 1155554"/>
              <a:gd name="connsiteY4" fmla="*/ 180134 h 981656"/>
              <a:gd name="connsiteX5" fmla="*/ 951157 w 1155554"/>
              <a:gd name="connsiteY5" fmla="*/ 298667 h 981656"/>
              <a:gd name="connsiteX6" fmla="*/ 989257 w 1155554"/>
              <a:gd name="connsiteY6" fmla="*/ 315600 h 981656"/>
              <a:gd name="connsiteX7" fmla="*/ 1086623 w 1155554"/>
              <a:gd name="connsiteY7" fmla="*/ 281734 h 981656"/>
              <a:gd name="connsiteX8" fmla="*/ 1133190 w 1155554"/>
              <a:gd name="connsiteY8" fmla="*/ 315600 h 981656"/>
              <a:gd name="connsiteX9" fmla="*/ 1154357 w 1155554"/>
              <a:gd name="connsiteY9" fmla="*/ 404500 h 981656"/>
              <a:gd name="connsiteX10" fmla="*/ 1099323 w 1155554"/>
              <a:gd name="connsiteY10" fmla="*/ 489167 h 981656"/>
              <a:gd name="connsiteX11" fmla="*/ 1023123 w 1155554"/>
              <a:gd name="connsiteY11" fmla="*/ 489167 h 981656"/>
              <a:gd name="connsiteX12" fmla="*/ 972323 w 1155554"/>
              <a:gd name="connsiteY12" fmla="*/ 459534 h 981656"/>
              <a:gd name="connsiteX13" fmla="*/ 951157 w 1155554"/>
              <a:gd name="connsiteY13" fmla="*/ 614051 h 981656"/>
              <a:gd name="connsiteX14" fmla="*/ 959623 w 1155554"/>
              <a:gd name="connsiteY14" fmla="*/ 743167 h 981656"/>
              <a:gd name="connsiteX15" fmla="*/ 976557 w 1155554"/>
              <a:gd name="connsiteY15" fmla="*/ 810900 h 981656"/>
              <a:gd name="connsiteX16" fmla="*/ 989256 w 1155554"/>
              <a:gd name="connsiteY16" fmla="*/ 910383 h 981656"/>
              <a:gd name="connsiteX17" fmla="*/ 913057 w 1155554"/>
              <a:gd name="connsiteY17" fmla="*/ 946367 h 981656"/>
              <a:gd name="connsiteX18" fmla="*/ 739490 w 1155554"/>
              <a:gd name="connsiteY18" fmla="*/ 967534 h 981656"/>
              <a:gd name="connsiteX19" fmla="*/ 443157 w 1155554"/>
              <a:gd name="connsiteY19" fmla="*/ 976000 h 981656"/>
              <a:gd name="connsiteX20" fmla="*/ 273823 w 1155554"/>
              <a:gd name="connsiteY20" fmla="*/ 980233 h 981656"/>
              <a:gd name="connsiteX21" fmla="*/ 83323 w 1155554"/>
              <a:gd name="connsiteY21" fmla="*/ 950601 h 981656"/>
              <a:gd name="connsiteX22" fmla="*/ 70623 w 1155554"/>
              <a:gd name="connsiteY22" fmla="*/ 821484 h 981656"/>
              <a:gd name="connsiteX23" fmla="*/ 79090 w 1155554"/>
              <a:gd name="connsiteY23" fmla="*/ 495517 h 981656"/>
              <a:gd name="connsiteX24" fmla="*/ 74856 w 1155554"/>
              <a:gd name="connsiteY24" fmla="*/ 241518 h 981656"/>
              <a:gd name="connsiteX25" fmla="*/ 15590 w 1155554"/>
              <a:gd name="connsiteY25" fmla="*/ 21383 h 981656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24936 w 1091234"/>
              <a:gd name="connsiteY16" fmla="*/ 911802 h 983075"/>
              <a:gd name="connsiteX17" fmla="*/ 848737 w 1091234"/>
              <a:gd name="connsiteY17" fmla="*/ 94778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24936 w 1091234"/>
              <a:gd name="connsiteY16" fmla="*/ 911802 h 983075"/>
              <a:gd name="connsiteX17" fmla="*/ 848737 w 1091234"/>
              <a:gd name="connsiteY17" fmla="*/ 94778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91234" h="983075">
                <a:moveTo>
                  <a:pt x="52870" y="20686"/>
                </a:moveTo>
                <a:cubicBezTo>
                  <a:pt x="106845" y="-18473"/>
                  <a:pt x="217970" y="10454"/>
                  <a:pt x="334387" y="7985"/>
                </a:cubicBezTo>
                <a:cubicBezTo>
                  <a:pt x="450804" y="5516"/>
                  <a:pt x="643421" y="3400"/>
                  <a:pt x="751371" y="5870"/>
                </a:cubicBezTo>
                <a:cubicBezTo>
                  <a:pt x="859321" y="8340"/>
                  <a:pt x="957393" y="-6477"/>
                  <a:pt x="982087" y="22803"/>
                </a:cubicBezTo>
                <a:cubicBezTo>
                  <a:pt x="1006781" y="52083"/>
                  <a:pt x="915412" y="135339"/>
                  <a:pt x="899537" y="181553"/>
                </a:cubicBezTo>
                <a:cubicBezTo>
                  <a:pt x="883662" y="227767"/>
                  <a:pt x="882604" y="277508"/>
                  <a:pt x="886837" y="300086"/>
                </a:cubicBezTo>
                <a:cubicBezTo>
                  <a:pt x="891070" y="322664"/>
                  <a:pt x="902359" y="319841"/>
                  <a:pt x="924937" y="317019"/>
                </a:cubicBezTo>
                <a:cubicBezTo>
                  <a:pt x="947515" y="314197"/>
                  <a:pt x="998314" y="283153"/>
                  <a:pt x="1022303" y="283153"/>
                </a:cubicBezTo>
                <a:cubicBezTo>
                  <a:pt x="1046292" y="283153"/>
                  <a:pt x="1057581" y="296558"/>
                  <a:pt x="1068870" y="317019"/>
                </a:cubicBezTo>
                <a:cubicBezTo>
                  <a:pt x="1080159" y="337480"/>
                  <a:pt x="1095682" y="376991"/>
                  <a:pt x="1090037" y="405919"/>
                </a:cubicBezTo>
                <a:cubicBezTo>
                  <a:pt x="1084393" y="434847"/>
                  <a:pt x="1056875" y="476475"/>
                  <a:pt x="1035003" y="490586"/>
                </a:cubicBezTo>
                <a:cubicBezTo>
                  <a:pt x="1013131" y="504697"/>
                  <a:pt x="979970" y="495525"/>
                  <a:pt x="958803" y="490586"/>
                </a:cubicBezTo>
                <a:cubicBezTo>
                  <a:pt x="937636" y="485647"/>
                  <a:pt x="919997" y="440139"/>
                  <a:pt x="908003" y="460953"/>
                </a:cubicBezTo>
                <a:cubicBezTo>
                  <a:pt x="896009" y="481767"/>
                  <a:pt x="888954" y="568198"/>
                  <a:pt x="886837" y="615470"/>
                </a:cubicBezTo>
                <a:cubicBezTo>
                  <a:pt x="884720" y="662742"/>
                  <a:pt x="891070" y="711778"/>
                  <a:pt x="895303" y="744586"/>
                </a:cubicBezTo>
                <a:cubicBezTo>
                  <a:pt x="899536" y="777394"/>
                  <a:pt x="907298" y="784450"/>
                  <a:pt x="912237" y="812319"/>
                </a:cubicBezTo>
                <a:cubicBezTo>
                  <a:pt x="917176" y="840188"/>
                  <a:pt x="935519" y="889224"/>
                  <a:pt x="924936" y="911802"/>
                </a:cubicBezTo>
                <a:cubicBezTo>
                  <a:pt x="914353" y="934380"/>
                  <a:pt x="890365" y="938261"/>
                  <a:pt x="848737" y="947786"/>
                </a:cubicBezTo>
                <a:cubicBezTo>
                  <a:pt x="807109" y="957311"/>
                  <a:pt x="753487" y="964014"/>
                  <a:pt x="675170" y="968953"/>
                </a:cubicBezTo>
                <a:cubicBezTo>
                  <a:pt x="596853" y="973892"/>
                  <a:pt x="456448" y="975303"/>
                  <a:pt x="378837" y="977419"/>
                </a:cubicBezTo>
                <a:cubicBezTo>
                  <a:pt x="301226" y="979535"/>
                  <a:pt x="269475" y="985885"/>
                  <a:pt x="209503" y="981652"/>
                </a:cubicBezTo>
                <a:cubicBezTo>
                  <a:pt x="149531" y="977419"/>
                  <a:pt x="52870" y="978478"/>
                  <a:pt x="19003" y="952020"/>
                </a:cubicBezTo>
                <a:cubicBezTo>
                  <a:pt x="-14864" y="925562"/>
                  <a:pt x="7008" y="898750"/>
                  <a:pt x="6303" y="822903"/>
                </a:cubicBezTo>
                <a:cubicBezTo>
                  <a:pt x="5598" y="747056"/>
                  <a:pt x="14065" y="594303"/>
                  <a:pt x="14770" y="496936"/>
                </a:cubicBezTo>
                <a:cubicBezTo>
                  <a:pt x="15475" y="399569"/>
                  <a:pt x="10536" y="322312"/>
                  <a:pt x="10536" y="242937"/>
                </a:cubicBezTo>
                <a:cubicBezTo>
                  <a:pt x="10536" y="163562"/>
                  <a:pt x="-1105" y="59845"/>
                  <a:pt x="52870" y="20686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242FF14-9324-90CA-72BB-3713D261B5E2}"/>
              </a:ext>
            </a:extLst>
          </p:cNvPr>
          <p:cNvSpPr/>
          <p:nvPr/>
        </p:nvSpPr>
        <p:spPr>
          <a:xfrm>
            <a:off x="4431185" y="4657553"/>
            <a:ext cx="1319266" cy="966193"/>
          </a:xfrm>
          <a:custGeom>
            <a:avLst/>
            <a:gdLst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2386 w 1317161"/>
              <a:gd name="connsiteY36" fmla="*/ 292035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76023 w 1317161"/>
              <a:gd name="connsiteY38" fmla="*/ 289390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11748 w 1316889"/>
              <a:gd name="connsiteY35" fmla="*/ 379877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36030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43967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5914 w 1316889"/>
              <a:gd name="connsiteY25" fmla="*/ 9323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7527 w 1316889"/>
              <a:gd name="connsiteY24" fmla="*/ 959312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4076"/>
              <a:gd name="connsiteX1" fmla="*/ 539831 w 1316889"/>
              <a:gd name="connsiteY1" fmla="*/ 3110 h 964076"/>
              <a:gd name="connsiteX2" fmla="*/ 1037248 w 1316889"/>
              <a:gd name="connsiteY2" fmla="*/ 3110 h 964076"/>
              <a:gd name="connsiteX3" fmla="*/ 1166364 w 1316889"/>
              <a:gd name="connsiteY3" fmla="*/ 5227 h 964076"/>
              <a:gd name="connsiteX4" fmla="*/ 1183298 w 1316889"/>
              <a:gd name="connsiteY4" fmla="*/ 66610 h 964076"/>
              <a:gd name="connsiteX5" fmla="*/ 1153664 w 1316889"/>
              <a:gd name="connsiteY5" fmla="*/ 221127 h 964076"/>
              <a:gd name="connsiteX6" fmla="*/ 1138848 w 1316889"/>
              <a:gd name="connsiteY6" fmla="*/ 352360 h 964076"/>
              <a:gd name="connsiteX7" fmla="*/ 1155781 w 1316889"/>
              <a:gd name="connsiteY7" fmla="*/ 379877 h 964076"/>
              <a:gd name="connsiteX8" fmla="*/ 1198114 w 1316889"/>
              <a:gd name="connsiteY8" fmla="*/ 333310 h 964076"/>
              <a:gd name="connsiteX9" fmla="*/ 1244681 w 1316889"/>
              <a:gd name="connsiteY9" fmla="*/ 310027 h 964076"/>
              <a:gd name="connsiteX10" fmla="*/ 1284898 w 1316889"/>
              <a:gd name="connsiteY10" fmla="*/ 322727 h 964076"/>
              <a:gd name="connsiteX11" fmla="*/ 1310298 w 1316889"/>
              <a:gd name="connsiteY11" fmla="*/ 392577 h 964076"/>
              <a:gd name="connsiteX12" fmla="*/ 1314531 w 1316889"/>
              <a:gd name="connsiteY12" fmla="*/ 456077 h 964076"/>
              <a:gd name="connsiteX13" fmla="*/ 1278548 w 1316889"/>
              <a:gd name="connsiteY13" fmla="*/ 525927 h 964076"/>
              <a:gd name="connsiteX14" fmla="*/ 1229864 w 1316889"/>
              <a:gd name="connsiteY14" fmla="*/ 536510 h 964076"/>
              <a:gd name="connsiteX15" fmla="*/ 1193881 w 1316889"/>
              <a:gd name="connsiteY15" fmla="*/ 530160 h 964076"/>
              <a:gd name="connsiteX16" fmla="*/ 1160014 w 1316889"/>
              <a:gd name="connsiteY16" fmla="*/ 519577 h 964076"/>
              <a:gd name="connsiteX17" fmla="*/ 1140964 w 1316889"/>
              <a:gd name="connsiteY17" fmla="*/ 595777 h 964076"/>
              <a:gd name="connsiteX18" fmla="*/ 1147314 w 1316889"/>
              <a:gd name="connsiteY18" fmla="*/ 688910 h 964076"/>
              <a:gd name="connsiteX19" fmla="*/ 1168481 w 1316889"/>
              <a:gd name="connsiteY19" fmla="*/ 811677 h 964076"/>
              <a:gd name="connsiteX20" fmla="*/ 1185414 w 1316889"/>
              <a:gd name="connsiteY20" fmla="*/ 892110 h 964076"/>
              <a:gd name="connsiteX21" fmla="*/ 1115564 w 1316889"/>
              <a:gd name="connsiteY21" fmla="*/ 955610 h 964076"/>
              <a:gd name="connsiteX22" fmla="*/ 791714 w 1316889"/>
              <a:gd name="connsiteY22" fmla="*/ 959843 h 964076"/>
              <a:gd name="connsiteX23" fmla="*/ 519722 w 1316889"/>
              <a:gd name="connsiteY23" fmla="*/ 964076 h 964076"/>
              <a:gd name="connsiteX24" fmla="*/ 307527 w 1316889"/>
              <a:gd name="connsiteY24" fmla="*/ 959312 h 964076"/>
              <a:gd name="connsiteX25" fmla="*/ 101152 w 1316889"/>
              <a:gd name="connsiteY25" fmla="*/ 945027 h 964076"/>
              <a:gd name="connsiteX26" fmla="*/ 49294 w 1316889"/>
              <a:gd name="connsiteY26" fmla="*/ 894227 h 964076"/>
              <a:gd name="connsiteX27" fmla="*/ 29714 w 1316889"/>
              <a:gd name="connsiteY27" fmla="*/ 792098 h 964076"/>
              <a:gd name="connsiteX28" fmla="*/ 9606 w 1316889"/>
              <a:gd name="connsiteY28" fmla="*/ 702139 h 964076"/>
              <a:gd name="connsiteX29" fmla="*/ 6960 w 1316889"/>
              <a:gd name="connsiteY29" fmla="*/ 557677 h 964076"/>
              <a:gd name="connsiteX30" fmla="*/ 14898 w 1316889"/>
              <a:gd name="connsiteY30" fmla="*/ 483593 h 964076"/>
              <a:gd name="connsiteX31" fmla="*/ 31831 w 1316889"/>
              <a:gd name="connsiteY31" fmla="*/ 443377 h 964076"/>
              <a:gd name="connsiteX32" fmla="*/ 77339 w 1316889"/>
              <a:gd name="connsiteY32" fmla="*/ 478302 h 964076"/>
              <a:gd name="connsiteX33" fmla="*/ 113851 w 1316889"/>
              <a:gd name="connsiteY33" fmla="*/ 487297 h 964076"/>
              <a:gd name="connsiteX34" fmla="*/ 175764 w 1316889"/>
              <a:gd name="connsiteY34" fmla="*/ 458193 h 964076"/>
              <a:gd name="connsiteX35" fmla="*/ 206986 w 1316889"/>
              <a:gd name="connsiteY35" fmla="*/ 378290 h 964076"/>
              <a:gd name="connsiteX36" fmla="*/ 178939 w 1316889"/>
              <a:gd name="connsiteY36" fmla="*/ 296797 h 964076"/>
              <a:gd name="connsiteX37" fmla="*/ 126551 w 1316889"/>
              <a:gd name="connsiteY37" fmla="*/ 268223 h 964076"/>
              <a:gd name="connsiteX38" fmla="*/ 75751 w 1316889"/>
              <a:gd name="connsiteY38" fmla="*/ 289390 h 964076"/>
              <a:gd name="connsiteX39" fmla="*/ 17014 w 1316889"/>
              <a:gd name="connsiteY39" fmla="*/ 306322 h 964076"/>
              <a:gd name="connsiteX40" fmla="*/ 81 w 1316889"/>
              <a:gd name="connsiteY40" fmla="*/ 254993 h 964076"/>
              <a:gd name="connsiteX41" fmla="*/ 12781 w 1316889"/>
              <a:gd name="connsiteY41" fmla="*/ 163977 h 964076"/>
              <a:gd name="connsiteX42" fmla="*/ 57231 w 1316889"/>
              <a:gd name="connsiteY42" fmla="*/ 94127 h 964076"/>
              <a:gd name="connsiteX43" fmla="*/ 76281 w 1316889"/>
              <a:gd name="connsiteY43" fmla="*/ 66610 h 964076"/>
              <a:gd name="connsiteX44" fmla="*/ 108031 w 1316889"/>
              <a:gd name="connsiteY44" fmla="*/ 17927 h 964076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45027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206581 w 1316889"/>
              <a:gd name="connsiteY15" fmla="*/ 553443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42564 w 1316889"/>
              <a:gd name="connsiteY14" fmla="*/ 576727 h 966193"/>
              <a:gd name="connsiteX15" fmla="*/ 1206581 w 1316889"/>
              <a:gd name="connsiteY15" fmla="*/ 553443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5795"/>
              <a:gd name="connsiteY0" fmla="*/ 17927 h 966193"/>
              <a:gd name="connsiteX1" fmla="*/ 539831 w 1315795"/>
              <a:gd name="connsiteY1" fmla="*/ 3110 h 966193"/>
              <a:gd name="connsiteX2" fmla="*/ 1037248 w 1315795"/>
              <a:gd name="connsiteY2" fmla="*/ 3110 h 966193"/>
              <a:gd name="connsiteX3" fmla="*/ 1166364 w 1315795"/>
              <a:gd name="connsiteY3" fmla="*/ 5227 h 966193"/>
              <a:gd name="connsiteX4" fmla="*/ 1183298 w 1315795"/>
              <a:gd name="connsiteY4" fmla="*/ 66610 h 966193"/>
              <a:gd name="connsiteX5" fmla="*/ 1153664 w 1315795"/>
              <a:gd name="connsiteY5" fmla="*/ 221127 h 966193"/>
              <a:gd name="connsiteX6" fmla="*/ 1138848 w 1315795"/>
              <a:gd name="connsiteY6" fmla="*/ 352360 h 966193"/>
              <a:gd name="connsiteX7" fmla="*/ 1153665 w 1315795"/>
              <a:gd name="connsiteY7" fmla="*/ 401044 h 966193"/>
              <a:gd name="connsiteX8" fmla="*/ 1208698 w 1315795"/>
              <a:gd name="connsiteY8" fmla="*/ 394694 h 966193"/>
              <a:gd name="connsiteX9" fmla="*/ 1253148 w 1315795"/>
              <a:gd name="connsiteY9" fmla="*/ 365060 h 966193"/>
              <a:gd name="connsiteX10" fmla="*/ 1284898 w 1315795"/>
              <a:gd name="connsiteY10" fmla="*/ 371411 h 966193"/>
              <a:gd name="connsiteX11" fmla="*/ 1310298 w 1315795"/>
              <a:gd name="connsiteY11" fmla="*/ 392577 h 966193"/>
              <a:gd name="connsiteX12" fmla="*/ 1314531 w 1315795"/>
              <a:gd name="connsiteY12" fmla="*/ 456077 h 966193"/>
              <a:gd name="connsiteX13" fmla="*/ 1293365 w 1315795"/>
              <a:gd name="connsiteY13" fmla="*/ 551327 h 966193"/>
              <a:gd name="connsiteX14" fmla="*/ 1242564 w 1315795"/>
              <a:gd name="connsiteY14" fmla="*/ 576727 h 966193"/>
              <a:gd name="connsiteX15" fmla="*/ 1206581 w 1315795"/>
              <a:gd name="connsiteY15" fmla="*/ 553443 h 966193"/>
              <a:gd name="connsiteX16" fmla="*/ 1168481 w 1315795"/>
              <a:gd name="connsiteY16" fmla="*/ 536510 h 966193"/>
              <a:gd name="connsiteX17" fmla="*/ 1140964 w 1315795"/>
              <a:gd name="connsiteY17" fmla="*/ 595777 h 966193"/>
              <a:gd name="connsiteX18" fmla="*/ 1147314 w 1315795"/>
              <a:gd name="connsiteY18" fmla="*/ 688910 h 966193"/>
              <a:gd name="connsiteX19" fmla="*/ 1168481 w 1315795"/>
              <a:gd name="connsiteY19" fmla="*/ 811677 h 966193"/>
              <a:gd name="connsiteX20" fmla="*/ 1185414 w 1315795"/>
              <a:gd name="connsiteY20" fmla="*/ 892110 h 966193"/>
              <a:gd name="connsiteX21" fmla="*/ 1115564 w 1315795"/>
              <a:gd name="connsiteY21" fmla="*/ 955610 h 966193"/>
              <a:gd name="connsiteX22" fmla="*/ 800181 w 1315795"/>
              <a:gd name="connsiteY22" fmla="*/ 966193 h 966193"/>
              <a:gd name="connsiteX23" fmla="*/ 519722 w 1315795"/>
              <a:gd name="connsiteY23" fmla="*/ 964076 h 966193"/>
              <a:gd name="connsiteX24" fmla="*/ 307527 w 1315795"/>
              <a:gd name="connsiteY24" fmla="*/ 959312 h 966193"/>
              <a:gd name="connsiteX25" fmla="*/ 101152 w 1315795"/>
              <a:gd name="connsiteY25" fmla="*/ 953494 h 966193"/>
              <a:gd name="connsiteX26" fmla="*/ 49294 w 1315795"/>
              <a:gd name="connsiteY26" fmla="*/ 894227 h 966193"/>
              <a:gd name="connsiteX27" fmla="*/ 29714 w 1315795"/>
              <a:gd name="connsiteY27" fmla="*/ 792098 h 966193"/>
              <a:gd name="connsiteX28" fmla="*/ 9606 w 1315795"/>
              <a:gd name="connsiteY28" fmla="*/ 702139 h 966193"/>
              <a:gd name="connsiteX29" fmla="*/ 6960 w 1315795"/>
              <a:gd name="connsiteY29" fmla="*/ 557677 h 966193"/>
              <a:gd name="connsiteX30" fmla="*/ 14898 w 1315795"/>
              <a:gd name="connsiteY30" fmla="*/ 483593 h 966193"/>
              <a:gd name="connsiteX31" fmla="*/ 31831 w 1315795"/>
              <a:gd name="connsiteY31" fmla="*/ 443377 h 966193"/>
              <a:gd name="connsiteX32" fmla="*/ 77339 w 1315795"/>
              <a:gd name="connsiteY32" fmla="*/ 478302 h 966193"/>
              <a:gd name="connsiteX33" fmla="*/ 113851 w 1315795"/>
              <a:gd name="connsiteY33" fmla="*/ 487297 h 966193"/>
              <a:gd name="connsiteX34" fmla="*/ 175764 w 1315795"/>
              <a:gd name="connsiteY34" fmla="*/ 458193 h 966193"/>
              <a:gd name="connsiteX35" fmla="*/ 206986 w 1315795"/>
              <a:gd name="connsiteY35" fmla="*/ 378290 h 966193"/>
              <a:gd name="connsiteX36" fmla="*/ 178939 w 1315795"/>
              <a:gd name="connsiteY36" fmla="*/ 296797 h 966193"/>
              <a:gd name="connsiteX37" fmla="*/ 126551 w 1315795"/>
              <a:gd name="connsiteY37" fmla="*/ 268223 h 966193"/>
              <a:gd name="connsiteX38" fmla="*/ 75751 w 1315795"/>
              <a:gd name="connsiteY38" fmla="*/ 289390 h 966193"/>
              <a:gd name="connsiteX39" fmla="*/ 17014 w 1315795"/>
              <a:gd name="connsiteY39" fmla="*/ 306322 h 966193"/>
              <a:gd name="connsiteX40" fmla="*/ 81 w 1315795"/>
              <a:gd name="connsiteY40" fmla="*/ 254993 h 966193"/>
              <a:gd name="connsiteX41" fmla="*/ 12781 w 1315795"/>
              <a:gd name="connsiteY41" fmla="*/ 163977 h 966193"/>
              <a:gd name="connsiteX42" fmla="*/ 57231 w 1315795"/>
              <a:gd name="connsiteY42" fmla="*/ 94127 h 966193"/>
              <a:gd name="connsiteX43" fmla="*/ 76281 w 1315795"/>
              <a:gd name="connsiteY43" fmla="*/ 66610 h 966193"/>
              <a:gd name="connsiteX44" fmla="*/ 108031 w 1315795"/>
              <a:gd name="connsiteY44" fmla="*/ 17927 h 966193"/>
              <a:gd name="connsiteX0" fmla="*/ 108031 w 1319515"/>
              <a:gd name="connsiteY0" fmla="*/ 17927 h 966193"/>
              <a:gd name="connsiteX1" fmla="*/ 539831 w 1319515"/>
              <a:gd name="connsiteY1" fmla="*/ 3110 h 966193"/>
              <a:gd name="connsiteX2" fmla="*/ 1037248 w 1319515"/>
              <a:gd name="connsiteY2" fmla="*/ 3110 h 966193"/>
              <a:gd name="connsiteX3" fmla="*/ 1166364 w 1319515"/>
              <a:gd name="connsiteY3" fmla="*/ 5227 h 966193"/>
              <a:gd name="connsiteX4" fmla="*/ 1183298 w 1319515"/>
              <a:gd name="connsiteY4" fmla="*/ 66610 h 966193"/>
              <a:gd name="connsiteX5" fmla="*/ 1153664 w 1319515"/>
              <a:gd name="connsiteY5" fmla="*/ 221127 h 966193"/>
              <a:gd name="connsiteX6" fmla="*/ 1138848 w 1319515"/>
              <a:gd name="connsiteY6" fmla="*/ 352360 h 966193"/>
              <a:gd name="connsiteX7" fmla="*/ 1153665 w 1319515"/>
              <a:gd name="connsiteY7" fmla="*/ 401044 h 966193"/>
              <a:gd name="connsiteX8" fmla="*/ 1208698 w 1319515"/>
              <a:gd name="connsiteY8" fmla="*/ 394694 h 966193"/>
              <a:gd name="connsiteX9" fmla="*/ 1253148 w 1319515"/>
              <a:gd name="connsiteY9" fmla="*/ 365060 h 966193"/>
              <a:gd name="connsiteX10" fmla="*/ 1284898 w 1319515"/>
              <a:gd name="connsiteY10" fmla="*/ 371411 h 966193"/>
              <a:gd name="connsiteX11" fmla="*/ 1310298 w 1319515"/>
              <a:gd name="connsiteY11" fmla="*/ 392577 h 966193"/>
              <a:gd name="connsiteX12" fmla="*/ 1318765 w 1319515"/>
              <a:gd name="connsiteY12" fmla="*/ 462427 h 966193"/>
              <a:gd name="connsiteX13" fmla="*/ 1293365 w 1319515"/>
              <a:gd name="connsiteY13" fmla="*/ 551327 h 966193"/>
              <a:gd name="connsiteX14" fmla="*/ 1242564 w 1319515"/>
              <a:gd name="connsiteY14" fmla="*/ 576727 h 966193"/>
              <a:gd name="connsiteX15" fmla="*/ 1206581 w 1319515"/>
              <a:gd name="connsiteY15" fmla="*/ 553443 h 966193"/>
              <a:gd name="connsiteX16" fmla="*/ 1168481 w 1319515"/>
              <a:gd name="connsiteY16" fmla="*/ 536510 h 966193"/>
              <a:gd name="connsiteX17" fmla="*/ 1140964 w 1319515"/>
              <a:gd name="connsiteY17" fmla="*/ 595777 h 966193"/>
              <a:gd name="connsiteX18" fmla="*/ 1147314 w 1319515"/>
              <a:gd name="connsiteY18" fmla="*/ 688910 h 966193"/>
              <a:gd name="connsiteX19" fmla="*/ 1168481 w 1319515"/>
              <a:gd name="connsiteY19" fmla="*/ 811677 h 966193"/>
              <a:gd name="connsiteX20" fmla="*/ 1185414 w 1319515"/>
              <a:gd name="connsiteY20" fmla="*/ 892110 h 966193"/>
              <a:gd name="connsiteX21" fmla="*/ 1115564 w 1319515"/>
              <a:gd name="connsiteY21" fmla="*/ 955610 h 966193"/>
              <a:gd name="connsiteX22" fmla="*/ 800181 w 1319515"/>
              <a:gd name="connsiteY22" fmla="*/ 966193 h 966193"/>
              <a:gd name="connsiteX23" fmla="*/ 519722 w 1319515"/>
              <a:gd name="connsiteY23" fmla="*/ 964076 h 966193"/>
              <a:gd name="connsiteX24" fmla="*/ 307527 w 1319515"/>
              <a:gd name="connsiteY24" fmla="*/ 959312 h 966193"/>
              <a:gd name="connsiteX25" fmla="*/ 101152 w 1319515"/>
              <a:gd name="connsiteY25" fmla="*/ 953494 h 966193"/>
              <a:gd name="connsiteX26" fmla="*/ 49294 w 1319515"/>
              <a:gd name="connsiteY26" fmla="*/ 894227 h 966193"/>
              <a:gd name="connsiteX27" fmla="*/ 29714 w 1319515"/>
              <a:gd name="connsiteY27" fmla="*/ 792098 h 966193"/>
              <a:gd name="connsiteX28" fmla="*/ 9606 w 1319515"/>
              <a:gd name="connsiteY28" fmla="*/ 702139 h 966193"/>
              <a:gd name="connsiteX29" fmla="*/ 6960 w 1319515"/>
              <a:gd name="connsiteY29" fmla="*/ 557677 h 966193"/>
              <a:gd name="connsiteX30" fmla="*/ 14898 w 1319515"/>
              <a:gd name="connsiteY30" fmla="*/ 483593 h 966193"/>
              <a:gd name="connsiteX31" fmla="*/ 31831 w 1319515"/>
              <a:gd name="connsiteY31" fmla="*/ 443377 h 966193"/>
              <a:gd name="connsiteX32" fmla="*/ 77339 w 1319515"/>
              <a:gd name="connsiteY32" fmla="*/ 478302 h 966193"/>
              <a:gd name="connsiteX33" fmla="*/ 113851 w 1319515"/>
              <a:gd name="connsiteY33" fmla="*/ 487297 h 966193"/>
              <a:gd name="connsiteX34" fmla="*/ 175764 w 1319515"/>
              <a:gd name="connsiteY34" fmla="*/ 458193 h 966193"/>
              <a:gd name="connsiteX35" fmla="*/ 206986 w 1319515"/>
              <a:gd name="connsiteY35" fmla="*/ 378290 h 966193"/>
              <a:gd name="connsiteX36" fmla="*/ 178939 w 1319515"/>
              <a:gd name="connsiteY36" fmla="*/ 296797 h 966193"/>
              <a:gd name="connsiteX37" fmla="*/ 126551 w 1319515"/>
              <a:gd name="connsiteY37" fmla="*/ 268223 h 966193"/>
              <a:gd name="connsiteX38" fmla="*/ 75751 w 1319515"/>
              <a:gd name="connsiteY38" fmla="*/ 289390 h 966193"/>
              <a:gd name="connsiteX39" fmla="*/ 17014 w 1319515"/>
              <a:gd name="connsiteY39" fmla="*/ 306322 h 966193"/>
              <a:gd name="connsiteX40" fmla="*/ 81 w 1319515"/>
              <a:gd name="connsiteY40" fmla="*/ 254993 h 966193"/>
              <a:gd name="connsiteX41" fmla="*/ 12781 w 1319515"/>
              <a:gd name="connsiteY41" fmla="*/ 163977 h 966193"/>
              <a:gd name="connsiteX42" fmla="*/ 57231 w 1319515"/>
              <a:gd name="connsiteY42" fmla="*/ 94127 h 966193"/>
              <a:gd name="connsiteX43" fmla="*/ 76281 w 1319515"/>
              <a:gd name="connsiteY43" fmla="*/ 66610 h 966193"/>
              <a:gd name="connsiteX44" fmla="*/ 108031 w 1319515"/>
              <a:gd name="connsiteY44" fmla="*/ 17927 h 966193"/>
              <a:gd name="connsiteX0" fmla="*/ 108031 w 1318770"/>
              <a:gd name="connsiteY0" fmla="*/ 17927 h 966193"/>
              <a:gd name="connsiteX1" fmla="*/ 539831 w 1318770"/>
              <a:gd name="connsiteY1" fmla="*/ 3110 h 966193"/>
              <a:gd name="connsiteX2" fmla="*/ 1037248 w 1318770"/>
              <a:gd name="connsiteY2" fmla="*/ 3110 h 966193"/>
              <a:gd name="connsiteX3" fmla="*/ 1166364 w 1318770"/>
              <a:gd name="connsiteY3" fmla="*/ 5227 h 966193"/>
              <a:gd name="connsiteX4" fmla="*/ 1183298 w 1318770"/>
              <a:gd name="connsiteY4" fmla="*/ 66610 h 966193"/>
              <a:gd name="connsiteX5" fmla="*/ 1153664 w 1318770"/>
              <a:gd name="connsiteY5" fmla="*/ 221127 h 966193"/>
              <a:gd name="connsiteX6" fmla="*/ 1138848 w 1318770"/>
              <a:gd name="connsiteY6" fmla="*/ 352360 h 966193"/>
              <a:gd name="connsiteX7" fmla="*/ 1153665 w 1318770"/>
              <a:gd name="connsiteY7" fmla="*/ 401044 h 966193"/>
              <a:gd name="connsiteX8" fmla="*/ 1208698 w 1318770"/>
              <a:gd name="connsiteY8" fmla="*/ 394694 h 966193"/>
              <a:gd name="connsiteX9" fmla="*/ 1253148 w 1318770"/>
              <a:gd name="connsiteY9" fmla="*/ 365060 h 966193"/>
              <a:gd name="connsiteX10" fmla="*/ 1284898 w 1318770"/>
              <a:gd name="connsiteY10" fmla="*/ 371411 h 966193"/>
              <a:gd name="connsiteX11" fmla="*/ 1295481 w 1318770"/>
              <a:gd name="connsiteY11" fmla="*/ 405277 h 966193"/>
              <a:gd name="connsiteX12" fmla="*/ 1318765 w 1318770"/>
              <a:gd name="connsiteY12" fmla="*/ 462427 h 966193"/>
              <a:gd name="connsiteX13" fmla="*/ 1293365 w 1318770"/>
              <a:gd name="connsiteY13" fmla="*/ 551327 h 966193"/>
              <a:gd name="connsiteX14" fmla="*/ 1242564 w 1318770"/>
              <a:gd name="connsiteY14" fmla="*/ 576727 h 966193"/>
              <a:gd name="connsiteX15" fmla="*/ 1206581 w 1318770"/>
              <a:gd name="connsiteY15" fmla="*/ 553443 h 966193"/>
              <a:gd name="connsiteX16" fmla="*/ 1168481 w 1318770"/>
              <a:gd name="connsiteY16" fmla="*/ 536510 h 966193"/>
              <a:gd name="connsiteX17" fmla="*/ 1140964 w 1318770"/>
              <a:gd name="connsiteY17" fmla="*/ 595777 h 966193"/>
              <a:gd name="connsiteX18" fmla="*/ 1147314 w 1318770"/>
              <a:gd name="connsiteY18" fmla="*/ 688910 h 966193"/>
              <a:gd name="connsiteX19" fmla="*/ 1168481 w 1318770"/>
              <a:gd name="connsiteY19" fmla="*/ 811677 h 966193"/>
              <a:gd name="connsiteX20" fmla="*/ 1185414 w 1318770"/>
              <a:gd name="connsiteY20" fmla="*/ 892110 h 966193"/>
              <a:gd name="connsiteX21" fmla="*/ 1115564 w 1318770"/>
              <a:gd name="connsiteY21" fmla="*/ 955610 h 966193"/>
              <a:gd name="connsiteX22" fmla="*/ 800181 w 1318770"/>
              <a:gd name="connsiteY22" fmla="*/ 966193 h 966193"/>
              <a:gd name="connsiteX23" fmla="*/ 519722 w 1318770"/>
              <a:gd name="connsiteY23" fmla="*/ 964076 h 966193"/>
              <a:gd name="connsiteX24" fmla="*/ 307527 w 1318770"/>
              <a:gd name="connsiteY24" fmla="*/ 959312 h 966193"/>
              <a:gd name="connsiteX25" fmla="*/ 101152 w 1318770"/>
              <a:gd name="connsiteY25" fmla="*/ 953494 h 966193"/>
              <a:gd name="connsiteX26" fmla="*/ 49294 w 1318770"/>
              <a:gd name="connsiteY26" fmla="*/ 894227 h 966193"/>
              <a:gd name="connsiteX27" fmla="*/ 29714 w 1318770"/>
              <a:gd name="connsiteY27" fmla="*/ 792098 h 966193"/>
              <a:gd name="connsiteX28" fmla="*/ 9606 w 1318770"/>
              <a:gd name="connsiteY28" fmla="*/ 702139 h 966193"/>
              <a:gd name="connsiteX29" fmla="*/ 6960 w 1318770"/>
              <a:gd name="connsiteY29" fmla="*/ 557677 h 966193"/>
              <a:gd name="connsiteX30" fmla="*/ 14898 w 1318770"/>
              <a:gd name="connsiteY30" fmla="*/ 483593 h 966193"/>
              <a:gd name="connsiteX31" fmla="*/ 31831 w 1318770"/>
              <a:gd name="connsiteY31" fmla="*/ 443377 h 966193"/>
              <a:gd name="connsiteX32" fmla="*/ 77339 w 1318770"/>
              <a:gd name="connsiteY32" fmla="*/ 478302 h 966193"/>
              <a:gd name="connsiteX33" fmla="*/ 113851 w 1318770"/>
              <a:gd name="connsiteY33" fmla="*/ 487297 h 966193"/>
              <a:gd name="connsiteX34" fmla="*/ 175764 w 1318770"/>
              <a:gd name="connsiteY34" fmla="*/ 458193 h 966193"/>
              <a:gd name="connsiteX35" fmla="*/ 206986 w 1318770"/>
              <a:gd name="connsiteY35" fmla="*/ 378290 h 966193"/>
              <a:gd name="connsiteX36" fmla="*/ 178939 w 1318770"/>
              <a:gd name="connsiteY36" fmla="*/ 296797 h 966193"/>
              <a:gd name="connsiteX37" fmla="*/ 126551 w 1318770"/>
              <a:gd name="connsiteY37" fmla="*/ 268223 h 966193"/>
              <a:gd name="connsiteX38" fmla="*/ 75751 w 1318770"/>
              <a:gd name="connsiteY38" fmla="*/ 289390 h 966193"/>
              <a:gd name="connsiteX39" fmla="*/ 17014 w 1318770"/>
              <a:gd name="connsiteY39" fmla="*/ 306322 h 966193"/>
              <a:gd name="connsiteX40" fmla="*/ 81 w 1318770"/>
              <a:gd name="connsiteY40" fmla="*/ 254993 h 966193"/>
              <a:gd name="connsiteX41" fmla="*/ 12781 w 1318770"/>
              <a:gd name="connsiteY41" fmla="*/ 163977 h 966193"/>
              <a:gd name="connsiteX42" fmla="*/ 57231 w 1318770"/>
              <a:gd name="connsiteY42" fmla="*/ 94127 h 966193"/>
              <a:gd name="connsiteX43" fmla="*/ 76281 w 1318770"/>
              <a:gd name="connsiteY43" fmla="*/ 66610 h 966193"/>
              <a:gd name="connsiteX44" fmla="*/ 108031 w 1318770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3665 w 1319253"/>
              <a:gd name="connsiteY7" fmla="*/ 401044 h 966193"/>
              <a:gd name="connsiteX8" fmla="*/ 1208698 w 1319253"/>
              <a:gd name="connsiteY8" fmla="*/ 394694 h 966193"/>
              <a:gd name="connsiteX9" fmla="*/ 1253148 w 1319253"/>
              <a:gd name="connsiteY9" fmla="*/ 365060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5060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71656 w 1319253"/>
              <a:gd name="connsiteY16" fmla="*/ 541273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4994 w 1319253"/>
              <a:gd name="connsiteY15" fmla="*/ 558206 h 966193"/>
              <a:gd name="connsiteX16" fmla="*/ 1171656 w 1319253"/>
              <a:gd name="connsiteY16" fmla="*/ 541273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711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711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197057 w 1319253"/>
              <a:gd name="connsiteY15" fmla="*/ 561381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076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197057 w 1319253"/>
              <a:gd name="connsiteY15" fmla="*/ 561381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66"/>
              <a:gd name="connsiteY0" fmla="*/ 17927 h 966193"/>
              <a:gd name="connsiteX1" fmla="*/ 539831 w 1319266"/>
              <a:gd name="connsiteY1" fmla="*/ 3110 h 966193"/>
              <a:gd name="connsiteX2" fmla="*/ 1037248 w 1319266"/>
              <a:gd name="connsiteY2" fmla="*/ 3110 h 966193"/>
              <a:gd name="connsiteX3" fmla="*/ 1166364 w 1319266"/>
              <a:gd name="connsiteY3" fmla="*/ 5227 h 966193"/>
              <a:gd name="connsiteX4" fmla="*/ 1183298 w 1319266"/>
              <a:gd name="connsiteY4" fmla="*/ 66610 h 966193"/>
              <a:gd name="connsiteX5" fmla="*/ 1153664 w 1319266"/>
              <a:gd name="connsiteY5" fmla="*/ 221127 h 966193"/>
              <a:gd name="connsiteX6" fmla="*/ 1138848 w 1319266"/>
              <a:gd name="connsiteY6" fmla="*/ 352360 h 966193"/>
              <a:gd name="connsiteX7" fmla="*/ 1152078 w 1319266"/>
              <a:gd name="connsiteY7" fmla="*/ 410569 h 966193"/>
              <a:gd name="connsiteX8" fmla="*/ 1200761 w 1319266"/>
              <a:gd name="connsiteY8" fmla="*/ 396282 h 966193"/>
              <a:gd name="connsiteX9" fmla="*/ 1253148 w 1319266"/>
              <a:gd name="connsiteY9" fmla="*/ 369822 h 966193"/>
              <a:gd name="connsiteX10" fmla="*/ 1283310 w 1319266"/>
              <a:gd name="connsiteY10" fmla="*/ 380936 h 966193"/>
              <a:gd name="connsiteX11" fmla="*/ 1308181 w 1319266"/>
              <a:gd name="connsiteY11" fmla="*/ 413214 h 966193"/>
              <a:gd name="connsiteX12" fmla="*/ 1318765 w 1319266"/>
              <a:gd name="connsiteY12" fmla="*/ 473539 h 966193"/>
              <a:gd name="connsiteX13" fmla="*/ 1293365 w 1319266"/>
              <a:gd name="connsiteY13" fmla="*/ 556090 h 966193"/>
              <a:gd name="connsiteX14" fmla="*/ 1258438 w 1319266"/>
              <a:gd name="connsiteY14" fmla="*/ 583077 h 966193"/>
              <a:gd name="connsiteX15" fmla="*/ 1197057 w 1319266"/>
              <a:gd name="connsiteY15" fmla="*/ 561381 h 966193"/>
              <a:gd name="connsiteX16" fmla="*/ 1158956 w 1319266"/>
              <a:gd name="connsiteY16" fmla="*/ 552385 h 966193"/>
              <a:gd name="connsiteX17" fmla="*/ 1140964 w 1319266"/>
              <a:gd name="connsiteY17" fmla="*/ 595777 h 966193"/>
              <a:gd name="connsiteX18" fmla="*/ 1147314 w 1319266"/>
              <a:gd name="connsiteY18" fmla="*/ 688910 h 966193"/>
              <a:gd name="connsiteX19" fmla="*/ 1168481 w 1319266"/>
              <a:gd name="connsiteY19" fmla="*/ 811677 h 966193"/>
              <a:gd name="connsiteX20" fmla="*/ 1185414 w 1319266"/>
              <a:gd name="connsiteY20" fmla="*/ 892110 h 966193"/>
              <a:gd name="connsiteX21" fmla="*/ 1115564 w 1319266"/>
              <a:gd name="connsiteY21" fmla="*/ 955610 h 966193"/>
              <a:gd name="connsiteX22" fmla="*/ 800181 w 1319266"/>
              <a:gd name="connsiteY22" fmla="*/ 966193 h 966193"/>
              <a:gd name="connsiteX23" fmla="*/ 519722 w 1319266"/>
              <a:gd name="connsiteY23" fmla="*/ 964076 h 966193"/>
              <a:gd name="connsiteX24" fmla="*/ 307527 w 1319266"/>
              <a:gd name="connsiteY24" fmla="*/ 959312 h 966193"/>
              <a:gd name="connsiteX25" fmla="*/ 101152 w 1319266"/>
              <a:gd name="connsiteY25" fmla="*/ 953494 h 966193"/>
              <a:gd name="connsiteX26" fmla="*/ 49294 w 1319266"/>
              <a:gd name="connsiteY26" fmla="*/ 894227 h 966193"/>
              <a:gd name="connsiteX27" fmla="*/ 29714 w 1319266"/>
              <a:gd name="connsiteY27" fmla="*/ 792098 h 966193"/>
              <a:gd name="connsiteX28" fmla="*/ 9606 w 1319266"/>
              <a:gd name="connsiteY28" fmla="*/ 702139 h 966193"/>
              <a:gd name="connsiteX29" fmla="*/ 6960 w 1319266"/>
              <a:gd name="connsiteY29" fmla="*/ 557677 h 966193"/>
              <a:gd name="connsiteX30" fmla="*/ 14898 w 1319266"/>
              <a:gd name="connsiteY30" fmla="*/ 483593 h 966193"/>
              <a:gd name="connsiteX31" fmla="*/ 31831 w 1319266"/>
              <a:gd name="connsiteY31" fmla="*/ 443377 h 966193"/>
              <a:gd name="connsiteX32" fmla="*/ 77339 w 1319266"/>
              <a:gd name="connsiteY32" fmla="*/ 478302 h 966193"/>
              <a:gd name="connsiteX33" fmla="*/ 113851 w 1319266"/>
              <a:gd name="connsiteY33" fmla="*/ 487297 h 966193"/>
              <a:gd name="connsiteX34" fmla="*/ 175764 w 1319266"/>
              <a:gd name="connsiteY34" fmla="*/ 458193 h 966193"/>
              <a:gd name="connsiteX35" fmla="*/ 206986 w 1319266"/>
              <a:gd name="connsiteY35" fmla="*/ 378290 h 966193"/>
              <a:gd name="connsiteX36" fmla="*/ 178939 w 1319266"/>
              <a:gd name="connsiteY36" fmla="*/ 296797 h 966193"/>
              <a:gd name="connsiteX37" fmla="*/ 126551 w 1319266"/>
              <a:gd name="connsiteY37" fmla="*/ 268223 h 966193"/>
              <a:gd name="connsiteX38" fmla="*/ 75751 w 1319266"/>
              <a:gd name="connsiteY38" fmla="*/ 289390 h 966193"/>
              <a:gd name="connsiteX39" fmla="*/ 17014 w 1319266"/>
              <a:gd name="connsiteY39" fmla="*/ 306322 h 966193"/>
              <a:gd name="connsiteX40" fmla="*/ 81 w 1319266"/>
              <a:gd name="connsiteY40" fmla="*/ 254993 h 966193"/>
              <a:gd name="connsiteX41" fmla="*/ 12781 w 1319266"/>
              <a:gd name="connsiteY41" fmla="*/ 163977 h 966193"/>
              <a:gd name="connsiteX42" fmla="*/ 57231 w 1319266"/>
              <a:gd name="connsiteY42" fmla="*/ 94127 h 966193"/>
              <a:gd name="connsiteX43" fmla="*/ 76281 w 1319266"/>
              <a:gd name="connsiteY43" fmla="*/ 66610 h 966193"/>
              <a:gd name="connsiteX44" fmla="*/ 108031 w 1319266"/>
              <a:gd name="connsiteY44" fmla="*/ 17927 h 966193"/>
              <a:gd name="connsiteX0" fmla="*/ 108031 w 1319266"/>
              <a:gd name="connsiteY0" fmla="*/ 17927 h 966193"/>
              <a:gd name="connsiteX1" fmla="*/ 539831 w 1319266"/>
              <a:gd name="connsiteY1" fmla="*/ 3110 h 966193"/>
              <a:gd name="connsiteX2" fmla="*/ 1037248 w 1319266"/>
              <a:gd name="connsiteY2" fmla="*/ 3110 h 966193"/>
              <a:gd name="connsiteX3" fmla="*/ 1166364 w 1319266"/>
              <a:gd name="connsiteY3" fmla="*/ 5227 h 966193"/>
              <a:gd name="connsiteX4" fmla="*/ 1183298 w 1319266"/>
              <a:gd name="connsiteY4" fmla="*/ 66610 h 966193"/>
              <a:gd name="connsiteX5" fmla="*/ 1153664 w 1319266"/>
              <a:gd name="connsiteY5" fmla="*/ 221127 h 966193"/>
              <a:gd name="connsiteX6" fmla="*/ 1138848 w 1319266"/>
              <a:gd name="connsiteY6" fmla="*/ 352360 h 966193"/>
              <a:gd name="connsiteX7" fmla="*/ 1152078 w 1319266"/>
              <a:gd name="connsiteY7" fmla="*/ 410569 h 966193"/>
              <a:gd name="connsiteX8" fmla="*/ 1200761 w 1319266"/>
              <a:gd name="connsiteY8" fmla="*/ 396282 h 966193"/>
              <a:gd name="connsiteX9" fmla="*/ 1253148 w 1319266"/>
              <a:gd name="connsiteY9" fmla="*/ 376172 h 966193"/>
              <a:gd name="connsiteX10" fmla="*/ 1283310 w 1319266"/>
              <a:gd name="connsiteY10" fmla="*/ 380936 h 966193"/>
              <a:gd name="connsiteX11" fmla="*/ 1308181 w 1319266"/>
              <a:gd name="connsiteY11" fmla="*/ 413214 h 966193"/>
              <a:gd name="connsiteX12" fmla="*/ 1318765 w 1319266"/>
              <a:gd name="connsiteY12" fmla="*/ 473539 h 966193"/>
              <a:gd name="connsiteX13" fmla="*/ 1293365 w 1319266"/>
              <a:gd name="connsiteY13" fmla="*/ 556090 h 966193"/>
              <a:gd name="connsiteX14" fmla="*/ 1258438 w 1319266"/>
              <a:gd name="connsiteY14" fmla="*/ 583077 h 966193"/>
              <a:gd name="connsiteX15" fmla="*/ 1197057 w 1319266"/>
              <a:gd name="connsiteY15" fmla="*/ 561381 h 966193"/>
              <a:gd name="connsiteX16" fmla="*/ 1158956 w 1319266"/>
              <a:gd name="connsiteY16" fmla="*/ 552385 h 966193"/>
              <a:gd name="connsiteX17" fmla="*/ 1140964 w 1319266"/>
              <a:gd name="connsiteY17" fmla="*/ 595777 h 966193"/>
              <a:gd name="connsiteX18" fmla="*/ 1147314 w 1319266"/>
              <a:gd name="connsiteY18" fmla="*/ 688910 h 966193"/>
              <a:gd name="connsiteX19" fmla="*/ 1168481 w 1319266"/>
              <a:gd name="connsiteY19" fmla="*/ 811677 h 966193"/>
              <a:gd name="connsiteX20" fmla="*/ 1185414 w 1319266"/>
              <a:gd name="connsiteY20" fmla="*/ 892110 h 966193"/>
              <a:gd name="connsiteX21" fmla="*/ 1115564 w 1319266"/>
              <a:gd name="connsiteY21" fmla="*/ 955610 h 966193"/>
              <a:gd name="connsiteX22" fmla="*/ 800181 w 1319266"/>
              <a:gd name="connsiteY22" fmla="*/ 966193 h 966193"/>
              <a:gd name="connsiteX23" fmla="*/ 519722 w 1319266"/>
              <a:gd name="connsiteY23" fmla="*/ 964076 h 966193"/>
              <a:gd name="connsiteX24" fmla="*/ 307527 w 1319266"/>
              <a:gd name="connsiteY24" fmla="*/ 959312 h 966193"/>
              <a:gd name="connsiteX25" fmla="*/ 101152 w 1319266"/>
              <a:gd name="connsiteY25" fmla="*/ 953494 h 966193"/>
              <a:gd name="connsiteX26" fmla="*/ 49294 w 1319266"/>
              <a:gd name="connsiteY26" fmla="*/ 894227 h 966193"/>
              <a:gd name="connsiteX27" fmla="*/ 29714 w 1319266"/>
              <a:gd name="connsiteY27" fmla="*/ 792098 h 966193"/>
              <a:gd name="connsiteX28" fmla="*/ 9606 w 1319266"/>
              <a:gd name="connsiteY28" fmla="*/ 702139 h 966193"/>
              <a:gd name="connsiteX29" fmla="*/ 6960 w 1319266"/>
              <a:gd name="connsiteY29" fmla="*/ 557677 h 966193"/>
              <a:gd name="connsiteX30" fmla="*/ 14898 w 1319266"/>
              <a:gd name="connsiteY30" fmla="*/ 483593 h 966193"/>
              <a:gd name="connsiteX31" fmla="*/ 31831 w 1319266"/>
              <a:gd name="connsiteY31" fmla="*/ 443377 h 966193"/>
              <a:gd name="connsiteX32" fmla="*/ 77339 w 1319266"/>
              <a:gd name="connsiteY32" fmla="*/ 478302 h 966193"/>
              <a:gd name="connsiteX33" fmla="*/ 113851 w 1319266"/>
              <a:gd name="connsiteY33" fmla="*/ 487297 h 966193"/>
              <a:gd name="connsiteX34" fmla="*/ 175764 w 1319266"/>
              <a:gd name="connsiteY34" fmla="*/ 458193 h 966193"/>
              <a:gd name="connsiteX35" fmla="*/ 206986 w 1319266"/>
              <a:gd name="connsiteY35" fmla="*/ 378290 h 966193"/>
              <a:gd name="connsiteX36" fmla="*/ 178939 w 1319266"/>
              <a:gd name="connsiteY36" fmla="*/ 296797 h 966193"/>
              <a:gd name="connsiteX37" fmla="*/ 126551 w 1319266"/>
              <a:gd name="connsiteY37" fmla="*/ 268223 h 966193"/>
              <a:gd name="connsiteX38" fmla="*/ 75751 w 1319266"/>
              <a:gd name="connsiteY38" fmla="*/ 289390 h 966193"/>
              <a:gd name="connsiteX39" fmla="*/ 17014 w 1319266"/>
              <a:gd name="connsiteY39" fmla="*/ 306322 h 966193"/>
              <a:gd name="connsiteX40" fmla="*/ 81 w 1319266"/>
              <a:gd name="connsiteY40" fmla="*/ 254993 h 966193"/>
              <a:gd name="connsiteX41" fmla="*/ 12781 w 1319266"/>
              <a:gd name="connsiteY41" fmla="*/ 163977 h 966193"/>
              <a:gd name="connsiteX42" fmla="*/ 57231 w 1319266"/>
              <a:gd name="connsiteY42" fmla="*/ 94127 h 966193"/>
              <a:gd name="connsiteX43" fmla="*/ 76281 w 1319266"/>
              <a:gd name="connsiteY43" fmla="*/ 66610 h 966193"/>
              <a:gd name="connsiteX44" fmla="*/ 108031 w 1319266"/>
              <a:gd name="connsiteY44" fmla="*/ 17927 h 96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19266" h="966193">
                <a:moveTo>
                  <a:pt x="108031" y="17927"/>
                </a:moveTo>
                <a:cubicBezTo>
                  <a:pt x="128139" y="-11706"/>
                  <a:pt x="384962" y="5579"/>
                  <a:pt x="539831" y="3110"/>
                </a:cubicBezTo>
                <a:cubicBezTo>
                  <a:pt x="694700" y="641"/>
                  <a:pt x="932826" y="2757"/>
                  <a:pt x="1037248" y="3110"/>
                </a:cubicBezTo>
                <a:cubicBezTo>
                  <a:pt x="1141670" y="3463"/>
                  <a:pt x="1142022" y="-5356"/>
                  <a:pt x="1166364" y="5227"/>
                </a:cubicBezTo>
                <a:cubicBezTo>
                  <a:pt x="1190706" y="15810"/>
                  <a:pt x="1185415" y="30627"/>
                  <a:pt x="1183298" y="66610"/>
                </a:cubicBezTo>
                <a:cubicBezTo>
                  <a:pt x="1181181" y="102593"/>
                  <a:pt x="1161072" y="173502"/>
                  <a:pt x="1153664" y="221127"/>
                </a:cubicBezTo>
                <a:cubicBezTo>
                  <a:pt x="1146256" y="268752"/>
                  <a:pt x="1139112" y="320786"/>
                  <a:pt x="1138848" y="352360"/>
                </a:cubicBezTo>
                <a:cubicBezTo>
                  <a:pt x="1138584" y="383934"/>
                  <a:pt x="1141759" y="403249"/>
                  <a:pt x="1152078" y="410569"/>
                </a:cubicBezTo>
                <a:cubicBezTo>
                  <a:pt x="1162397" y="417889"/>
                  <a:pt x="1183916" y="402015"/>
                  <a:pt x="1200761" y="396282"/>
                </a:cubicBezTo>
                <a:cubicBezTo>
                  <a:pt x="1217606" y="390549"/>
                  <a:pt x="1239390" y="378730"/>
                  <a:pt x="1253148" y="376172"/>
                </a:cubicBezTo>
                <a:cubicBezTo>
                  <a:pt x="1266906" y="373614"/>
                  <a:pt x="1274138" y="374762"/>
                  <a:pt x="1283310" y="380936"/>
                </a:cubicBezTo>
                <a:cubicBezTo>
                  <a:pt x="1292482" y="387110"/>
                  <a:pt x="1302272" y="397780"/>
                  <a:pt x="1308181" y="413214"/>
                </a:cubicBezTo>
                <a:cubicBezTo>
                  <a:pt x="1314090" y="428648"/>
                  <a:pt x="1321234" y="449726"/>
                  <a:pt x="1318765" y="473539"/>
                </a:cubicBezTo>
                <a:cubicBezTo>
                  <a:pt x="1316296" y="497352"/>
                  <a:pt x="1303420" y="537834"/>
                  <a:pt x="1293365" y="556090"/>
                </a:cubicBezTo>
                <a:cubicBezTo>
                  <a:pt x="1283311" y="574346"/>
                  <a:pt x="1274489" y="582195"/>
                  <a:pt x="1258438" y="583077"/>
                </a:cubicBezTo>
                <a:cubicBezTo>
                  <a:pt x="1242387" y="583959"/>
                  <a:pt x="1213637" y="566496"/>
                  <a:pt x="1197057" y="561381"/>
                </a:cubicBezTo>
                <a:cubicBezTo>
                  <a:pt x="1180477" y="556266"/>
                  <a:pt x="1168305" y="546652"/>
                  <a:pt x="1158956" y="552385"/>
                </a:cubicBezTo>
                <a:cubicBezTo>
                  <a:pt x="1149607" y="558118"/>
                  <a:pt x="1142904" y="573023"/>
                  <a:pt x="1140964" y="595777"/>
                </a:cubicBezTo>
                <a:cubicBezTo>
                  <a:pt x="1139024" y="618531"/>
                  <a:pt x="1142728" y="652927"/>
                  <a:pt x="1147314" y="688910"/>
                </a:cubicBezTo>
                <a:cubicBezTo>
                  <a:pt x="1151900" y="724893"/>
                  <a:pt x="1162131" y="777810"/>
                  <a:pt x="1168481" y="811677"/>
                </a:cubicBezTo>
                <a:cubicBezTo>
                  <a:pt x="1174831" y="845544"/>
                  <a:pt x="1189471" y="866534"/>
                  <a:pt x="1185414" y="892110"/>
                </a:cubicBezTo>
                <a:cubicBezTo>
                  <a:pt x="1181357" y="917686"/>
                  <a:pt x="1179769" y="943263"/>
                  <a:pt x="1115564" y="955610"/>
                </a:cubicBezTo>
                <a:cubicBezTo>
                  <a:pt x="1051359" y="967957"/>
                  <a:pt x="899488" y="964782"/>
                  <a:pt x="800181" y="966193"/>
                </a:cubicBezTo>
                <a:lnTo>
                  <a:pt x="519722" y="964076"/>
                </a:lnTo>
                <a:lnTo>
                  <a:pt x="307527" y="959312"/>
                </a:lnTo>
                <a:lnTo>
                  <a:pt x="101152" y="953494"/>
                </a:lnTo>
                <a:cubicBezTo>
                  <a:pt x="58113" y="942647"/>
                  <a:pt x="61200" y="921126"/>
                  <a:pt x="49294" y="894227"/>
                </a:cubicBezTo>
                <a:cubicBezTo>
                  <a:pt x="37388" y="867328"/>
                  <a:pt x="36329" y="824113"/>
                  <a:pt x="29714" y="792098"/>
                </a:cubicBezTo>
                <a:cubicBezTo>
                  <a:pt x="23099" y="760083"/>
                  <a:pt x="13398" y="741209"/>
                  <a:pt x="9606" y="702139"/>
                </a:cubicBezTo>
                <a:cubicBezTo>
                  <a:pt x="5814" y="663069"/>
                  <a:pt x="6078" y="594101"/>
                  <a:pt x="6960" y="557677"/>
                </a:cubicBezTo>
                <a:cubicBezTo>
                  <a:pt x="7842" y="521253"/>
                  <a:pt x="10753" y="502643"/>
                  <a:pt x="14898" y="483593"/>
                </a:cubicBezTo>
                <a:cubicBezTo>
                  <a:pt x="19043" y="464543"/>
                  <a:pt x="21424" y="444259"/>
                  <a:pt x="31831" y="443377"/>
                </a:cubicBezTo>
                <a:cubicBezTo>
                  <a:pt x="42238" y="442495"/>
                  <a:pt x="63669" y="470982"/>
                  <a:pt x="77339" y="478302"/>
                </a:cubicBezTo>
                <a:cubicBezTo>
                  <a:pt x="91009" y="485622"/>
                  <a:pt x="97447" y="490649"/>
                  <a:pt x="113851" y="487297"/>
                </a:cubicBezTo>
                <a:cubicBezTo>
                  <a:pt x="130255" y="483946"/>
                  <a:pt x="160242" y="476361"/>
                  <a:pt x="175764" y="458193"/>
                </a:cubicBezTo>
                <a:cubicBezTo>
                  <a:pt x="191286" y="440025"/>
                  <a:pt x="206457" y="405189"/>
                  <a:pt x="206986" y="378290"/>
                </a:cubicBezTo>
                <a:cubicBezTo>
                  <a:pt x="207515" y="351391"/>
                  <a:pt x="192345" y="315141"/>
                  <a:pt x="178939" y="296797"/>
                </a:cubicBezTo>
                <a:cubicBezTo>
                  <a:pt x="165533" y="278453"/>
                  <a:pt x="143749" y="269458"/>
                  <a:pt x="126551" y="268223"/>
                </a:cubicBezTo>
                <a:cubicBezTo>
                  <a:pt x="109353" y="266989"/>
                  <a:pt x="94007" y="283040"/>
                  <a:pt x="75751" y="289390"/>
                </a:cubicBezTo>
                <a:cubicBezTo>
                  <a:pt x="57495" y="295740"/>
                  <a:pt x="29626" y="312055"/>
                  <a:pt x="17014" y="306322"/>
                </a:cubicBezTo>
                <a:cubicBezTo>
                  <a:pt x="4402" y="300589"/>
                  <a:pt x="786" y="278717"/>
                  <a:pt x="81" y="254993"/>
                </a:cubicBezTo>
                <a:cubicBezTo>
                  <a:pt x="-624" y="231269"/>
                  <a:pt x="3256" y="190788"/>
                  <a:pt x="12781" y="163977"/>
                </a:cubicBezTo>
                <a:cubicBezTo>
                  <a:pt x="22306" y="137166"/>
                  <a:pt x="46648" y="110355"/>
                  <a:pt x="57231" y="94127"/>
                </a:cubicBezTo>
                <a:cubicBezTo>
                  <a:pt x="67814" y="77899"/>
                  <a:pt x="69226" y="76135"/>
                  <a:pt x="76281" y="66610"/>
                </a:cubicBezTo>
                <a:cubicBezTo>
                  <a:pt x="83336" y="57085"/>
                  <a:pt x="87923" y="47560"/>
                  <a:pt x="108031" y="17927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0C1064F3-4A31-B016-8EA9-57FC482A0394}"/>
              </a:ext>
            </a:extLst>
          </p:cNvPr>
          <p:cNvSpPr/>
          <p:nvPr/>
        </p:nvSpPr>
        <p:spPr>
          <a:xfrm>
            <a:off x="5567833" y="4664896"/>
            <a:ext cx="1167670" cy="969448"/>
          </a:xfrm>
          <a:custGeom>
            <a:avLst/>
            <a:gdLst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51156 w 1112680"/>
              <a:gd name="connsiteY16" fmla="*/ 8487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78256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1024822 w 1112680"/>
              <a:gd name="connsiteY10" fmla="*/ 874184 h 969448"/>
              <a:gd name="connsiteX11" fmla="*/ 978256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067"/>
              <a:gd name="connsiteY0" fmla="*/ 4234 h 969448"/>
              <a:gd name="connsiteX1" fmla="*/ 436389 w 1112067"/>
              <a:gd name="connsiteY1" fmla="*/ 0 h 969448"/>
              <a:gd name="connsiteX2" fmla="*/ 660756 w 1112067"/>
              <a:gd name="connsiteY2" fmla="*/ 0 h 969448"/>
              <a:gd name="connsiteX3" fmla="*/ 863956 w 1112067"/>
              <a:gd name="connsiteY3" fmla="*/ 2117 h 969448"/>
              <a:gd name="connsiteX4" fmla="*/ 929573 w 1112067"/>
              <a:gd name="connsiteY4" fmla="*/ 25400 h 969448"/>
              <a:gd name="connsiteX5" fmla="*/ 1001539 w 1112067"/>
              <a:gd name="connsiteY5" fmla="*/ 167217 h 969448"/>
              <a:gd name="connsiteX6" fmla="*/ 1084089 w 1112067"/>
              <a:gd name="connsiteY6" fmla="*/ 381000 h 969448"/>
              <a:gd name="connsiteX7" fmla="*/ 1111606 w 1112067"/>
              <a:gd name="connsiteY7" fmla="*/ 450850 h 969448"/>
              <a:gd name="connsiteX8" fmla="*/ 1101023 w 1112067"/>
              <a:gd name="connsiteY8" fmla="*/ 524934 h 969448"/>
              <a:gd name="connsiteX9" fmla="*/ 1096789 w 1112067"/>
              <a:gd name="connsiteY9" fmla="*/ 723900 h 969448"/>
              <a:gd name="connsiteX10" fmla="*/ 1024822 w 1112067"/>
              <a:gd name="connsiteY10" fmla="*/ 874184 h 969448"/>
              <a:gd name="connsiteX11" fmla="*/ 978256 w 1112067"/>
              <a:gd name="connsiteY11" fmla="*/ 954617 h 969448"/>
              <a:gd name="connsiteX12" fmla="*/ 838556 w 1112067"/>
              <a:gd name="connsiteY12" fmla="*/ 969434 h 969448"/>
              <a:gd name="connsiteX13" fmla="*/ 381356 w 1112067"/>
              <a:gd name="connsiteY13" fmla="*/ 963084 h 969448"/>
              <a:gd name="connsiteX14" fmla="*/ 190856 w 1112067"/>
              <a:gd name="connsiteY14" fmla="*/ 954617 h 969448"/>
              <a:gd name="connsiteX15" fmla="*/ 67560 w 1112067"/>
              <a:gd name="connsiteY15" fmla="*/ 931334 h 969448"/>
              <a:gd name="connsiteX16" fmla="*/ 49568 w 1112067"/>
              <a:gd name="connsiteY16" fmla="*/ 861484 h 969448"/>
              <a:gd name="connsiteX17" fmla="*/ 13056 w 1112067"/>
              <a:gd name="connsiteY17" fmla="*/ 694267 h 969448"/>
              <a:gd name="connsiteX18" fmla="*/ 4589 w 1112067"/>
              <a:gd name="connsiteY18" fmla="*/ 613834 h 969448"/>
              <a:gd name="connsiteX19" fmla="*/ 23639 w 1112067"/>
              <a:gd name="connsiteY19" fmla="*/ 505884 h 969448"/>
              <a:gd name="connsiteX20" fmla="*/ 65973 w 1112067"/>
              <a:gd name="connsiteY20" fmla="*/ 524934 h 969448"/>
              <a:gd name="connsiteX21" fmla="*/ 123123 w 1112067"/>
              <a:gd name="connsiteY21" fmla="*/ 527050 h 969448"/>
              <a:gd name="connsiteX22" fmla="*/ 173394 w 1112067"/>
              <a:gd name="connsiteY22" fmla="*/ 468312 h 969448"/>
              <a:gd name="connsiteX23" fmla="*/ 171806 w 1112067"/>
              <a:gd name="connsiteY23" fmla="*/ 374650 h 969448"/>
              <a:gd name="connsiteX24" fmla="*/ 140056 w 1112067"/>
              <a:gd name="connsiteY24" fmla="*/ 303212 h 969448"/>
              <a:gd name="connsiteX25" fmla="*/ 68619 w 1112067"/>
              <a:gd name="connsiteY25" fmla="*/ 320146 h 969448"/>
              <a:gd name="connsiteX26" fmla="*/ 29989 w 1112067"/>
              <a:gd name="connsiteY26" fmla="*/ 364067 h 969448"/>
              <a:gd name="connsiteX27" fmla="*/ 356 w 1112067"/>
              <a:gd name="connsiteY27" fmla="*/ 347134 h 969448"/>
              <a:gd name="connsiteX28" fmla="*/ 15173 w 1112067"/>
              <a:gd name="connsiteY28" fmla="*/ 237067 h 969448"/>
              <a:gd name="connsiteX29" fmla="*/ 38456 w 1112067"/>
              <a:gd name="connsiteY29" fmla="*/ 103717 h 969448"/>
              <a:gd name="connsiteX30" fmla="*/ 49039 w 1112067"/>
              <a:gd name="connsiteY30" fmla="*/ 59267 h 969448"/>
              <a:gd name="connsiteX31" fmla="*/ 46923 w 1112067"/>
              <a:gd name="connsiteY31" fmla="*/ 4234 h 969448"/>
              <a:gd name="connsiteX0" fmla="*/ 46923 w 1154070"/>
              <a:gd name="connsiteY0" fmla="*/ 4234 h 969448"/>
              <a:gd name="connsiteX1" fmla="*/ 436389 w 1154070"/>
              <a:gd name="connsiteY1" fmla="*/ 0 h 969448"/>
              <a:gd name="connsiteX2" fmla="*/ 660756 w 1154070"/>
              <a:gd name="connsiteY2" fmla="*/ 0 h 969448"/>
              <a:gd name="connsiteX3" fmla="*/ 863956 w 1154070"/>
              <a:gd name="connsiteY3" fmla="*/ 2117 h 969448"/>
              <a:gd name="connsiteX4" fmla="*/ 929573 w 1154070"/>
              <a:gd name="connsiteY4" fmla="*/ 25400 h 969448"/>
              <a:gd name="connsiteX5" fmla="*/ 1001539 w 1154070"/>
              <a:gd name="connsiteY5" fmla="*/ 167217 h 969448"/>
              <a:gd name="connsiteX6" fmla="*/ 1084089 w 1154070"/>
              <a:gd name="connsiteY6" fmla="*/ 381000 h 969448"/>
              <a:gd name="connsiteX7" fmla="*/ 1111606 w 1154070"/>
              <a:gd name="connsiteY7" fmla="*/ 450850 h 969448"/>
              <a:gd name="connsiteX8" fmla="*/ 1153940 w 1154070"/>
              <a:gd name="connsiteY8" fmla="*/ 529168 h 969448"/>
              <a:gd name="connsiteX9" fmla="*/ 1096789 w 1154070"/>
              <a:gd name="connsiteY9" fmla="*/ 723900 h 969448"/>
              <a:gd name="connsiteX10" fmla="*/ 1024822 w 1154070"/>
              <a:gd name="connsiteY10" fmla="*/ 874184 h 969448"/>
              <a:gd name="connsiteX11" fmla="*/ 978256 w 1154070"/>
              <a:gd name="connsiteY11" fmla="*/ 954617 h 969448"/>
              <a:gd name="connsiteX12" fmla="*/ 838556 w 1154070"/>
              <a:gd name="connsiteY12" fmla="*/ 969434 h 969448"/>
              <a:gd name="connsiteX13" fmla="*/ 381356 w 1154070"/>
              <a:gd name="connsiteY13" fmla="*/ 963084 h 969448"/>
              <a:gd name="connsiteX14" fmla="*/ 190856 w 1154070"/>
              <a:gd name="connsiteY14" fmla="*/ 954617 h 969448"/>
              <a:gd name="connsiteX15" fmla="*/ 67560 w 1154070"/>
              <a:gd name="connsiteY15" fmla="*/ 931334 h 969448"/>
              <a:gd name="connsiteX16" fmla="*/ 49568 w 1154070"/>
              <a:gd name="connsiteY16" fmla="*/ 861484 h 969448"/>
              <a:gd name="connsiteX17" fmla="*/ 13056 w 1154070"/>
              <a:gd name="connsiteY17" fmla="*/ 694267 h 969448"/>
              <a:gd name="connsiteX18" fmla="*/ 4589 w 1154070"/>
              <a:gd name="connsiteY18" fmla="*/ 613834 h 969448"/>
              <a:gd name="connsiteX19" fmla="*/ 23639 w 1154070"/>
              <a:gd name="connsiteY19" fmla="*/ 505884 h 969448"/>
              <a:gd name="connsiteX20" fmla="*/ 65973 w 1154070"/>
              <a:gd name="connsiteY20" fmla="*/ 524934 h 969448"/>
              <a:gd name="connsiteX21" fmla="*/ 123123 w 1154070"/>
              <a:gd name="connsiteY21" fmla="*/ 527050 h 969448"/>
              <a:gd name="connsiteX22" fmla="*/ 173394 w 1154070"/>
              <a:gd name="connsiteY22" fmla="*/ 468312 h 969448"/>
              <a:gd name="connsiteX23" fmla="*/ 171806 w 1154070"/>
              <a:gd name="connsiteY23" fmla="*/ 374650 h 969448"/>
              <a:gd name="connsiteX24" fmla="*/ 140056 w 1154070"/>
              <a:gd name="connsiteY24" fmla="*/ 303212 h 969448"/>
              <a:gd name="connsiteX25" fmla="*/ 68619 w 1154070"/>
              <a:gd name="connsiteY25" fmla="*/ 320146 h 969448"/>
              <a:gd name="connsiteX26" fmla="*/ 29989 w 1154070"/>
              <a:gd name="connsiteY26" fmla="*/ 364067 h 969448"/>
              <a:gd name="connsiteX27" fmla="*/ 356 w 1154070"/>
              <a:gd name="connsiteY27" fmla="*/ 347134 h 969448"/>
              <a:gd name="connsiteX28" fmla="*/ 15173 w 1154070"/>
              <a:gd name="connsiteY28" fmla="*/ 237067 h 969448"/>
              <a:gd name="connsiteX29" fmla="*/ 38456 w 1154070"/>
              <a:gd name="connsiteY29" fmla="*/ 103717 h 969448"/>
              <a:gd name="connsiteX30" fmla="*/ 49039 w 1154070"/>
              <a:gd name="connsiteY30" fmla="*/ 59267 h 969448"/>
              <a:gd name="connsiteX31" fmla="*/ 46923 w 1154070"/>
              <a:gd name="connsiteY31" fmla="*/ 4234 h 969448"/>
              <a:gd name="connsiteX0" fmla="*/ 46923 w 1171251"/>
              <a:gd name="connsiteY0" fmla="*/ 4234 h 969448"/>
              <a:gd name="connsiteX1" fmla="*/ 436389 w 1171251"/>
              <a:gd name="connsiteY1" fmla="*/ 0 h 969448"/>
              <a:gd name="connsiteX2" fmla="*/ 660756 w 1171251"/>
              <a:gd name="connsiteY2" fmla="*/ 0 h 969448"/>
              <a:gd name="connsiteX3" fmla="*/ 863956 w 1171251"/>
              <a:gd name="connsiteY3" fmla="*/ 2117 h 969448"/>
              <a:gd name="connsiteX4" fmla="*/ 929573 w 1171251"/>
              <a:gd name="connsiteY4" fmla="*/ 25400 h 969448"/>
              <a:gd name="connsiteX5" fmla="*/ 1001539 w 1171251"/>
              <a:gd name="connsiteY5" fmla="*/ 167217 h 969448"/>
              <a:gd name="connsiteX6" fmla="*/ 1084089 w 1171251"/>
              <a:gd name="connsiteY6" fmla="*/ 381000 h 969448"/>
              <a:gd name="connsiteX7" fmla="*/ 1166640 w 1171251"/>
              <a:gd name="connsiteY7" fmla="*/ 457200 h 969448"/>
              <a:gd name="connsiteX8" fmla="*/ 1153940 w 1171251"/>
              <a:gd name="connsiteY8" fmla="*/ 529168 h 969448"/>
              <a:gd name="connsiteX9" fmla="*/ 1096789 w 1171251"/>
              <a:gd name="connsiteY9" fmla="*/ 723900 h 969448"/>
              <a:gd name="connsiteX10" fmla="*/ 1024822 w 1171251"/>
              <a:gd name="connsiteY10" fmla="*/ 874184 h 969448"/>
              <a:gd name="connsiteX11" fmla="*/ 978256 w 1171251"/>
              <a:gd name="connsiteY11" fmla="*/ 954617 h 969448"/>
              <a:gd name="connsiteX12" fmla="*/ 838556 w 1171251"/>
              <a:gd name="connsiteY12" fmla="*/ 969434 h 969448"/>
              <a:gd name="connsiteX13" fmla="*/ 381356 w 1171251"/>
              <a:gd name="connsiteY13" fmla="*/ 963084 h 969448"/>
              <a:gd name="connsiteX14" fmla="*/ 190856 w 1171251"/>
              <a:gd name="connsiteY14" fmla="*/ 954617 h 969448"/>
              <a:gd name="connsiteX15" fmla="*/ 67560 w 1171251"/>
              <a:gd name="connsiteY15" fmla="*/ 931334 h 969448"/>
              <a:gd name="connsiteX16" fmla="*/ 49568 w 1171251"/>
              <a:gd name="connsiteY16" fmla="*/ 861484 h 969448"/>
              <a:gd name="connsiteX17" fmla="*/ 13056 w 1171251"/>
              <a:gd name="connsiteY17" fmla="*/ 694267 h 969448"/>
              <a:gd name="connsiteX18" fmla="*/ 4589 w 1171251"/>
              <a:gd name="connsiteY18" fmla="*/ 613834 h 969448"/>
              <a:gd name="connsiteX19" fmla="*/ 23639 w 1171251"/>
              <a:gd name="connsiteY19" fmla="*/ 505884 h 969448"/>
              <a:gd name="connsiteX20" fmla="*/ 65973 w 1171251"/>
              <a:gd name="connsiteY20" fmla="*/ 524934 h 969448"/>
              <a:gd name="connsiteX21" fmla="*/ 123123 w 1171251"/>
              <a:gd name="connsiteY21" fmla="*/ 527050 h 969448"/>
              <a:gd name="connsiteX22" fmla="*/ 173394 w 1171251"/>
              <a:gd name="connsiteY22" fmla="*/ 468312 h 969448"/>
              <a:gd name="connsiteX23" fmla="*/ 171806 w 1171251"/>
              <a:gd name="connsiteY23" fmla="*/ 374650 h 969448"/>
              <a:gd name="connsiteX24" fmla="*/ 140056 w 1171251"/>
              <a:gd name="connsiteY24" fmla="*/ 303212 h 969448"/>
              <a:gd name="connsiteX25" fmla="*/ 68619 w 1171251"/>
              <a:gd name="connsiteY25" fmla="*/ 320146 h 969448"/>
              <a:gd name="connsiteX26" fmla="*/ 29989 w 1171251"/>
              <a:gd name="connsiteY26" fmla="*/ 364067 h 969448"/>
              <a:gd name="connsiteX27" fmla="*/ 356 w 1171251"/>
              <a:gd name="connsiteY27" fmla="*/ 347134 h 969448"/>
              <a:gd name="connsiteX28" fmla="*/ 15173 w 1171251"/>
              <a:gd name="connsiteY28" fmla="*/ 237067 h 969448"/>
              <a:gd name="connsiteX29" fmla="*/ 38456 w 1171251"/>
              <a:gd name="connsiteY29" fmla="*/ 103717 h 969448"/>
              <a:gd name="connsiteX30" fmla="*/ 49039 w 1171251"/>
              <a:gd name="connsiteY30" fmla="*/ 59267 h 969448"/>
              <a:gd name="connsiteX31" fmla="*/ 46923 w 1171251"/>
              <a:gd name="connsiteY31" fmla="*/ 4234 h 969448"/>
              <a:gd name="connsiteX0" fmla="*/ 46923 w 1169121"/>
              <a:gd name="connsiteY0" fmla="*/ 4234 h 969448"/>
              <a:gd name="connsiteX1" fmla="*/ 436389 w 1169121"/>
              <a:gd name="connsiteY1" fmla="*/ 0 h 969448"/>
              <a:gd name="connsiteX2" fmla="*/ 660756 w 1169121"/>
              <a:gd name="connsiteY2" fmla="*/ 0 h 969448"/>
              <a:gd name="connsiteX3" fmla="*/ 863956 w 1169121"/>
              <a:gd name="connsiteY3" fmla="*/ 2117 h 969448"/>
              <a:gd name="connsiteX4" fmla="*/ 929573 w 1169121"/>
              <a:gd name="connsiteY4" fmla="*/ 25400 h 969448"/>
              <a:gd name="connsiteX5" fmla="*/ 1001539 w 1169121"/>
              <a:gd name="connsiteY5" fmla="*/ 167217 h 969448"/>
              <a:gd name="connsiteX6" fmla="*/ 1113723 w 1169121"/>
              <a:gd name="connsiteY6" fmla="*/ 381000 h 969448"/>
              <a:gd name="connsiteX7" fmla="*/ 1166640 w 1169121"/>
              <a:gd name="connsiteY7" fmla="*/ 457200 h 969448"/>
              <a:gd name="connsiteX8" fmla="*/ 1153940 w 1169121"/>
              <a:gd name="connsiteY8" fmla="*/ 529168 h 969448"/>
              <a:gd name="connsiteX9" fmla="*/ 1096789 w 1169121"/>
              <a:gd name="connsiteY9" fmla="*/ 723900 h 969448"/>
              <a:gd name="connsiteX10" fmla="*/ 1024822 w 1169121"/>
              <a:gd name="connsiteY10" fmla="*/ 874184 h 969448"/>
              <a:gd name="connsiteX11" fmla="*/ 978256 w 1169121"/>
              <a:gd name="connsiteY11" fmla="*/ 954617 h 969448"/>
              <a:gd name="connsiteX12" fmla="*/ 838556 w 1169121"/>
              <a:gd name="connsiteY12" fmla="*/ 969434 h 969448"/>
              <a:gd name="connsiteX13" fmla="*/ 381356 w 1169121"/>
              <a:gd name="connsiteY13" fmla="*/ 963084 h 969448"/>
              <a:gd name="connsiteX14" fmla="*/ 190856 w 1169121"/>
              <a:gd name="connsiteY14" fmla="*/ 954617 h 969448"/>
              <a:gd name="connsiteX15" fmla="*/ 67560 w 1169121"/>
              <a:gd name="connsiteY15" fmla="*/ 931334 h 969448"/>
              <a:gd name="connsiteX16" fmla="*/ 49568 w 1169121"/>
              <a:gd name="connsiteY16" fmla="*/ 861484 h 969448"/>
              <a:gd name="connsiteX17" fmla="*/ 13056 w 1169121"/>
              <a:gd name="connsiteY17" fmla="*/ 694267 h 969448"/>
              <a:gd name="connsiteX18" fmla="*/ 4589 w 1169121"/>
              <a:gd name="connsiteY18" fmla="*/ 613834 h 969448"/>
              <a:gd name="connsiteX19" fmla="*/ 23639 w 1169121"/>
              <a:gd name="connsiteY19" fmla="*/ 505884 h 969448"/>
              <a:gd name="connsiteX20" fmla="*/ 65973 w 1169121"/>
              <a:gd name="connsiteY20" fmla="*/ 524934 h 969448"/>
              <a:gd name="connsiteX21" fmla="*/ 123123 w 1169121"/>
              <a:gd name="connsiteY21" fmla="*/ 527050 h 969448"/>
              <a:gd name="connsiteX22" fmla="*/ 173394 w 1169121"/>
              <a:gd name="connsiteY22" fmla="*/ 468312 h 969448"/>
              <a:gd name="connsiteX23" fmla="*/ 171806 w 1169121"/>
              <a:gd name="connsiteY23" fmla="*/ 374650 h 969448"/>
              <a:gd name="connsiteX24" fmla="*/ 140056 w 1169121"/>
              <a:gd name="connsiteY24" fmla="*/ 303212 h 969448"/>
              <a:gd name="connsiteX25" fmla="*/ 68619 w 1169121"/>
              <a:gd name="connsiteY25" fmla="*/ 320146 h 969448"/>
              <a:gd name="connsiteX26" fmla="*/ 29989 w 1169121"/>
              <a:gd name="connsiteY26" fmla="*/ 364067 h 969448"/>
              <a:gd name="connsiteX27" fmla="*/ 356 w 1169121"/>
              <a:gd name="connsiteY27" fmla="*/ 347134 h 969448"/>
              <a:gd name="connsiteX28" fmla="*/ 15173 w 1169121"/>
              <a:gd name="connsiteY28" fmla="*/ 237067 h 969448"/>
              <a:gd name="connsiteX29" fmla="*/ 38456 w 1169121"/>
              <a:gd name="connsiteY29" fmla="*/ 103717 h 969448"/>
              <a:gd name="connsiteX30" fmla="*/ 49039 w 1169121"/>
              <a:gd name="connsiteY30" fmla="*/ 59267 h 969448"/>
              <a:gd name="connsiteX31" fmla="*/ 46923 w 1169121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29573 w 1167944"/>
              <a:gd name="connsiteY4" fmla="*/ 25400 h 969448"/>
              <a:gd name="connsiteX5" fmla="*/ 10015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29573 w 1167944"/>
              <a:gd name="connsiteY4" fmla="*/ 25400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67673 w 1167944"/>
              <a:gd name="connsiteY4" fmla="*/ 33867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77627 w 1167944"/>
              <a:gd name="connsiteY22" fmla="*/ 5445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33706 w 1167944"/>
              <a:gd name="connsiteY24" fmla="*/ 370946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81319 w 1167944"/>
              <a:gd name="connsiteY25" fmla="*/ 387879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96136 w 1167944"/>
              <a:gd name="connsiteY25" fmla="*/ 368829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7636 w 1168657"/>
              <a:gd name="connsiteY0" fmla="*/ 4234 h 969448"/>
              <a:gd name="connsiteX1" fmla="*/ 437102 w 1168657"/>
              <a:gd name="connsiteY1" fmla="*/ 0 h 969448"/>
              <a:gd name="connsiteX2" fmla="*/ 661469 w 1168657"/>
              <a:gd name="connsiteY2" fmla="*/ 0 h 969448"/>
              <a:gd name="connsiteX3" fmla="*/ 907003 w 1168657"/>
              <a:gd name="connsiteY3" fmla="*/ 4233 h 969448"/>
              <a:gd name="connsiteX4" fmla="*/ 968386 w 1168657"/>
              <a:gd name="connsiteY4" fmla="*/ 33867 h 969448"/>
              <a:gd name="connsiteX5" fmla="*/ 1038236 w 1168657"/>
              <a:gd name="connsiteY5" fmla="*/ 167217 h 969448"/>
              <a:gd name="connsiteX6" fmla="*/ 1131369 w 1168657"/>
              <a:gd name="connsiteY6" fmla="*/ 372533 h 969448"/>
              <a:gd name="connsiteX7" fmla="*/ 1167353 w 1168657"/>
              <a:gd name="connsiteY7" fmla="*/ 457200 h 969448"/>
              <a:gd name="connsiteX8" fmla="*/ 1154653 w 1168657"/>
              <a:gd name="connsiteY8" fmla="*/ 529168 h 969448"/>
              <a:gd name="connsiteX9" fmla="*/ 1097502 w 1168657"/>
              <a:gd name="connsiteY9" fmla="*/ 723900 h 969448"/>
              <a:gd name="connsiteX10" fmla="*/ 1025535 w 1168657"/>
              <a:gd name="connsiteY10" fmla="*/ 874184 h 969448"/>
              <a:gd name="connsiteX11" fmla="*/ 978969 w 1168657"/>
              <a:gd name="connsiteY11" fmla="*/ 954617 h 969448"/>
              <a:gd name="connsiteX12" fmla="*/ 839269 w 1168657"/>
              <a:gd name="connsiteY12" fmla="*/ 969434 h 969448"/>
              <a:gd name="connsiteX13" fmla="*/ 382069 w 1168657"/>
              <a:gd name="connsiteY13" fmla="*/ 963084 h 969448"/>
              <a:gd name="connsiteX14" fmla="*/ 191569 w 1168657"/>
              <a:gd name="connsiteY14" fmla="*/ 954617 h 969448"/>
              <a:gd name="connsiteX15" fmla="*/ 68273 w 1168657"/>
              <a:gd name="connsiteY15" fmla="*/ 931334 h 969448"/>
              <a:gd name="connsiteX16" fmla="*/ 50281 w 1168657"/>
              <a:gd name="connsiteY16" fmla="*/ 861484 h 969448"/>
              <a:gd name="connsiteX17" fmla="*/ 13769 w 1168657"/>
              <a:gd name="connsiteY17" fmla="*/ 694267 h 969448"/>
              <a:gd name="connsiteX18" fmla="*/ 5302 w 1168657"/>
              <a:gd name="connsiteY18" fmla="*/ 613834 h 969448"/>
              <a:gd name="connsiteX19" fmla="*/ 13768 w 1168657"/>
              <a:gd name="connsiteY19" fmla="*/ 552451 h 969448"/>
              <a:gd name="connsiteX20" fmla="*/ 66686 w 1168657"/>
              <a:gd name="connsiteY20" fmla="*/ 577850 h 969448"/>
              <a:gd name="connsiteX21" fmla="*/ 130186 w 1168657"/>
              <a:gd name="connsiteY21" fmla="*/ 605367 h 969448"/>
              <a:gd name="connsiteX22" fmla="*/ 169873 w 1168657"/>
              <a:gd name="connsiteY22" fmla="*/ 546629 h 969448"/>
              <a:gd name="connsiteX23" fmla="*/ 178869 w 1168657"/>
              <a:gd name="connsiteY23" fmla="*/ 446617 h 969448"/>
              <a:gd name="connsiteX24" fmla="*/ 161936 w 1168657"/>
              <a:gd name="connsiteY24" fmla="*/ 362479 h 969448"/>
              <a:gd name="connsiteX25" fmla="*/ 96849 w 1168657"/>
              <a:gd name="connsiteY25" fmla="*/ 368829 h 969448"/>
              <a:gd name="connsiteX26" fmla="*/ 45519 w 1168657"/>
              <a:gd name="connsiteY26" fmla="*/ 408517 h 969448"/>
              <a:gd name="connsiteX27" fmla="*/ 1069 w 1168657"/>
              <a:gd name="connsiteY27" fmla="*/ 347134 h 969448"/>
              <a:gd name="connsiteX28" fmla="*/ 15886 w 1168657"/>
              <a:gd name="connsiteY28" fmla="*/ 237067 h 969448"/>
              <a:gd name="connsiteX29" fmla="*/ 39169 w 1168657"/>
              <a:gd name="connsiteY29" fmla="*/ 103717 h 969448"/>
              <a:gd name="connsiteX30" fmla="*/ 49752 w 1168657"/>
              <a:gd name="connsiteY30" fmla="*/ 59267 h 969448"/>
              <a:gd name="connsiteX31" fmla="*/ 47636 w 1168657"/>
              <a:gd name="connsiteY31" fmla="*/ 4234 h 969448"/>
              <a:gd name="connsiteX0" fmla="*/ 47636 w 1168657"/>
              <a:gd name="connsiteY0" fmla="*/ 4234 h 969448"/>
              <a:gd name="connsiteX1" fmla="*/ 437102 w 1168657"/>
              <a:gd name="connsiteY1" fmla="*/ 0 h 969448"/>
              <a:gd name="connsiteX2" fmla="*/ 661469 w 1168657"/>
              <a:gd name="connsiteY2" fmla="*/ 0 h 969448"/>
              <a:gd name="connsiteX3" fmla="*/ 907003 w 1168657"/>
              <a:gd name="connsiteY3" fmla="*/ 4233 h 969448"/>
              <a:gd name="connsiteX4" fmla="*/ 968386 w 1168657"/>
              <a:gd name="connsiteY4" fmla="*/ 33867 h 969448"/>
              <a:gd name="connsiteX5" fmla="*/ 1038236 w 1168657"/>
              <a:gd name="connsiteY5" fmla="*/ 167217 h 969448"/>
              <a:gd name="connsiteX6" fmla="*/ 1131369 w 1168657"/>
              <a:gd name="connsiteY6" fmla="*/ 372533 h 969448"/>
              <a:gd name="connsiteX7" fmla="*/ 1167353 w 1168657"/>
              <a:gd name="connsiteY7" fmla="*/ 457200 h 969448"/>
              <a:gd name="connsiteX8" fmla="*/ 1154653 w 1168657"/>
              <a:gd name="connsiteY8" fmla="*/ 529168 h 969448"/>
              <a:gd name="connsiteX9" fmla="*/ 1097502 w 1168657"/>
              <a:gd name="connsiteY9" fmla="*/ 723900 h 969448"/>
              <a:gd name="connsiteX10" fmla="*/ 1025535 w 1168657"/>
              <a:gd name="connsiteY10" fmla="*/ 874184 h 969448"/>
              <a:gd name="connsiteX11" fmla="*/ 978969 w 1168657"/>
              <a:gd name="connsiteY11" fmla="*/ 954617 h 969448"/>
              <a:gd name="connsiteX12" fmla="*/ 839269 w 1168657"/>
              <a:gd name="connsiteY12" fmla="*/ 969434 h 969448"/>
              <a:gd name="connsiteX13" fmla="*/ 382069 w 1168657"/>
              <a:gd name="connsiteY13" fmla="*/ 963084 h 969448"/>
              <a:gd name="connsiteX14" fmla="*/ 191569 w 1168657"/>
              <a:gd name="connsiteY14" fmla="*/ 954617 h 969448"/>
              <a:gd name="connsiteX15" fmla="*/ 68273 w 1168657"/>
              <a:gd name="connsiteY15" fmla="*/ 931334 h 969448"/>
              <a:gd name="connsiteX16" fmla="*/ 50281 w 1168657"/>
              <a:gd name="connsiteY16" fmla="*/ 861484 h 969448"/>
              <a:gd name="connsiteX17" fmla="*/ 13769 w 1168657"/>
              <a:gd name="connsiteY17" fmla="*/ 694267 h 969448"/>
              <a:gd name="connsiteX18" fmla="*/ 5302 w 1168657"/>
              <a:gd name="connsiteY18" fmla="*/ 613834 h 969448"/>
              <a:gd name="connsiteX19" fmla="*/ 13768 w 1168657"/>
              <a:gd name="connsiteY19" fmla="*/ 552451 h 969448"/>
              <a:gd name="connsiteX20" fmla="*/ 66686 w 1168657"/>
              <a:gd name="connsiteY20" fmla="*/ 577850 h 969448"/>
              <a:gd name="connsiteX21" fmla="*/ 130186 w 1168657"/>
              <a:gd name="connsiteY21" fmla="*/ 605367 h 969448"/>
              <a:gd name="connsiteX22" fmla="*/ 169873 w 1168657"/>
              <a:gd name="connsiteY22" fmla="*/ 546629 h 969448"/>
              <a:gd name="connsiteX23" fmla="*/ 178869 w 1168657"/>
              <a:gd name="connsiteY23" fmla="*/ 446617 h 969448"/>
              <a:gd name="connsiteX24" fmla="*/ 161936 w 1168657"/>
              <a:gd name="connsiteY24" fmla="*/ 362479 h 969448"/>
              <a:gd name="connsiteX25" fmla="*/ 96849 w 1168657"/>
              <a:gd name="connsiteY25" fmla="*/ 368829 h 969448"/>
              <a:gd name="connsiteX26" fmla="*/ 45519 w 1168657"/>
              <a:gd name="connsiteY26" fmla="*/ 423334 h 969448"/>
              <a:gd name="connsiteX27" fmla="*/ 1069 w 1168657"/>
              <a:gd name="connsiteY27" fmla="*/ 347134 h 969448"/>
              <a:gd name="connsiteX28" fmla="*/ 15886 w 1168657"/>
              <a:gd name="connsiteY28" fmla="*/ 237067 h 969448"/>
              <a:gd name="connsiteX29" fmla="*/ 39169 w 1168657"/>
              <a:gd name="connsiteY29" fmla="*/ 103717 h 969448"/>
              <a:gd name="connsiteX30" fmla="*/ 49752 w 1168657"/>
              <a:gd name="connsiteY30" fmla="*/ 59267 h 969448"/>
              <a:gd name="connsiteX31" fmla="*/ 47636 w 1168657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60949 w 1167670"/>
              <a:gd name="connsiteY24" fmla="*/ 362479 h 969448"/>
              <a:gd name="connsiteX25" fmla="*/ 95862 w 1167670"/>
              <a:gd name="connsiteY25" fmla="*/ 3688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60949 w 1167670"/>
              <a:gd name="connsiteY24" fmla="*/ 3624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82633 w 1167670"/>
              <a:gd name="connsiteY20" fmla="*/ 5524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0732 w 1167670"/>
              <a:gd name="connsiteY21" fmla="*/ 596900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76283 w 1167670"/>
              <a:gd name="connsiteY20" fmla="*/ 55456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55117 w 1167670"/>
              <a:gd name="connsiteY20" fmla="*/ 55456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55117 w 1167670"/>
              <a:gd name="connsiteY20" fmla="*/ 554567 h 969448"/>
              <a:gd name="connsiteX21" fmla="*/ 103800 w 1167670"/>
              <a:gd name="connsiteY21" fmla="*/ 575732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67670" h="969448">
                <a:moveTo>
                  <a:pt x="46649" y="4234"/>
                </a:moveTo>
                <a:lnTo>
                  <a:pt x="436115" y="0"/>
                </a:lnTo>
                <a:lnTo>
                  <a:pt x="660482" y="0"/>
                </a:lnTo>
                <a:lnTo>
                  <a:pt x="906016" y="4233"/>
                </a:lnTo>
                <a:cubicBezTo>
                  <a:pt x="950819" y="8466"/>
                  <a:pt x="945527" y="6703"/>
                  <a:pt x="967399" y="33867"/>
                </a:cubicBezTo>
                <a:cubicBezTo>
                  <a:pt x="989271" y="61031"/>
                  <a:pt x="1010085" y="110773"/>
                  <a:pt x="1037249" y="167217"/>
                </a:cubicBezTo>
                <a:cubicBezTo>
                  <a:pt x="1064413" y="223661"/>
                  <a:pt x="1108863" y="324203"/>
                  <a:pt x="1130382" y="372533"/>
                </a:cubicBezTo>
                <a:cubicBezTo>
                  <a:pt x="1151901" y="420863"/>
                  <a:pt x="1162485" y="431094"/>
                  <a:pt x="1166366" y="457200"/>
                </a:cubicBezTo>
                <a:cubicBezTo>
                  <a:pt x="1170247" y="483306"/>
                  <a:pt x="1165308" y="484718"/>
                  <a:pt x="1153666" y="529168"/>
                </a:cubicBezTo>
                <a:cubicBezTo>
                  <a:pt x="1142024" y="573618"/>
                  <a:pt x="1118035" y="666397"/>
                  <a:pt x="1096515" y="723900"/>
                </a:cubicBezTo>
                <a:cubicBezTo>
                  <a:pt x="1074995" y="781403"/>
                  <a:pt x="1044304" y="835731"/>
                  <a:pt x="1024548" y="874184"/>
                </a:cubicBezTo>
                <a:cubicBezTo>
                  <a:pt x="1004792" y="912637"/>
                  <a:pt x="1009026" y="938742"/>
                  <a:pt x="977982" y="954617"/>
                </a:cubicBezTo>
                <a:cubicBezTo>
                  <a:pt x="946938" y="970492"/>
                  <a:pt x="838282" y="969434"/>
                  <a:pt x="838282" y="969434"/>
                </a:cubicBezTo>
                <a:lnTo>
                  <a:pt x="381082" y="963084"/>
                </a:lnTo>
                <a:cubicBezTo>
                  <a:pt x="273132" y="960615"/>
                  <a:pt x="242881" y="959909"/>
                  <a:pt x="190582" y="954617"/>
                </a:cubicBezTo>
                <a:cubicBezTo>
                  <a:pt x="138283" y="949325"/>
                  <a:pt x="78134" y="946856"/>
                  <a:pt x="67286" y="931334"/>
                </a:cubicBezTo>
                <a:cubicBezTo>
                  <a:pt x="56438" y="915812"/>
                  <a:pt x="58378" y="900995"/>
                  <a:pt x="49294" y="861484"/>
                </a:cubicBezTo>
                <a:cubicBezTo>
                  <a:pt x="40210" y="821973"/>
                  <a:pt x="20279" y="735542"/>
                  <a:pt x="12782" y="694267"/>
                </a:cubicBezTo>
                <a:cubicBezTo>
                  <a:pt x="5286" y="652992"/>
                  <a:pt x="3610" y="638881"/>
                  <a:pt x="4315" y="613834"/>
                </a:cubicBezTo>
                <a:cubicBezTo>
                  <a:pt x="5020" y="588787"/>
                  <a:pt x="8548" y="553862"/>
                  <a:pt x="17015" y="543984"/>
                </a:cubicBezTo>
                <a:cubicBezTo>
                  <a:pt x="25482" y="534106"/>
                  <a:pt x="40653" y="549276"/>
                  <a:pt x="55117" y="554567"/>
                </a:cubicBezTo>
                <a:cubicBezTo>
                  <a:pt x="69581" y="559858"/>
                  <a:pt x="85897" y="577408"/>
                  <a:pt x="103800" y="575732"/>
                </a:cubicBezTo>
                <a:cubicBezTo>
                  <a:pt x="121703" y="574056"/>
                  <a:pt x="150189" y="566032"/>
                  <a:pt x="162536" y="544513"/>
                </a:cubicBezTo>
                <a:cubicBezTo>
                  <a:pt x="174883" y="522994"/>
                  <a:pt x="180263" y="474839"/>
                  <a:pt x="177882" y="446617"/>
                </a:cubicBezTo>
                <a:cubicBezTo>
                  <a:pt x="175501" y="418395"/>
                  <a:pt x="165447" y="386027"/>
                  <a:pt x="148249" y="375179"/>
                </a:cubicBezTo>
                <a:cubicBezTo>
                  <a:pt x="131051" y="364331"/>
                  <a:pt x="95863" y="375620"/>
                  <a:pt x="74696" y="381529"/>
                </a:cubicBezTo>
                <a:cubicBezTo>
                  <a:pt x="53529" y="387438"/>
                  <a:pt x="33684" y="416366"/>
                  <a:pt x="21248" y="410634"/>
                </a:cubicBezTo>
                <a:cubicBezTo>
                  <a:pt x="8812" y="404902"/>
                  <a:pt x="1140" y="376062"/>
                  <a:pt x="82" y="347134"/>
                </a:cubicBezTo>
                <a:cubicBezTo>
                  <a:pt x="-976" y="318206"/>
                  <a:pt x="8549" y="277636"/>
                  <a:pt x="14899" y="237067"/>
                </a:cubicBezTo>
                <a:cubicBezTo>
                  <a:pt x="21249" y="196498"/>
                  <a:pt x="32538" y="133350"/>
                  <a:pt x="38182" y="103717"/>
                </a:cubicBezTo>
                <a:cubicBezTo>
                  <a:pt x="43826" y="74084"/>
                  <a:pt x="46296" y="73025"/>
                  <a:pt x="48765" y="59267"/>
                </a:cubicBezTo>
                <a:cubicBezTo>
                  <a:pt x="51234" y="45509"/>
                  <a:pt x="52116" y="33338"/>
                  <a:pt x="46649" y="4234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592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03800-9693-27A2-B9A7-4012A26F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C067222-5E09-81F0-7F70-A55E13C1B574}"/>
              </a:ext>
            </a:extLst>
          </p:cNvPr>
          <p:cNvSpPr/>
          <p:nvPr/>
        </p:nvSpPr>
        <p:spPr>
          <a:xfrm>
            <a:off x="109829" y="4631503"/>
            <a:ext cx="1169836" cy="976281"/>
          </a:xfrm>
          <a:custGeom>
            <a:avLst/>
            <a:gdLst>
              <a:gd name="connsiteX0" fmla="*/ 47689 w 1187653"/>
              <a:gd name="connsiteY0" fmla="*/ 16798 h 938283"/>
              <a:gd name="connsiteX1" fmla="*/ 606489 w 1187653"/>
              <a:gd name="connsiteY1" fmla="*/ 8331 h 938283"/>
              <a:gd name="connsiteX2" fmla="*/ 847789 w 1187653"/>
              <a:gd name="connsiteY2" fmla="*/ 12565 h 938283"/>
              <a:gd name="connsiteX3" fmla="*/ 1034056 w 1187653"/>
              <a:gd name="connsiteY3" fmla="*/ 21031 h 938283"/>
              <a:gd name="connsiteX4" fmla="*/ 995956 w 1187653"/>
              <a:gd name="connsiteY4" fmla="*/ 139565 h 938283"/>
              <a:gd name="connsiteX5" fmla="*/ 983256 w 1187653"/>
              <a:gd name="connsiteY5" fmla="*/ 258098 h 938283"/>
              <a:gd name="connsiteX6" fmla="*/ 1021356 w 1187653"/>
              <a:gd name="connsiteY6" fmla="*/ 275031 h 938283"/>
              <a:gd name="connsiteX7" fmla="*/ 1118722 w 1187653"/>
              <a:gd name="connsiteY7" fmla="*/ 241165 h 938283"/>
              <a:gd name="connsiteX8" fmla="*/ 1165289 w 1187653"/>
              <a:gd name="connsiteY8" fmla="*/ 275031 h 938283"/>
              <a:gd name="connsiteX9" fmla="*/ 1186456 w 1187653"/>
              <a:gd name="connsiteY9" fmla="*/ 363931 h 938283"/>
              <a:gd name="connsiteX10" fmla="*/ 1131422 w 1187653"/>
              <a:gd name="connsiteY10" fmla="*/ 448598 h 938283"/>
              <a:gd name="connsiteX11" fmla="*/ 1055222 w 1187653"/>
              <a:gd name="connsiteY11" fmla="*/ 448598 h 938283"/>
              <a:gd name="connsiteX12" fmla="*/ 1004422 w 1187653"/>
              <a:gd name="connsiteY12" fmla="*/ 418965 h 938283"/>
              <a:gd name="connsiteX13" fmla="*/ 991722 w 1187653"/>
              <a:gd name="connsiteY13" fmla="*/ 571365 h 938283"/>
              <a:gd name="connsiteX14" fmla="*/ 991722 w 1187653"/>
              <a:gd name="connsiteY14" fmla="*/ 702598 h 938283"/>
              <a:gd name="connsiteX15" fmla="*/ 1008656 w 1187653"/>
              <a:gd name="connsiteY15" fmla="*/ 770331 h 938283"/>
              <a:gd name="connsiteX16" fmla="*/ 1000189 w 1187653"/>
              <a:gd name="connsiteY16" fmla="*/ 842298 h 938283"/>
              <a:gd name="connsiteX17" fmla="*/ 945156 w 1187653"/>
              <a:gd name="connsiteY17" fmla="*/ 905798 h 938283"/>
              <a:gd name="connsiteX18" fmla="*/ 771589 w 1187653"/>
              <a:gd name="connsiteY18" fmla="*/ 926965 h 938283"/>
              <a:gd name="connsiteX19" fmla="*/ 475256 w 1187653"/>
              <a:gd name="connsiteY19" fmla="*/ 935431 h 938283"/>
              <a:gd name="connsiteX20" fmla="*/ 187389 w 1187653"/>
              <a:gd name="connsiteY20" fmla="*/ 935431 h 938283"/>
              <a:gd name="connsiteX21" fmla="*/ 43456 w 1187653"/>
              <a:gd name="connsiteY21" fmla="*/ 901565 h 938283"/>
              <a:gd name="connsiteX22" fmla="*/ 22289 w 1187653"/>
              <a:gd name="connsiteY22" fmla="*/ 787265 h 938283"/>
              <a:gd name="connsiteX23" fmla="*/ 18056 w 1187653"/>
              <a:gd name="connsiteY23" fmla="*/ 461298 h 938283"/>
              <a:gd name="connsiteX24" fmla="*/ 26522 w 1187653"/>
              <a:gd name="connsiteY24" fmla="*/ 203065 h 938283"/>
              <a:gd name="connsiteX25" fmla="*/ 47689 w 1187653"/>
              <a:gd name="connsiteY25" fmla="*/ 16798 h 938283"/>
              <a:gd name="connsiteX0" fmla="*/ 29872 w 1169836"/>
              <a:gd name="connsiteY0" fmla="*/ 27927 h 949412"/>
              <a:gd name="connsiteX1" fmla="*/ 588672 w 1169836"/>
              <a:gd name="connsiteY1" fmla="*/ 19460 h 949412"/>
              <a:gd name="connsiteX2" fmla="*/ 829972 w 1169836"/>
              <a:gd name="connsiteY2" fmla="*/ 23694 h 949412"/>
              <a:gd name="connsiteX3" fmla="*/ 1016239 w 1169836"/>
              <a:gd name="connsiteY3" fmla="*/ 32160 h 949412"/>
              <a:gd name="connsiteX4" fmla="*/ 978139 w 1169836"/>
              <a:gd name="connsiteY4" fmla="*/ 150694 h 949412"/>
              <a:gd name="connsiteX5" fmla="*/ 965439 w 1169836"/>
              <a:gd name="connsiteY5" fmla="*/ 269227 h 949412"/>
              <a:gd name="connsiteX6" fmla="*/ 1003539 w 1169836"/>
              <a:gd name="connsiteY6" fmla="*/ 286160 h 949412"/>
              <a:gd name="connsiteX7" fmla="*/ 1100905 w 1169836"/>
              <a:gd name="connsiteY7" fmla="*/ 252294 h 949412"/>
              <a:gd name="connsiteX8" fmla="*/ 1147472 w 1169836"/>
              <a:gd name="connsiteY8" fmla="*/ 286160 h 949412"/>
              <a:gd name="connsiteX9" fmla="*/ 1168639 w 1169836"/>
              <a:gd name="connsiteY9" fmla="*/ 375060 h 949412"/>
              <a:gd name="connsiteX10" fmla="*/ 1113605 w 1169836"/>
              <a:gd name="connsiteY10" fmla="*/ 459727 h 949412"/>
              <a:gd name="connsiteX11" fmla="*/ 1037405 w 1169836"/>
              <a:gd name="connsiteY11" fmla="*/ 459727 h 949412"/>
              <a:gd name="connsiteX12" fmla="*/ 986605 w 1169836"/>
              <a:gd name="connsiteY12" fmla="*/ 430094 h 949412"/>
              <a:gd name="connsiteX13" fmla="*/ 973905 w 1169836"/>
              <a:gd name="connsiteY13" fmla="*/ 582494 h 949412"/>
              <a:gd name="connsiteX14" fmla="*/ 973905 w 1169836"/>
              <a:gd name="connsiteY14" fmla="*/ 713727 h 949412"/>
              <a:gd name="connsiteX15" fmla="*/ 990839 w 1169836"/>
              <a:gd name="connsiteY15" fmla="*/ 781460 h 949412"/>
              <a:gd name="connsiteX16" fmla="*/ 982372 w 1169836"/>
              <a:gd name="connsiteY16" fmla="*/ 853427 h 949412"/>
              <a:gd name="connsiteX17" fmla="*/ 927339 w 1169836"/>
              <a:gd name="connsiteY17" fmla="*/ 916927 h 949412"/>
              <a:gd name="connsiteX18" fmla="*/ 753772 w 1169836"/>
              <a:gd name="connsiteY18" fmla="*/ 938094 h 949412"/>
              <a:gd name="connsiteX19" fmla="*/ 457439 w 1169836"/>
              <a:gd name="connsiteY19" fmla="*/ 946560 h 949412"/>
              <a:gd name="connsiteX20" fmla="*/ 169572 w 1169836"/>
              <a:gd name="connsiteY20" fmla="*/ 946560 h 949412"/>
              <a:gd name="connsiteX21" fmla="*/ 25639 w 1169836"/>
              <a:gd name="connsiteY21" fmla="*/ 912694 h 949412"/>
              <a:gd name="connsiteX22" fmla="*/ 4472 w 1169836"/>
              <a:gd name="connsiteY22" fmla="*/ 798394 h 949412"/>
              <a:gd name="connsiteX23" fmla="*/ 239 w 1169836"/>
              <a:gd name="connsiteY23" fmla="*/ 472427 h 949412"/>
              <a:gd name="connsiteX24" fmla="*/ 8705 w 1169836"/>
              <a:gd name="connsiteY24" fmla="*/ 214194 h 949412"/>
              <a:gd name="connsiteX25" fmla="*/ 29872 w 1169836"/>
              <a:gd name="connsiteY25" fmla="*/ 27927 h 949412"/>
              <a:gd name="connsiteX0" fmla="*/ 29872 w 1169836"/>
              <a:gd name="connsiteY0" fmla="*/ 29795 h 951280"/>
              <a:gd name="connsiteX1" fmla="*/ 588672 w 1169836"/>
              <a:gd name="connsiteY1" fmla="*/ 21328 h 951280"/>
              <a:gd name="connsiteX2" fmla="*/ 829972 w 1169836"/>
              <a:gd name="connsiteY2" fmla="*/ 25562 h 951280"/>
              <a:gd name="connsiteX3" fmla="*/ 1016239 w 1169836"/>
              <a:gd name="connsiteY3" fmla="*/ 34028 h 951280"/>
              <a:gd name="connsiteX4" fmla="*/ 978139 w 1169836"/>
              <a:gd name="connsiteY4" fmla="*/ 152562 h 951280"/>
              <a:gd name="connsiteX5" fmla="*/ 965439 w 1169836"/>
              <a:gd name="connsiteY5" fmla="*/ 271095 h 951280"/>
              <a:gd name="connsiteX6" fmla="*/ 1003539 w 1169836"/>
              <a:gd name="connsiteY6" fmla="*/ 288028 h 951280"/>
              <a:gd name="connsiteX7" fmla="*/ 1100905 w 1169836"/>
              <a:gd name="connsiteY7" fmla="*/ 254162 h 951280"/>
              <a:gd name="connsiteX8" fmla="*/ 1147472 w 1169836"/>
              <a:gd name="connsiteY8" fmla="*/ 288028 h 951280"/>
              <a:gd name="connsiteX9" fmla="*/ 1168639 w 1169836"/>
              <a:gd name="connsiteY9" fmla="*/ 376928 h 951280"/>
              <a:gd name="connsiteX10" fmla="*/ 1113605 w 1169836"/>
              <a:gd name="connsiteY10" fmla="*/ 461595 h 951280"/>
              <a:gd name="connsiteX11" fmla="*/ 1037405 w 1169836"/>
              <a:gd name="connsiteY11" fmla="*/ 461595 h 951280"/>
              <a:gd name="connsiteX12" fmla="*/ 986605 w 1169836"/>
              <a:gd name="connsiteY12" fmla="*/ 431962 h 951280"/>
              <a:gd name="connsiteX13" fmla="*/ 973905 w 1169836"/>
              <a:gd name="connsiteY13" fmla="*/ 584362 h 951280"/>
              <a:gd name="connsiteX14" fmla="*/ 973905 w 1169836"/>
              <a:gd name="connsiteY14" fmla="*/ 715595 h 951280"/>
              <a:gd name="connsiteX15" fmla="*/ 990839 w 1169836"/>
              <a:gd name="connsiteY15" fmla="*/ 783328 h 951280"/>
              <a:gd name="connsiteX16" fmla="*/ 982372 w 1169836"/>
              <a:gd name="connsiteY16" fmla="*/ 855295 h 951280"/>
              <a:gd name="connsiteX17" fmla="*/ 927339 w 1169836"/>
              <a:gd name="connsiteY17" fmla="*/ 918795 h 951280"/>
              <a:gd name="connsiteX18" fmla="*/ 753772 w 1169836"/>
              <a:gd name="connsiteY18" fmla="*/ 939962 h 951280"/>
              <a:gd name="connsiteX19" fmla="*/ 457439 w 1169836"/>
              <a:gd name="connsiteY19" fmla="*/ 948428 h 951280"/>
              <a:gd name="connsiteX20" fmla="*/ 169572 w 1169836"/>
              <a:gd name="connsiteY20" fmla="*/ 948428 h 951280"/>
              <a:gd name="connsiteX21" fmla="*/ 25639 w 1169836"/>
              <a:gd name="connsiteY21" fmla="*/ 914562 h 951280"/>
              <a:gd name="connsiteX22" fmla="*/ 4472 w 1169836"/>
              <a:gd name="connsiteY22" fmla="*/ 800262 h 951280"/>
              <a:gd name="connsiteX23" fmla="*/ 239 w 1169836"/>
              <a:gd name="connsiteY23" fmla="*/ 474295 h 951280"/>
              <a:gd name="connsiteX24" fmla="*/ 8705 w 1169836"/>
              <a:gd name="connsiteY24" fmla="*/ 216062 h 951280"/>
              <a:gd name="connsiteX25" fmla="*/ 29872 w 1169836"/>
              <a:gd name="connsiteY25" fmla="*/ 29795 h 951280"/>
              <a:gd name="connsiteX0" fmla="*/ 29872 w 1169836"/>
              <a:gd name="connsiteY0" fmla="*/ 17723 h 939208"/>
              <a:gd name="connsiteX1" fmla="*/ 228839 w 1169836"/>
              <a:gd name="connsiteY1" fmla="*/ 7140 h 939208"/>
              <a:gd name="connsiteX2" fmla="*/ 829972 w 1169836"/>
              <a:gd name="connsiteY2" fmla="*/ 13490 h 939208"/>
              <a:gd name="connsiteX3" fmla="*/ 1016239 w 1169836"/>
              <a:gd name="connsiteY3" fmla="*/ 21956 h 939208"/>
              <a:gd name="connsiteX4" fmla="*/ 978139 w 1169836"/>
              <a:gd name="connsiteY4" fmla="*/ 140490 h 939208"/>
              <a:gd name="connsiteX5" fmla="*/ 965439 w 1169836"/>
              <a:gd name="connsiteY5" fmla="*/ 259023 h 939208"/>
              <a:gd name="connsiteX6" fmla="*/ 1003539 w 1169836"/>
              <a:gd name="connsiteY6" fmla="*/ 275956 h 939208"/>
              <a:gd name="connsiteX7" fmla="*/ 1100905 w 1169836"/>
              <a:gd name="connsiteY7" fmla="*/ 242090 h 939208"/>
              <a:gd name="connsiteX8" fmla="*/ 1147472 w 1169836"/>
              <a:gd name="connsiteY8" fmla="*/ 275956 h 939208"/>
              <a:gd name="connsiteX9" fmla="*/ 1168639 w 1169836"/>
              <a:gd name="connsiteY9" fmla="*/ 364856 h 939208"/>
              <a:gd name="connsiteX10" fmla="*/ 1113605 w 1169836"/>
              <a:gd name="connsiteY10" fmla="*/ 449523 h 939208"/>
              <a:gd name="connsiteX11" fmla="*/ 1037405 w 1169836"/>
              <a:gd name="connsiteY11" fmla="*/ 449523 h 939208"/>
              <a:gd name="connsiteX12" fmla="*/ 986605 w 1169836"/>
              <a:gd name="connsiteY12" fmla="*/ 419890 h 939208"/>
              <a:gd name="connsiteX13" fmla="*/ 973905 w 1169836"/>
              <a:gd name="connsiteY13" fmla="*/ 572290 h 939208"/>
              <a:gd name="connsiteX14" fmla="*/ 973905 w 1169836"/>
              <a:gd name="connsiteY14" fmla="*/ 703523 h 939208"/>
              <a:gd name="connsiteX15" fmla="*/ 990839 w 1169836"/>
              <a:gd name="connsiteY15" fmla="*/ 771256 h 939208"/>
              <a:gd name="connsiteX16" fmla="*/ 982372 w 1169836"/>
              <a:gd name="connsiteY16" fmla="*/ 843223 h 939208"/>
              <a:gd name="connsiteX17" fmla="*/ 927339 w 1169836"/>
              <a:gd name="connsiteY17" fmla="*/ 906723 h 939208"/>
              <a:gd name="connsiteX18" fmla="*/ 753772 w 1169836"/>
              <a:gd name="connsiteY18" fmla="*/ 927890 h 939208"/>
              <a:gd name="connsiteX19" fmla="*/ 457439 w 1169836"/>
              <a:gd name="connsiteY19" fmla="*/ 936356 h 939208"/>
              <a:gd name="connsiteX20" fmla="*/ 169572 w 1169836"/>
              <a:gd name="connsiteY20" fmla="*/ 936356 h 939208"/>
              <a:gd name="connsiteX21" fmla="*/ 25639 w 1169836"/>
              <a:gd name="connsiteY21" fmla="*/ 902490 h 939208"/>
              <a:gd name="connsiteX22" fmla="*/ 4472 w 1169836"/>
              <a:gd name="connsiteY22" fmla="*/ 788190 h 939208"/>
              <a:gd name="connsiteX23" fmla="*/ 239 w 1169836"/>
              <a:gd name="connsiteY23" fmla="*/ 462223 h 939208"/>
              <a:gd name="connsiteX24" fmla="*/ 8705 w 1169836"/>
              <a:gd name="connsiteY24" fmla="*/ 203990 h 939208"/>
              <a:gd name="connsiteX25" fmla="*/ 29872 w 1169836"/>
              <a:gd name="connsiteY25" fmla="*/ 17723 h 939208"/>
              <a:gd name="connsiteX0" fmla="*/ 29872 w 1169836"/>
              <a:gd name="connsiteY0" fmla="*/ 15359 h 936844"/>
              <a:gd name="connsiteX1" fmla="*/ 228839 w 1169836"/>
              <a:gd name="connsiteY1" fmla="*/ 4776 h 936844"/>
              <a:gd name="connsiteX2" fmla="*/ 829972 w 1169836"/>
              <a:gd name="connsiteY2" fmla="*/ 11126 h 936844"/>
              <a:gd name="connsiteX3" fmla="*/ 1016239 w 1169836"/>
              <a:gd name="connsiteY3" fmla="*/ 19592 h 936844"/>
              <a:gd name="connsiteX4" fmla="*/ 978139 w 1169836"/>
              <a:gd name="connsiteY4" fmla="*/ 138126 h 936844"/>
              <a:gd name="connsiteX5" fmla="*/ 965439 w 1169836"/>
              <a:gd name="connsiteY5" fmla="*/ 256659 h 936844"/>
              <a:gd name="connsiteX6" fmla="*/ 1003539 w 1169836"/>
              <a:gd name="connsiteY6" fmla="*/ 273592 h 936844"/>
              <a:gd name="connsiteX7" fmla="*/ 1100905 w 1169836"/>
              <a:gd name="connsiteY7" fmla="*/ 239726 h 936844"/>
              <a:gd name="connsiteX8" fmla="*/ 1147472 w 1169836"/>
              <a:gd name="connsiteY8" fmla="*/ 273592 h 936844"/>
              <a:gd name="connsiteX9" fmla="*/ 1168639 w 1169836"/>
              <a:gd name="connsiteY9" fmla="*/ 362492 h 936844"/>
              <a:gd name="connsiteX10" fmla="*/ 1113605 w 1169836"/>
              <a:gd name="connsiteY10" fmla="*/ 447159 h 936844"/>
              <a:gd name="connsiteX11" fmla="*/ 1037405 w 1169836"/>
              <a:gd name="connsiteY11" fmla="*/ 447159 h 936844"/>
              <a:gd name="connsiteX12" fmla="*/ 986605 w 1169836"/>
              <a:gd name="connsiteY12" fmla="*/ 417526 h 936844"/>
              <a:gd name="connsiteX13" fmla="*/ 973905 w 1169836"/>
              <a:gd name="connsiteY13" fmla="*/ 569926 h 936844"/>
              <a:gd name="connsiteX14" fmla="*/ 973905 w 1169836"/>
              <a:gd name="connsiteY14" fmla="*/ 701159 h 936844"/>
              <a:gd name="connsiteX15" fmla="*/ 990839 w 1169836"/>
              <a:gd name="connsiteY15" fmla="*/ 768892 h 936844"/>
              <a:gd name="connsiteX16" fmla="*/ 982372 w 1169836"/>
              <a:gd name="connsiteY16" fmla="*/ 840859 h 936844"/>
              <a:gd name="connsiteX17" fmla="*/ 927339 w 1169836"/>
              <a:gd name="connsiteY17" fmla="*/ 904359 h 936844"/>
              <a:gd name="connsiteX18" fmla="*/ 753772 w 1169836"/>
              <a:gd name="connsiteY18" fmla="*/ 925526 h 936844"/>
              <a:gd name="connsiteX19" fmla="*/ 457439 w 1169836"/>
              <a:gd name="connsiteY19" fmla="*/ 933992 h 936844"/>
              <a:gd name="connsiteX20" fmla="*/ 169572 w 1169836"/>
              <a:gd name="connsiteY20" fmla="*/ 933992 h 936844"/>
              <a:gd name="connsiteX21" fmla="*/ 25639 w 1169836"/>
              <a:gd name="connsiteY21" fmla="*/ 900126 h 936844"/>
              <a:gd name="connsiteX22" fmla="*/ 4472 w 1169836"/>
              <a:gd name="connsiteY22" fmla="*/ 785826 h 936844"/>
              <a:gd name="connsiteX23" fmla="*/ 239 w 1169836"/>
              <a:gd name="connsiteY23" fmla="*/ 459859 h 936844"/>
              <a:gd name="connsiteX24" fmla="*/ 8705 w 1169836"/>
              <a:gd name="connsiteY24" fmla="*/ 201626 h 936844"/>
              <a:gd name="connsiteX25" fmla="*/ 29872 w 1169836"/>
              <a:gd name="connsiteY25" fmla="*/ 15359 h 936844"/>
              <a:gd name="connsiteX0" fmla="*/ 29872 w 1169836"/>
              <a:gd name="connsiteY0" fmla="*/ 18385 h 939870"/>
              <a:gd name="connsiteX1" fmla="*/ 228839 w 1169836"/>
              <a:gd name="connsiteY1" fmla="*/ 7802 h 939870"/>
              <a:gd name="connsiteX2" fmla="*/ 829972 w 1169836"/>
              <a:gd name="connsiteY2" fmla="*/ 14152 h 939870"/>
              <a:gd name="connsiteX3" fmla="*/ 1016239 w 1169836"/>
              <a:gd name="connsiteY3" fmla="*/ 22618 h 939870"/>
              <a:gd name="connsiteX4" fmla="*/ 978139 w 1169836"/>
              <a:gd name="connsiteY4" fmla="*/ 141152 h 939870"/>
              <a:gd name="connsiteX5" fmla="*/ 965439 w 1169836"/>
              <a:gd name="connsiteY5" fmla="*/ 259685 h 939870"/>
              <a:gd name="connsiteX6" fmla="*/ 1003539 w 1169836"/>
              <a:gd name="connsiteY6" fmla="*/ 276618 h 939870"/>
              <a:gd name="connsiteX7" fmla="*/ 1100905 w 1169836"/>
              <a:gd name="connsiteY7" fmla="*/ 242752 h 939870"/>
              <a:gd name="connsiteX8" fmla="*/ 1147472 w 1169836"/>
              <a:gd name="connsiteY8" fmla="*/ 276618 h 939870"/>
              <a:gd name="connsiteX9" fmla="*/ 1168639 w 1169836"/>
              <a:gd name="connsiteY9" fmla="*/ 365518 h 939870"/>
              <a:gd name="connsiteX10" fmla="*/ 1113605 w 1169836"/>
              <a:gd name="connsiteY10" fmla="*/ 450185 h 939870"/>
              <a:gd name="connsiteX11" fmla="*/ 1037405 w 1169836"/>
              <a:gd name="connsiteY11" fmla="*/ 450185 h 939870"/>
              <a:gd name="connsiteX12" fmla="*/ 986605 w 1169836"/>
              <a:gd name="connsiteY12" fmla="*/ 420552 h 939870"/>
              <a:gd name="connsiteX13" fmla="*/ 973905 w 1169836"/>
              <a:gd name="connsiteY13" fmla="*/ 572952 h 939870"/>
              <a:gd name="connsiteX14" fmla="*/ 973905 w 1169836"/>
              <a:gd name="connsiteY14" fmla="*/ 704185 h 939870"/>
              <a:gd name="connsiteX15" fmla="*/ 990839 w 1169836"/>
              <a:gd name="connsiteY15" fmla="*/ 771918 h 939870"/>
              <a:gd name="connsiteX16" fmla="*/ 982372 w 1169836"/>
              <a:gd name="connsiteY16" fmla="*/ 843885 h 939870"/>
              <a:gd name="connsiteX17" fmla="*/ 927339 w 1169836"/>
              <a:gd name="connsiteY17" fmla="*/ 907385 h 939870"/>
              <a:gd name="connsiteX18" fmla="*/ 753772 w 1169836"/>
              <a:gd name="connsiteY18" fmla="*/ 928552 h 939870"/>
              <a:gd name="connsiteX19" fmla="*/ 457439 w 1169836"/>
              <a:gd name="connsiteY19" fmla="*/ 937018 h 939870"/>
              <a:gd name="connsiteX20" fmla="*/ 169572 w 1169836"/>
              <a:gd name="connsiteY20" fmla="*/ 937018 h 939870"/>
              <a:gd name="connsiteX21" fmla="*/ 25639 w 1169836"/>
              <a:gd name="connsiteY21" fmla="*/ 903152 h 939870"/>
              <a:gd name="connsiteX22" fmla="*/ 4472 w 1169836"/>
              <a:gd name="connsiteY22" fmla="*/ 788852 h 939870"/>
              <a:gd name="connsiteX23" fmla="*/ 239 w 1169836"/>
              <a:gd name="connsiteY23" fmla="*/ 462885 h 939870"/>
              <a:gd name="connsiteX24" fmla="*/ 8705 w 1169836"/>
              <a:gd name="connsiteY24" fmla="*/ 204652 h 939870"/>
              <a:gd name="connsiteX25" fmla="*/ 29872 w 1169836"/>
              <a:gd name="connsiteY25" fmla="*/ 18385 h 939870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0657 h 968126"/>
              <a:gd name="connsiteX1" fmla="*/ 228839 w 1169836"/>
              <a:gd name="connsiteY1" fmla="*/ 36058 h 968126"/>
              <a:gd name="connsiteX2" fmla="*/ 829972 w 1169836"/>
              <a:gd name="connsiteY2" fmla="*/ 42408 h 968126"/>
              <a:gd name="connsiteX3" fmla="*/ 1016239 w 1169836"/>
              <a:gd name="connsiteY3" fmla="*/ 50874 h 968126"/>
              <a:gd name="connsiteX4" fmla="*/ 978139 w 1169836"/>
              <a:gd name="connsiteY4" fmla="*/ 169408 h 968126"/>
              <a:gd name="connsiteX5" fmla="*/ 965439 w 1169836"/>
              <a:gd name="connsiteY5" fmla="*/ 287941 h 968126"/>
              <a:gd name="connsiteX6" fmla="*/ 1003539 w 1169836"/>
              <a:gd name="connsiteY6" fmla="*/ 304874 h 968126"/>
              <a:gd name="connsiteX7" fmla="*/ 1100905 w 1169836"/>
              <a:gd name="connsiteY7" fmla="*/ 271008 h 968126"/>
              <a:gd name="connsiteX8" fmla="*/ 1147472 w 1169836"/>
              <a:gd name="connsiteY8" fmla="*/ 304874 h 968126"/>
              <a:gd name="connsiteX9" fmla="*/ 1168639 w 1169836"/>
              <a:gd name="connsiteY9" fmla="*/ 393774 h 968126"/>
              <a:gd name="connsiteX10" fmla="*/ 1113605 w 1169836"/>
              <a:gd name="connsiteY10" fmla="*/ 478441 h 968126"/>
              <a:gd name="connsiteX11" fmla="*/ 1037405 w 1169836"/>
              <a:gd name="connsiteY11" fmla="*/ 478441 h 968126"/>
              <a:gd name="connsiteX12" fmla="*/ 986605 w 1169836"/>
              <a:gd name="connsiteY12" fmla="*/ 448808 h 968126"/>
              <a:gd name="connsiteX13" fmla="*/ 973905 w 1169836"/>
              <a:gd name="connsiteY13" fmla="*/ 601208 h 968126"/>
              <a:gd name="connsiteX14" fmla="*/ 973905 w 1169836"/>
              <a:gd name="connsiteY14" fmla="*/ 732441 h 968126"/>
              <a:gd name="connsiteX15" fmla="*/ 990839 w 1169836"/>
              <a:gd name="connsiteY15" fmla="*/ 800174 h 968126"/>
              <a:gd name="connsiteX16" fmla="*/ 982372 w 1169836"/>
              <a:gd name="connsiteY16" fmla="*/ 872141 h 968126"/>
              <a:gd name="connsiteX17" fmla="*/ 927339 w 1169836"/>
              <a:gd name="connsiteY17" fmla="*/ 935641 h 968126"/>
              <a:gd name="connsiteX18" fmla="*/ 753772 w 1169836"/>
              <a:gd name="connsiteY18" fmla="*/ 956808 h 968126"/>
              <a:gd name="connsiteX19" fmla="*/ 457439 w 1169836"/>
              <a:gd name="connsiteY19" fmla="*/ 965274 h 968126"/>
              <a:gd name="connsiteX20" fmla="*/ 169572 w 1169836"/>
              <a:gd name="connsiteY20" fmla="*/ 965274 h 968126"/>
              <a:gd name="connsiteX21" fmla="*/ 25639 w 1169836"/>
              <a:gd name="connsiteY21" fmla="*/ 931408 h 968126"/>
              <a:gd name="connsiteX22" fmla="*/ 4472 w 1169836"/>
              <a:gd name="connsiteY22" fmla="*/ 817108 h 968126"/>
              <a:gd name="connsiteX23" fmla="*/ 239 w 1169836"/>
              <a:gd name="connsiteY23" fmla="*/ 491141 h 968126"/>
              <a:gd name="connsiteX24" fmla="*/ 8705 w 1169836"/>
              <a:gd name="connsiteY24" fmla="*/ 232908 h 968126"/>
              <a:gd name="connsiteX25" fmla="*/ 29872 w 1169836"/>
              <a:gd name="connsiteY25" fmla="*/ 10657 h 96812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16239 w 1169836"/>
              <a:gd name="connsiteY3" fmla="*/ 55408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50106 w 1169836"/>
              <a:gd name="connsiteY3" fmla="*/ 25775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20598 h 978067"/>
              <a:gd name="connsiteX1" fmla="*/ 243655 w 1169836"/>
              <a:gd name="connsiteY1" fmla="*/ 10015 h 978067"/>
              <a:gd name="connsiteX2" fmla="*/ 832089 w 1169836"/>
              <a:gd name="connsiteY2" fmla="*/ 22716 h 978067"/>
              <a:gd name="connsiteX3" fmla="*/ 1050106 w 1169836"/>
              <a:gd name="connsiteY3" fmla="*/ 31182 h 978067"/>
              <a:gd name="connsiteX4" fmla="*/ 978139 w 1169836"/>
              <a:gd name="connsiteY4" fmla="*/ 179349 h 978067"/>
              <a:gd name="connsiteX5" fmla="*/ 965439 w 1169836"/>
              <a:gd name="connsiteY5" fmla="*/ 297882 h 978067"/>
              <a:gd name="connsiteX6" fmla="*/ 1003539 w 1169836"/>
              <a:gd name="connsiteY6" fmla="*/ 314815 h 978067"/>
              <a:gd name="connsiteX7" fmla="*/ 1100905 w 1169836"/>
              <a:gd name="connsiteY7" fmla="*/ 280949 h 978067"/>
              <a:gd name="connsiteX8" fmla="*/ 1147472 w 1169836"/>
              <a:gd name="connsiteY8" fmla="*/ 314815 h 978067"/>
              <a:gd name="connsiteX9" fmla="*/ 1168639 w 1169836"/>
              <a:gd name="connsiteY9" fmla="*/ 403715 h 978067"/>
              <a:gd name="connsiteX10" fmla="*/ 1113605 w 1169836"/>
              <a:gd name="connsiteY10" fmla="*/ 488382 h 978067"/>
              <a:gd name="connsiteX11" fmla="*/ 1037405 w 1169836"/>
              <a:gd name="connsiteY11" fmla="*/ 488382 h 978067"/>
              <a:gd name="connsiteX12" fmla="*/ 986605 w 1169836"/>
              <a:gd name="connsiteY12" fmla="*/ 458749 h 978067"/>
              <a:gd name="connsiteX13" fmla="*/ 973905 w 1169836"/>
              <a:gd name="connsiteY13" fmla="*/ 611149 h 978067"/>
              <a:gd name="connsiteX14" fmla="*/ 973905 w 1169836"/>
              <a:gd name="connsiteY14" fmla="*/ 742382 h 978067"/>
              <a:gd name="connsiteX15" fmla="*/ 990839 w 1169836"/>
              <a:gd name="connsiteY15" fmla="*/ 810115 h 978067"/>
              <a:gd name="connsiteX16" fmla="*/ 982372 w 1169836"/>
              <a:gd name="connsiteY16" fmla="*/ 882082 h 978067"/>
              <a:gd name="connsiteX17" fmla="*/ 927339 w 1169836"/>
              <a:gd name="connsiteY17" fmla="*/ 945582 h 978067"/>
              <a:gd name="connsiteX18" fmla="*/ 753772 w 1169836"/>
              <a:gd name="connsiteY18" fmla="*/ 966749 h 978067"/>
              <a:gd name="connsiteX19" fmla="*/ 457439 w 1169836"/>
              <a:gd name="connsiteY19" fmla="*/ 975215 h 978067"/>
              <a:gd name="connsiteX20" fmla="*/ 169572 w 1169836"/>
              <a:gd name="connsiteY20" fmla="*/ 975215 h 978067"/>
              <a:gd name="connsiteX21" fmla="*/ 25639 w 1169836"/>
              <a:gd name="connsiteY21" fmla="*/ 941349 h 978067"/>
              <a:gd name="connsiteX22" fmla="*/ 4472 w 1169836"/>
              <a:gd name="connsiteY22" fmla="*/ 827049 h 978067"/>
              <a:gd name="connsiteX23" fmla="*/ 239 w 1169836"/>
              <a:gd name="connsiteY23" fmla="*/ 501082 h 978067"/>
              <a:gd name="connsiteX24" fmla="*/ 8705 w 1169836"/>
              <a:gd name="connsiteY24" fmla="*/ 242849 h 978067"/>
              <a:gd name="connsiteX25" fmla="*/ 29872 w 1169836"/>
              <a:gd name="connsiteY25" fmla="*/ 20598 h 978067"/>
              <a:gd name="connsiteX0" fmla="*/ 29872 w 1169836"/>
              <a:gd name="connsiteY0" fmla="*/ 21238 h 978707"/>
              <a:gd name="connsiteX1" fmla="*/ 243655 w 1169836"/>
              <a:gd name="connsiteY1" fmla="*/ 10655 h 978707"/>
              <a:gd name="connsiteX2" fmla="*/ 832089 w 1169836"/>
              <a:gd name="connsiteY2" fmla="*/ 23356 h 978707"/>
              <a:gd name="connsiteX3" fmla="*/ 1050106 w 1169836"/>
              <a:gd name="connsiteY3" fmla="*/ 31822 h 978707"/>
              <a:gd name="connsiteX4" fmla="*/ 978139 w 1169836"/>
              <a:gd name="connsiteY4" fmla="*/ 179989 h 978707"/>
              <a:gd name="connsiteX5" fmla="*/ 965439 w 1169836"/>
              <a:gd name="connsiteY5" fmla="*/ 298522 h 978707"/>
              <a:gd name="connsiteX6" fmla="*/ 1003539 w 1169836"/>
              <a:gd name="connsiteY6" fmla="*/ 315455 h 978707"/>
              <a:gd name="connsiteX7" fmla="*/ 1100905 w 1169836"/>
              <a:gd name="connsiteY7" fmla="*/ 281589 h 978707"/>
              <a:gd name="connsiteX8" fmla="*/ 1147472 w 1169836"/>
              <a:gd name="connsiteY8" fmla="*/ 315455 h 978707"/>
              <a:gd name="connsiteX9" fmla="*/ 1168639 w 1169836"/>
              <a:gd name="connsiteY9" fmla="*/ 404355 h 978707"/>
              <a:gd name="connsiteX10" fmla="*/ 1113605 w 1169836"/>
              <a:gd name="connsiteY10" fmla="*/ 489022 h 978707"/>
              <a:gd name="connsiteX11" fmla="*/ 1037405 w 1169836"/>
              <a:gd name="connsiteY11" fmla="*/ 489022 h 978707"/>
              <a:gd name="connsiteX12" fmla="*/ 986605 w 1169836"/>
              <a:gd name="connsiteY12" fmla="*/ 459389 h 978707"/>
              <a:gd name="connsiteX13" fmla="*/ 973905 w 1169836"/>
              <a:gd name="connsiteY13" fmla="*/ 611789 h 978707"/>
              <a:gd name="connsiteX14" fmla="*/ 973905 w 1169836"/>
              <a:gd name="connsiteY14" fmla="*/ 743022 h 978707"/>
              <a:gd name="connsiteX15" fmla="*/ 990839 w 1169836"/>
              <a:gd name="connsiteY15" fmla="*/ 810755 h 978707"/>
              <a:gd name="connsiteX16" fmla="*/ 982372 w 1169836"/>
              <a:gd name="connsiteY16" fmla="*/ 882722 h 978707"/>
              <a:gd name="connsiteX17" fmla="*/ 927339 w 1169836"/>
              <a:gd name="connsiteY17" fmla="*/ 946222 h 978707"/>
              <a:gd name="connsiteX18" fmla="*/ 753772 w 1169836"/>
              <a:gd name="connsiteY18" fmla="*/ 967389 h 978707"/>
              <a:gd name="connsiteX19" fmla="*/ 457439 w 1169836"/>
              <a:gd name="connsiteY19" fmla="*/ 975855 h 978707"/>
              <a:gd name="connsiteX20" fmla="*/ 169572 w 1169836"/>
              <a:gd name="connsiteY20" fmla="*/ 975855 h 978707"/>
              <a:gd name="connsiteX21" fmla="*/ 25639 w 1169836"/>
              <a:gd name="connsiteY21" fmla="*/ 941989 h 978707"/>
              <a:gd name="connsiteX22" fmla="*/ 4472 w 1169836"/>
              <a:gd name="connsiteY22" fmla="*/ 827689 h 978707"/>
              <a:gd name="connsiteX23" fmla="*/ 239 w 1169836"/>
              <a:gd name="connsiteY23" fmla="*/ 501722 h 978707"/>
              <a:gd name="connsiteX24" fmla="*/ 8705 w 1169836"/>
              <a:gd name="connsiteY24" fmla="*/ 243489 h 978707"/>
              <a:gd name="connsiteX25" fmla="*/ 29872 w 1169836"/>
              <a:gd name="connsiteY25" fmla="*/ 21238 h 978707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30226 w 1170190"/>
              <a:gd name="connsiteY0" fmla="*/ 18583 h 976052"/>
              <a:gd name="connsiteX1" fmla="*/ 244009 w 1170190"/>
              <a:gd name="connsiteY1" fmla="*/ 8000 h 976052"/>
              <a:gd name="connsiteX2" fmla="*/ 832443 w 1170190"/>
              <a:gd name="connsiteY2" fmla="*/ 20701 h 976052"/>
              <a:gd name="connsiteX3" fmla="*/ 1050460 w 1170190"/>
              <a:gd name="connsiteY3" fmla="*/ 29167 h 976052"/>
              <a:gd name="connsiteX4" fmla="*/ 978493 w 1170190"/>
              <a:gd name="connsiteY4" fmla="*/ 177334 h 976052"/>
              <a:gd name="connsiteX5" fmla="*/ 965793 w 1170190"/>
              <a:gd name="connsiteY5" fmla="*/ 295867 h 976052"/>
              <a:gd name="connsiteX6" fmla="*/ 1003893 w 1170190"/>
              <a:gd name="connsiteY6" fmla="*/ 312800 h 976052"/>
              <a:gd name="connsiteX7" fmla="*/ 1101259 w 1170190"/>
              <a:gd name="connsiteY7" fmla="*/ 278934 h 976052"/>
              <a:gd name="connsiteX8" fmla="*/ 1147826 w 1170190"/>
              <a:gd name="connsiteY8" fmla="*/ 312800 h 976052"/>
              <a:gd name="connsiteX9" fmla="*/ 1168993 w 1170190"/>
              <a:gd name="connsiteY9" fmla="*/ 401700 h 976052"/>
              <a:gd name="connsiteX10" fmla="*/ 1113959 w 1170190"/>
              <a:gd name="connsiteY10" fmla="*/ 486367 h 976052"/>
              <a:gd name="connsiteX11" fmla="*/ 1037759 w 1170190"/>
              <a:gd name="connsiteY11" fmla="*/ 486367 h 976052"/>
              <a:gd name="connsiteX12" fmla="*/ 986959 w 1170190"/>
              <a:gd name="connsiteY12" fmla="*/ 456734 h 976052"/>
              <a:gd name="connsiteX13" fmla="*/ 974259 w 1170190"/>
              <a:gd name="connsiteY13" fmla="*/ 609134 h 976052"/>
              <a:gd name="connsiteX14" fmla="*/ 974259 w 1170190"/>
              <a:gd name="connsiteY14" fmla="*/ 740367 h 976052"/>
              <a:gd name="connsiteX15" fmla="*/ 991193 w 1170190"/>
              <a:gd name="connsiteY15" fmla="*/ 808100 h 976052"/>
              <a:gd name="connsiteX16" fmla="*/ 982726 w 1170190"/>
              <a:gd name="connsiteY16" fmla="*/ 880067 h 976052"/>
              <a:gd name="connsiteX17" fmla="*/ 927693 w 1170190"/>
              <a:gd name="connsiteY17" fmla="*/ 943567 h 976052"/>
              <a:gd name="connsiteX18" fmla="*/ 754126 w 1170190"/>
              <a:gd name="connsiteY18" fmla="*/ 964734 h 976052"/>
              <a:gd name="connsiteX19" fmla="*/ 457793 w 1170190"/>
              <a:gd name="connsiteY19" fmla="*/ 973200 h 976052"/>
              <a:gd name="connsiteX20" fmla="*/ 169926 w 1170190"/>
              <a:gd name="connsiteY20" fmla="*/ 973200 h 976052"/>
              <a:gd name="connsiteX21" fmla="*/ 25993 w 1170190"/>
              <a:gd name="connsiteY21" fmla="*/ 939334 h 976052"/>
              <a:gd name="connsiteX22" fmla="*/ 4826 w 1170190"/>
              <a:gd name="connsiteY22" fmla="*/ 825034 h 976052"/>
              <a:gd name="connsiteX23" fmla="*/ 593 w 1170190"/>
              <a:gd name="connsiteY23" fmla="*/ 499067 h 976052"/>
              <a:gd name="connsiteX24" fmla="*/ 9059 w 1170190"/>
              <a:gd name="connsiteY24" fmla="*/ 240834 h 976052"/>
              <a:gd name="connsiteX25" fmla="*/ 30226 w 1170190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6937 h 974406"/>
              <a:gd name="connsiteX1" fmla="*/ 243655 w 1169836"/>
              <a:gd name="connsiteY1" fmla="*/ 6354 h 974406"/>
              <a:gd name="connsiteX2" fmla="*/ 829973 w 1169836"/>
              <a:gd name="connsiteY2" fmla="*/ 5 h 974406"/>
              <a:gd name="connsiteX3" fmla="*/ 1050106 w 1169836"/>
              <a:gd name="connsiteY3" fmla="*/ 27521 h 974406"/>
              <a:gd name="connsiteX4" fmla="*/ 978139 w 1169836"/>
              <a:gd name="connsiteY4" fmla="*/ 175688 h 974406"/>
              <a:gd name="connsiteX5" fmla="*/ 965439 w 1169836"/>
              <a:gd name="connsiteY5" fmla="*/ 294221 h 974406"/>
              <a:gd name="connsiteX6" fmla="*/ 1003539 w 1169836"/>
              <a:gd name="connsiteY6" fmla="*/ 311154 h 974406"/>
              <a:gd name="connsiteX7" fmla="*/ 1100905 w 1169836"/>
              <a:gd name="connsiteY7" fmla="*/ 277288 h 974406"/>
              <a:gd name="connsiteX8" fmla="*/ 1147472 w 1169836"/>
              <a:gd name="connsiteY8" fmla="*/ 311154 h 974406"/>
              <a:gd name="connsiteX9" fmla="*/ 1168639 w 1169836"/>
              <a:gd name="connsiteY9" fmla="*/ 400054 h 974406"/>
              <a:gd name="connsiteX10" fmla="*/ 1113605 w 1169836"/>
              <a:gd name="connsiteY10" fmla="*/ 484721 h 974406"/>
              <a:gd name="connsiteX11" fmla="*/ 1037405 w 1169836"/>
              <a:gd name="connsiteY11" fmla="*/ 484721 h 974406"/>
              <a:gd name="connsiteX12" fmla="*/ 986605 w 1169836"/>
              <a:gd name="connsiteY12" fmla="*/ 455088 h 974406"/>
              <a:gd name="connsiteX13" fmla="*/ 973905 w 1169836"/>
              <a:gd name="connsiteY13" fmla="*/ 607488 h 974406"/>
              <a:gd name="connsiteX14" fmla="*/ 973905 w 1169836"/>
              <a:gd name="connsiteY14" fmla="*/ 738721 h 974406"/>
              <a:gd name="connsiteX15" fmla="*/ 990839 w 1169836"/>
              <a:gd name="connsiteY15" fmla="*/ 806454 h 974406"/>
              <a:gd name="connsiteX16" fmla="*/ 982372 w 1169836"/>
              <a:gd name="connsiteY16" fmla="*/ 878421 h 974406"/>
              <a:gd name="connsiteX17" fmla="*/ 927339 w 1169836"/>
              <a:gd name="connsiteY17" fmla="*/ 941921 h 974406"/>
              <a:gd name="connsiteX18" fmla="*/ 753772 w 1169836"/>
              <a:gd name="connsiteY18" fmla="*/ 963088 h 974406"/>
              <a:gd name="connsiteX19" fmla="*/ 457439 w 1169836"/>
              <a:gd name="connsiteY19" fmla="*/ 971554 h 974406"/>
              <a:gd name="connsiteX20" fmla="*/ 169572 w 1169836"/>
              <a:gd name="connsiteY20" fmla="*/ 971554 h 974406"/>
              <a:gd name="connsiteX21" fmla="*/ 25639 w 1169836"/>
              <a:gd name="connsiteY21" fmla="*/ 937688 h 974406"/>
              <a:gd name="connsiteX22" fmla="*/ 4472 w 1169836"/>
              <a:gd name="connsiteY22" fmla="*/ 823388 h 974406"/>
              <a:gd name="connsiteX23" fmla="*/ 239 w 1169836"/>
              <a:gd name="connsiteY23" fmla="*/ 497421 h 974406"/>
              <a:gd name="connsiteX24" fmla="*/ 8705 w 1169836"/>
              <a:gd name="connsiteY24" fmla="*/ 239188 h 974406"/>
              <a:gd name="connsiteX25" fmla="*/ 29872 w 1169836"/>
              <a:gd name="connsiteY25" fmla="*/ 16937 h 974406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982372 w 1169836"/>
              <a:gd name="connsiteY16" fmla="*/ 880296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65439 w 1169836"/>
              <a:gd name="connsiteY13" fmla="*/ 611480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169836" h="976281">
                <a:moveTo>
                  <a:pt x="29872" y="18812"/>
                </a:moveTo>
                <a:cubicBezTo>
                  <a:pt x="79613" y="-13644"/>
                  <a:pt x="110305" y="11051"/>
                  <a:pt x="243655" y="8229"/>
                </a:cubicBezTo>
                <a:cubicBezTo>
                  <a:pt x="377005" y="5407"/>
                  <a:pt x="693801" y="116"/>
                  <a:pt x="829973" y="1880"/>
                </a:cubicBezTo>
                <a:cubicBezTo>
                  <a:pt x="966145" y="3644"/>
                  <a:pt x="1035995" y="-10467"/>
                  <a:pt x="1060689" y="18813"/>
                </a:cubicBezTo>
                <a:cubicBezTo>
                  <a:pt x="1085383" y="48093"/>
                  <a:pt x="994014" y="131349"/>
                  <a:pt x="978139" y="177563"/>
                </a:cubicBezTo>
                <a:cubicBezTo>
                  <a:pt x="962264" y="223777"/>
                  <a:pt x="961206" y="273518"/>
                  <a:pt x="965439" y="296096"/>
                </a:cubicBezTo>
                <a:cubicBezTo>
                  <a:pt x="969672" y="318674"/>
                  <a:pt x="980961" y="315851"/>
                  <a:pt x="1003539" y="313029"/>
                </a:cubicBezTo>
                <a:cubicBezTo>
                  <a:pt x="1026117" y="310207"/>
                  <a:pt x="1076916" y="279163"/>
                  <a:pt x="1100905" y="279163"/>
                </a:cubicBezTo>
                <a:cubicBezTo>
                  <a:pt x="1124894" y="279163"/>
                  <a:pt x="1136183" y="292568"/>
                  <a:pt x="1147472" y="313029"/>
                </a:cubicBezTo>
                <a:cubicBezTo>
                  <a:pt x="1158761" y="333490"/>
                  <a:pt x="1174284" y="373001"/>
                  <a:pt x="1168639" y="401929"/>
                </a:cubicBezTo>
                <a:cubicBezTo>
                  <a:pt x="1162995" y="430857"/>
                  <a:pt x="1135477" y="472485"/>
                  <a:pt x="1113605" y="486596"/>
                </a:cubicBezTo>
                <a:cubicBezTo>
                  <a:pt x="1091733" y="500707"/>
                  <a:pt x="1058572" y="491535"/>
                  <a:pt x="1037405" y="486596"/>
                </a:cubicBezTo>
                <a:cubicBezTo>
                  <a:pt x="1016238" y="481657"/>
                  <a:pt x="998599" y="436149"/>
                  <a:pt x="986605" y="456963"/>
                </a:cubicBezTo>
                <a:cubicBezTo>
                  <a:pt x="974611" y="477777"/>
                  <a:pt x="967556" y="564208"/>
                  <a:pt x="965439" y="611480"/>
                </a:cubicBezTo>
                <a:cubicBezTo>
                  <a:pt x="963322" y="658752"/>
                  <a:pt x="969672" y="707788"/>
                  <a:pt x="973905" y="740596"/>
                </a:cubicBezTo>
                <a:cubicBezTo>
                  <a:pt x="978138" y="773404"/>
                  <a:pt x="985900" y="780460"/>
                  <a:pt x="990839" y="808329"/>
                </a:cubicBezTo>
                <a:cubicBezTo>
                  <a:pt x="995778" y="836198"/>
                  <a:pt x="1014121" y="885234"/>
                  <a:pt x="1003538" y="907812"/>
                </a:cubicBezTo>
                <a:cubicBezTo>
                  <a:pt x="992955" y="930390"/>
                  <a:pt x="968967" y="934271"/>
                  <a:pt x="927339" y="943796"/>
                </a:cubicBezTo>
                <a:cubicBezTo>
                  <a:pt x="885711" y="953321"/>
                  <a:pt x="832089" y="960024"/>
                  <a:pt x="753772" y="964963"/>
                </a:cubicBezTo>
                <a:cubicBezTo>
                  <a:pt x="675455" y="969902"/>
                  <a:pt x="554806" y="972018"/>
                  <a:pt x="457439" y="973429"/>
                </a:cubicBezTo>
                <a:cubicBezTo>
                  <a:pt x="360072" y="974840"/>
                  <a:pt x="241539" y="979073"/>
                  <a:pt x="169572" y="973429"/>
                </a:cubicBezTo>
                <a:cubicBezTo>
                  <a:pt x="97605" y="967785"/>
                  <a:pt x="53156" y="964257"/>
                  <a:pt x="25639" y="939563"/>
                </a:cubicBezTo>
                <a:cubicBezTo>
                  <a:pt x="-1878" y="914869"/>
                  <a:pt x="8705" y="898641"/>
                  <a:pt x="4472" y="825263"/>
                </a:cubicBezTo>
                <a:cubicBezTo>
                  <a:pt x="239" y="751885"/>
                  <a:pt x="-466" y="596663"/>
                  <a:pt x="239" y="499296"/>
                </a:cubicBezTo>
                <a:cubicBezTo>
                  <a:pt x="944" y="401929"/>
                  <a:pt x="1650" y="329611"/>
                  <a:pt x="8705" y="241063"/>
                </a:cubicBezTo>
                <a:cubicBezTo>
                  <a:pt x="15760" y="152515"/>
                  <a:pt x="-19869" y="51268"/>
                  <a:pt x="29872" y="18812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E17236-AADD-DCC4-6726-49771C55EAB4}"/>
              </a:ext>
            </a:extLst>
          </p:cNvPr>
          <p:cNvSpPr/>
          <p:nvPr/>
        </p:nvSpPr>
        <p:spPr>
          <a:xfrm>
            <a:off x="1073069" y="4638740"/>
            <a:ext cx="1316889" cy="966193"/>
          </a:xfrm>
          <a:custGeom>
            <a:avLst/>
            <a:gdLst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2386 w 1317161"/>
              <a:gd name="connsiteY36" fmla="*/ 292035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76023 w 1317161"/>
              <a:gd name="connsiteY38" fmla="*/ 289390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11748 w 1316889"/>
              <a:gd name="connsiteY35" fmla="*/ 379877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36030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43967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5914 w 1316889"/>
              <a:gd name="connsiteY25" fmla="*/ 9323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7527 w 1316889"/>
              <a:gd name="connsiteY24" fmla="*/ 959312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4076"/>
              <a:gd name="connsiteX1" fmla="*/ 539831 w 1316889"/>
              <a:gd name="connsiteY1" fmla="*/ 3110 h 964076"/>
              <a:gd name="connsiteX2" fmla="*/ 1037248 w 1316889"/>
              <a:gd name="connsiteY2" fmla="*/ 3110 h 964076"/>
              <a:gd name="connsiteX3" fmla="*/ 1166364 w 1316889"/>
              <a:gd name="connsiteY3" fmla="*/ 5227 h 964076"/>
              <a:gd name="connsiteX4" fmla="*/ 1183298 w 1316889"/>
              <a:gd name="connsiteY4" fmla="*/ 66610 h 964076"/>
              <a:gd name="connsiteX5" fmla="*/ 1153664 w 1316889"/>
              <a:gd name="connsiteY5" fmla="*/ 221127 h 964076"/>
              <a:gd name="connsiteX6" fmla="*/ 1138848 w 1316889"/>
              <a:gd name="connsiteY6" fmla="*/ 352360 h 964076"/>
              <a:gd name="connsiteX7" fmla="*/ 1155781 w 1316889"/>
              <a:gd name="connsiteY7" fmla="*/ 379877 h 964076"/>
              <a:gd name="connsiteX8" fmla="*/ 1198114 w 1316889"/>
              <a:gd name="connsiteY8" fmla="*/ 333310 h 964076"/>
              <a:gd name="connsiteX9" fmla="*/ 1244681 w 1316889"/>
              <a:gd name="connsiteY9" fmla="*/ 310027 h 964076"/>
              <a:gd name="connsiteX10" fmla="*/ 1284898 w 1316889"/>
              <a:gd name="connsiteY10" fmla="*/ 322727 h 964076"/>
              <a:gd name="connsiteX11" fmla="*/ 1310298 w 1316889"/>
              <a:gd name="connsiteY11" fmla="*/ 392577 h 964076"/>
              <a:gd name="connsiteX12" fmla="*/ 1314531 w 1316889"/>
              <a:gd name="connsiteY12" fmla="*/ 456077 h 964076"/>
              <a:gd name="connsiteX13" fmla="*/ 1278548 w 1316889"/>
              <a:gd name="connsiteY13" fmla="*/ 525927 h 964076"/>
              <a:gd name="connsiteX14" fmla="*/ 1229864 w 1316889"/>
              <a:gd name="connsiteY14" fmla="*/ 536510 h 964076"/>
              <a:gd name="connsiteX15" fmla="*/ 1193881 w 1316889"/>
              <a:gd name="connsiteY15" fmla="*/ 530160 h 964076"/>
              <a:gd name="connsiteX16" fmla="*/ 1160014 w 1316889"/>
              <a:gd name="connsiteY16" fmla="*/ 519577 h 964076"/>
              <a:gd name="connsiteX17" fmla="*/ 1140964 w 1316889"/>
              <a:gd name="connsiteY17" fmla="*/ 595777 h 964076"/>
              <a:gd name="connsiteX18" fmla="*/ 1147314 w 1316889"/>
              <a:gd name="connsiteY18" fmla="*/ 688910 h 964076"/>
              <a:gd name="connsiteX19" fmla="*/ 1168481 w 1316889"/>
              <a:gd name="connsiteY19" fmla="*/ 811677 h 964076"/>
              <a:gd name="connsiteX20" fmla="*/ 1185414 w 1316889"/>
              <a:gd name="connsiteY20" fmla="*/ 892110 h 964076"/>
              <a:gd name="connsiteX21" fmla="*/ 1115564 w 1316889"/>
              <a:gd name="connsiteY21" fmla="*/ 955610 h 964076"/>
              <a:gd name="connsiteX22" fmla="*/ 791714 w 1316889"/>
              <a:gd name="connsiteY22" fmla="*/ 959843 h 964076"/>
              <a:gd name="connsiteX23" fmla="*/ 519722 w 1316889"/>
              <a:gd name="connsiteY23" fmla="*/ 964076 h 964076"/>
              <a:gd name="connsiteX24" fmla="*/ 307527 w 1316889"/>
              <a:gd name="connsiteY24" fmla="*/ 959312 h 964076"/>
              <a:gd name="connsiteX25" fmla="*/ 101152 w 1316889"/>
              <a:gd name="connsiteY25" fmla="*/ 945027 h 964076"/>
              <a:gd name="connsiteX26" fmla="*/ 49294 w 1316889"/>
              <a:gd name="connsiteY26" fmla="*/ 894227 h 964076"/>
              <a:gd name="connsiteX27" fmla="*/ 29714 w 1316889"/>
              <a:gd name="connsiteY27" fmla="*/ 792098 h 964076"/>
              <a:gd name="connsiteX28" fmla="*/ 9606 w 1316889"/>
              <a:gd name="connsiteY28" fmla="*/ 702139 h 964076"/>
              <a:gd name="connsiteX29" fmla="*/ 6960 w 1316889"/>
              <a:gd name="connsiteY29" fmla="*/ 557677 h 964076"/>
              <a:gd name="connsiteX30" fmla="*/ 14898 w 1316889"/>
              <a:gd name="connsiteY30" fmla="*/ 483593 h 964076"/>
              <a:gd name="connsiteX31" fmla="*/ 31831 w 1316889"/>
              <a:gd name="connsiteY31" fmla="*/ 443377 h 964076"/>
              <a:gd name="connsiteX32" fmla="*/ 77339 w 1316889"/>
              <a:gd name="connsiteY32" fmla="*/ 478302 h 964076"/>
              <a:gd name="connsiteX33" fmla="*/ 113851 w 1316889"/>
              <a:gd name="connsiteY33" fmla="*/ 487297 h 964076"/>
              <a:gd name="connsiteX34" fmla="*/ 175764 w 1316889"/>
              <a:gd name="connsiteY34" fmla="*/ 458193 h 964076"/>
              <a:gd name="connsiteX35" fmla="*/ 206986 w 1316889"/>
              <a:gd name="connsiteY35" fmla="*/ 378290 h 964076"/>
              <a:gd name="connsiteX36" fmla="*/ 178939 w 1316889"/>
              <a:gd name="connsiteY36" fmla="*/ 296797 h 964076"/>
              <a:gd name="connsiteX37" fmla="*/ 126551 w 1316889"/>
              <a:gd name="connsiteY37" fmla="*/ 268223 h 964076"/>
              <a:gd name="connsiteX38" fmla="*/ 75751 w 1316889"/>
              <a:gd name="connsiteY38" fmla="*/ 289390 h 964076"/>
              <a:gd name="connsiteX39" fmla="*/ 17014 w 1316889"/>
              <a:gd name="connsiteY39" fmla="*/ 306322 h 964076"/>
              <a:gd name="connsiteX40" fmla="*/ 81 w 1316889"/>
              <a:gd name="connsiteY40" fmla="*/ 254993 h 964076"/>
              <a:gd name="connsiteX41" fmla="*/ 12781 w 1316889"/>
              <a:gd name="connsiteY41" fmla="*/ 163977 h 964076"/>
              <a:gd name="connsiteX42" fmla="*/ 57231 w 1316889"/>
              <a:gd name="connsiteY42" fmla="*/ 94127 h 964076"/>
              <a:gd name="connsiteX43" fmla="*/ 76281 w 1316889"/>
              <a:gd name="connsiteY43" fmla="*/ 66610 h 964076"/>
              <a:gd name="connsiteX44" fmla="*/ 108031 w 1316889"/>
              <a:gd name="connsiteY44" fmla="*/ 17927 h 964076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45027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16889" h="966193">
                <a:moveTo>
                  <a:pt x="108031" y="17927"/>
                </a:moveTo>
                <a:cubicBezTo>
                  <a:pt x="128139" y="-11706"/>
                  <a:pt x="384962" y="5579"/>
                  <a:pt x="539831" y="3110"/>
                </a:cubicBezTo>
                <a:cubicBezTo>
                  <a:pt x="694700" y="641"/>
                  <a:pt x="932826" y="2757"/>
                  <a:pt x="1037248" y="3110"/>
                </a:cubicBezTo>
                <a:cubicBezTo>
                  <a:pt x="1141670" y="3463"/>
                  <a:pt x="1142022" y="-5356"/>
                  <a:pt x="1166364" y="5227"/>
                </a:cubicBezTo>
                <a:cubicBezTo>
                  <a:pt x="1190706" y="15810"/>
                  <a:pt x="1185415" y="30627"/>
                  <a:pt x="1183298" y="66610"/>
                </a:cubicBezTo>
                <a:cubicBezTo>
                  <a:pt x="1181181" y="102593"/>
                  <a:pt x="1161072" y="173502"/>
                  <a:pt x="1153664" y="221127"/>
                </a:cubicBezTo>
                <a:cubicBezTo>
                  <a:pt x="1146256" y="268752"/>
                  <a:pt x="1138495" y="325902"/>
                  <a:pt x="1138848" y="352360"/>
                </a:cubicBezTo>
                <a:cubicBezTo>
                  <a:pt x="1139201" y="378818"/>
                  <a:pt x="1145903" y="383052"/>
                  <a:pt x="1155781" y="379877"/>
                </a:cubicBezTo>
                <a:cubicBezTo>
                  <a:pt x="1165659" y="376702"/>
                  <a:pt x="1183298" y="344952"/>
                  <a:pt x="1198114" y="333310"/>
                </a:cubicBezTo>
                <a:cubicBezTo>
                  <a:pt x="1212930" y="321668"/>
                  <a:pt x="1230217" y="311791"/>
                  <a:pt x="1244681" y="310027"/>
                </a:cubicBezTo>
                <a:cubicBezTo>
                  <a:pt x="1259145" y="308263"/>
                  <a:pt x="1273962" y="308969"/>
                  <a:pt x="1284898" y="322727"/>
                </a:cubicBezTo>
                <a:cubicBezTo>
                  <a:pt x="1295834" y="336485"/>
                  <a:pt x="1305359" y="370352"/>
                  <a:pt x="1310298" y="392577"/>
                </a:cubicBezTo>
                <a:cubicBezTo>
                  <a:pt x="1315237" y="414802"/>
                  <a:pt x="1319823" y="433852"/>
                  <a:pt x="1314531" y="456077"/>
                </a:cubicBezTo>
                <a:cubicBezTo>
                  <a:pt x="1309239" y="478302"/>
                  <a:pt x="1292659" y="512522"/>
                  <a:pt x="1278548" y="525927"/>
                </a:cubicBezTo>
                <a:cubicBezTo>
                  <a:pt x="1264437" y="539332"/>
                  <a:pt x="1243975" y="535805"/>
                  <a:pt x="1229864" y="536510"/>
                </a:cubicBezTo>
                <a:cubicBezTo>
                  <a:pt x="1215753" y="537216"/>
                  <a:pt x="1205523" y="532982"/>
                  <a:pt x="1193881" y="530160"/>
                </a:cubicBezTo>
                <a:cubicBezTo>
                  <a:pt x="1182239" y="527338"/>
                  <a:pt x="1168834" y="508641"/>
                  <a:pt x="1160014" y="519577"/>
                </a:cubicBezTo>
                <a:cubicBezTo>
                  <a:pt x="1151195" y="530513"/>
                  <a:pt x="1143081" y="567555"/>
                  <a:pt x="1140964" y="595777"/>
                </a:cubicBezTo>
                <a:cubicBezTo>
                  <a:pt x="1138847" y="623999"/>
                  <a:pt x="1142728" y="652927"/>
                  <a:pt x="1147314" y="688910"/>
                </a:cubicBezTo>
                <a:cubicBezTo>
                  <a:pt x="1151900" y="724893"/>
                  <a:pt x="1162131" y="777810"/>
                  <a:pt x="1168481" y="811677"/>
                </a:cubicBezTo>
                <a:cubicBezTo>
                  <a:pt x="1174831" y="845544"/>
                  <a:pt x="1189471" y="866534"/>
                  <a:pt x="1185414" y="892110"/>
                </a:cubicBezTo>
                <a:cubicBezTo>
                  <a:pt x="1181357" y="917686"/>
                  <a:pt x="1179769" y="943263"/>
                  <a:pt x="1115564" y="955610"/>
                </a:cubicBezTo>
                <a:cubicBezTo>
                  <a:pt x="1051359" y="967957"/>
                  <a:pt x="899488" y="964782"/>
                  <a:pt x="800181" y="966193"/>
                </a:cubicBezTo>
                <a:lnTo>
                  <a:pt x="519722" y="964076"/>
                </a:lnTo>
                <a:lnTo>
                  <a:pt x="307527" y="959312"/>
                </a:lnTo>
                <a:lnTo>
                  <a:pt x="101152" y="953494"/>
                </a:lnTo>
                <a:cubicBezTo>
                  <a:pt x="58113" y="942647"/>
                  <a:pt x="61200" y="921126"/>
                  <a:pt x="49294" y="894227"/>
                </a:cubicBezTo>
                <a:cubicBezTo>
                  <a:pt x="37388" y="867328"/>
                  <a:pt x="36329" y="824113"/>
                  <a:pt x="29714" y="792098"/>
                </a:cubicBezTo>
                <a:cubicBezTo>
                  <a:pt x="23099" y="760083"/>
                  <a:pt x="13398" y="741209"/>
                  <a:pt x="9606" y="702139"/>
                </a:cubicBezTo>
                <a:cubicBezTo>
                  <a:pt x="5814" y="663069"/>
                  <a:pt x="6078" y="594101"/>
                  <a:pt x="6960" y="557677"/>
                </a:cubicBezTo>
                <a:cubicBezTo>
                  <a:pt x="7842" y="521253"/>
                  <a:pt x="10753" y="502643"/>
                  <a:pt x="14898" y="483593"/>
                </a:cubicBezTo>
                <a:cubicBezTo>
                  <a:pt x="19043" y="464543"/>
                  <a:pt x="21424" y="444259"/>
                  <a:pt x="31831" y="443377"/>
                </a:cubicBezTo>
                <a:cubicBezTo>
                  <a:pt x="42238" y="442495"/>
                  <a:pt x="63669" y="470982"/>
                  <a:pt x="77339" y="478302"/>
                </a:cubicBezTo>
                <a:cubicBezTo>
                  <a:pt x="91009" y="485622"/>
                  <a:pt x="97447" y="490649"/>
                  <a:pt x="113851" y="487297"/>
                </a:cubicBezTo>
                <a:cubicBezTo>
                  <a:pt x="130255" y="483946"/>
                  <a:pt x="160242" y="476361"/>
                  <a:pt x="175764" y="458193"/>
                </a:cubicBezTo>
                <a:cubicBezTo>
                  <a:pt x="191286" y="440025"/>
                  <a:pt x="206457" y="405189"/>
                  <a:pt x="206986" y="378290"/>
                </a:cubicBezTo>
                <a:cubicBezTo>
                  <a:pt x="207515" y="351391"/>
                  <a:pt x="192345" y="315141"/>
                  <a:pt x="178939" y="296797"/>
                </a:cubicBezTo>
                <a:cubicBezTo>
                  <a:pt x="165533" y="278453"/>
                  <a:pt x="143749" y="269458"/>
                  <a:pt x="126551" y="268223"/>
                </a:cubicBezTo>
                <a:cubicBezTo>
                  <a:pt x="109353" y="266989"/>
                  <a:pt x="94007" y="283040"/>
                  <a:pt x="75751" y="289390"/>
                </a:cubicBezTo>
                <a:cubicBezTo>
                  <a:pt x="57495" y="295740"/>
                  <a:pt x="29626" y="312055"/>
                  <a:pt x="17014" y="306322"/>
                </a:cubicBezTo>
                <a:cubicBezTo>
                  <a:pt x="4402" y="300589"/>
                  <a:pt x="786" y="278717"/>
                  <a:pt x="81" y="254993"/>
                </a:cubicBezTo>
                <a:cubicBezTo>
                  <a:pt x="-624" y="231269"/>
                  <a:pt x="3256" y="190788"/>
                  <a:pt x="12781" y="163977"/>
                </a:cubicBezTo>
                <a:cubicBezTo>
                  <a:pt x="22306" y="137166"/>
                  <a:pt x="46648" y="110355"/>
                  <a:pt x="57231" y="94127"/>
                </a:cubicBezTo>
                <a:cubicBezTo>
                  <a:pt x="67814" y="77899"/>
                  <a:pt x="69226" y="76135"/>
                  <a:pt x="76281" y="66610"/>
                </a:cubicBezTo>
                <a:cubicBezTo>
                  <a:pt x="83336" y="57085"/>
                  <a:pt x="87923" y="47560"/>
                  <a:pt x="108031" y="17927"/>
                </a:cubicBez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1203BA5-E303-50E4-5094-965A3878D914}"/>
              </a:ext>
            </a:extLst>
          </p:cNvPr>
          <p:cNvSpPr/>
          <p:nvPr/>
        </p:nvSpPr>
        <p:spPr>
          <a:xfrm>
            <a:off x="2209444" y="4646083"/>
            <a:ext cx="1112680" cy="969448"/>
          </a:xfrm>
          <a:custGeom>
            <a:avLst/>
            <a:gdLst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51156 w 1112680"/>
              <a:gd name="connsiteY16" fmla="*/ 8487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12680" h="969448">
                <a:moveTo>
                  <a:pt x="46923" y="4234"/>
                </a:moveTo>
                <a:lnTo>
                  <a:pt x="436389" y="0"/>
                </a:lnTo>
                <a:lnTo>
                  <a:pt x="660756" y="0"/>
                </a:lnTo>
                <a:lnTo>
                  <a:pt x="863956" y="2117"/>
                </a:lnTo>
                <a:cubicBezTo>
                  <a:pt x="908759" y="6350"/>
                  <a:pt x="906643" y="-2117"/>
                  <a:pt x="929573" y="25400"/>
                </a:cubicBezTo>
                <a:cubicBezTo>
                  <a:pt x="952503" y="52917"/>
                  <a:pt x="975786" y="107950"/>
                  <a:pt x="1001539" y="167217"/>
                </a:cubicBezTo>
                <a:cubicBezTo>
                  <a:pt x="1027292" y="226484"/>
                  <a:pt x="1065745" y="333728"/>
                  <a:pt x="1084089" y="381000"/>
                </a:cubicBezTo>
                <a:cubicBezTo>
                  <a:pt x="1102433" y="428272"/>
                  <a:pt x="1108784" y="426861"/>
                  <a:pt x="1111606" y="450850"/>
                </a:cubicBezTo>
                <a:cubicBezTo>
                  <a:pt x="1114428" y="474839"/>
                  <a:pt x="1111959" y="479778"/>
                  <a:pt x="1101023" y="524934"/>
                </a:cubicBezTo>
                <a:cubicBezTo>
                  <a:pt x="1090087" y="570090"/>
                  <a:pt x="1064686" y="663576"/>
                  <a:pt x="1045989" y="721784"/>
                </a:cubicBezTo>
                <a:cubicBezTo>
                  <a:pt x="1027292" y="779992"/>
                  <a:pt x="1008242" y="835379"/>
                  <a:pt x="988839" y="874184"/>
                </a:cubicBezTo>
                <a:cubicBezTo>
                  <a:pt x="969436" y="912990"/>
                  <a:pt x="954620" y="938742"/>
                  <a:pt x="929573" y="954617"/>
                </a:cubicBezTo>
                <a:cubicBezTo>
                  <a:pt x="904526" y="970492"/>
                  <a:pt x="838556" y="969434"/>
                  <a:pt x="838556" y="969434"/>
                </a:cubicBezTo>
                <a:lnTo>
                  <a:pt x="381356" y="963084"/>
                </a:lnTo>
                <a:cubicBezTo>
                  <a:pt x="273406" y="960615"/>
                  <a:pt x="243155" y="959909"/>
                  <a:pt x="190856" y="954617"/>
                </a:cubicBezTo>
                <a:cubicBezTo>
                  <a:pt x="138557" y="949325"/>
                  <a:pt x="78408" y="946856"/>
                  <a:pt x="67560" y="931334"/>
                </a:cubicBezTo>
                <a:cubicBezTo>
                  <a:pt x="56712" y="915812"/>
                  <a:pt x="58652" y="900995"/>
                  <a:pt x="49568" y="861484"/>
                </a:cubicBezTo>
                <a:cubicBezTo>
                  <a:pt x="40484" y="821973"/>
                  <a:pt x="20553" y="735542"/>
                  <a:pt x="13056" y="694267"/>
                </a:cubicBezTo>
                <a:cubicBezTo>
                  <a:pt x="5560" y="652992"/>
                  <a:pt x="2825" y="645231"/>
                  <a:pt x="4589" y="613834"/>
                </a:cubicBezTo>
                <a:cubicBezTo>
                  <a:pt x="6353" y="582437"/>
                  <a:pt x="13408" y="520701"/>
                  <a:pt x="23639" y="505884"/>
                </a:cubicBezTo>
                <a:cubicBezTo>
                  <a:pt x="33870" y="491067"/>
                  <a:pt x="49392" y="521406"/>
                  <a:pt x="65973" y="524934"/>
                </a:cubicBezTo>
                <a:cubicBezTo>
                  <a:pt x="82554" y="528462"/>
                  <a:pt x="105220" y="536487"/>
                  <a:pt x="123123" y="527050"/>
                </a:cubicBezTo>
                <a:cubicBezTo>
                  <a:pt x="141026" y="517613"/>
                  <a:pt x="165280" y="493712"/>
                  <a:pt x="173394" y="468312"/>
                </a:cubicBezTo>
                <a:cubicBezTo>
                  <a:pt x="181508" y="442912"/>
                  <a:pt x="177362" y="402167"/>
                  <a:pt x="171806" y="374650"/>
                </a:cubicBezTo>
                <a:cubicBezTo>
                  <a:pt x="166250" y="347133"/>
                  <a:pt x="157254" y="312296"/>
                  <a:pt x="140056" y="303212"/>
                </a:cubicBezTo>
                <a:cubicBezTo>
                  <a:pt x="122858" y="294128"/>
                  <a:pt x="86963" y="310004"/>
                  <a:pt x="68619" y="320146"/>
                </a:cubicBezTo>
                <a:cubicBezTo>
                  <a:pt x="50275" y="330288"/>
                  <a:pt x="41366" y="359569"/>
                  <a:pt x="29989" y="364067"/>
                </a:cubicBezTo>
                <a:cubicBezTo>
                  <a:pt x="18612" y="368565"/>
                  <a:pt x="2825" y="368301"/>
                  <a:pt x="356" y="347134"/>
                </a:cubicBezTo>
                <a:cubicBezTo>
                  <a:pt x="-2113" y="325967"/>
                  <a:pt x="8823" y="277636"/>
                  <a:pt x="15173" y="237067"/>
                </a:cubicBezTo>
                <a:cubicBezTo>
                  <a:pt x="21523" y="196498"/>
                  <a:pt x="32812" y="133350"/>
                  <a:pt x="38456" y="103717"/>
                </a:cubicBezTo>
                <a:cubicBezTo>
                  <a:pt x="44100" y="74084"/>
                  <a:pt x="46570" y="73025"/>
                  <a:pt x="49039" y="59267"/>
                </a:cubicBezTo>
                <a:cubicBezTo>
                  <a:pt x="51508" y="45509"/>
                  <a:pt x="52390" y="33338"/>
                  <a:pt x="46923" y="4234"/>
                </a:cubicBezTo>
                <a:close/>
              </a:path>
            </a:pathLst>
          </a:custGeom>
          <a:solidFill>
            <a:srgbClr val="50EEDF">
              <a:alpha val="30000"/>
            </a:srgb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5D3D3D9-926A-6BA7-88B9-06312C86B905}"/>
              </a:ext>
            </a:extLst>
          </p:cNvPr>
          <p:cNvSpPr/>
          <p:nvPr/>
        </p:nvSpPr>
        <p:spPr>
          <a:xfrm>
            <a:off x="3546691" y="4646325"/>
            <a:ext cx="1091088" cy="977419"/>
          </a:xfrm>
          <a:custGeom>
            <a:avLst/>
            <a:gdLst>
              <a:gd name="connsiteX0" fmla="*/ 47689 w 1187653"/>
              <a:gd name="connsiteY0" fmla="*/ 16798 h 938283"/>
              <a:gd name="connsiteX1" fmla="*/ 606489 w 1187653"/>
              <a:gd name="connsiteY1" fmla="*/ 8331 h 938283"/>
              <a:gd name="connsiteX2" fmla="*/ 847789 w 1187653"/>
              <a:gd name="connsiteY2" fmla="*/ 12565 h 938283"/>
              <a:gd name="connsiteX3" fmla="*/ 1034056 w 1187653"/>
              <a:gd name="connsiteY3" fmla="*/ 21031 h 938283"/>
              <a:gd name="connsiteX4" fmla="*/ 995956 w 1187653"/>
              <a:gd name="connsiteY4" fmla="*/ 139565 h 938283"/>
              <a:gd name="connsiteX5" fmla="*/ 983256 w 1187653"/>
              <a:gd name="connsiteY5" fmla="*/ 258098 h 938283"/>
              <a:gd name="connsiteX6" fmla="*/ 1021356 w 1187653"/>
              <a:gd name="connsiteY6" fmla="*/ 275031 h 938283"/>
              <a:gd name="connsiteX7" fmla="*/ 1118722 w 1187653"/>
              <a:gd name="connsiteY7" fmla="*/ 241165 h 938283"/>
              <a:gd name="connsiteX8" fmla="*/ 1165289 w 1187653"/>
              <a:gd name="connsiteY8" fmla="*/ 275031 h 938283"/>
              <a:gd name="connsiteX9" fmla="*/ 1186456 w 1187653"/>
              <a:gd name="connsiteY9" fmla="*/ 363931 h 938283"/>
              <a:gd name="connsiteX10" fmla="*/ 1131422 w 1187653"/>
              <a:gd name="connsiteY10" fmla="*/ 448598 h 938283"/>
              <a:gd name="connsiteX11" fmla="*/ 1055222 w 1187653"/>
              <a:gd name="connsiteY11" fmla="*/ 448598 h 938283"/>
              <a:gd name="connsiteX12" fmla="*/ 1004422 w 1187653"/>
              <a:gd name="connsiteY12" fmla="*/ 418965 h 938283"/>
              <a:gd name="connsiteX13" fmla="*/ 991722 w 1187653"/>
              <a:gd name="connsiteY13" fmla="*/ 571365 h 938283"/>
              <a:gd name="connsiteX14" fmla="*/ 991722 w 1187653"/>
              <a:gd name="connsiteY14" fmla="*/ 702598 h 938283"/>
              <a:gd name="connsiteX15" fmla="*/ 1008656 w 1187653"/>
              <a:gd name="connsiteY15" fmla="*/ 770331 h 938283"/>
              <a:gd name="connsiteX16" fmla="*/ 1000189 w 1187653"/>
              <a:gd name="connsiteY16" fmla="*/ 842298 h 938283"/>
              <a:gd name="connsiteX17" fmla="*/ 945156 w 1187653"/>
              <a:gd name="connsiteY17" fmla="*/ 905798 h 938283"/>
              <a:gd name="connsiteX18" fmla="*/ 771589 w 1187653"/>
              <a:gd name="connsiteY18" fmla="*/ 926965 h 938283"/>
              <a:gd name="connsiteX19" fmla="*/ 475256 w 1187653"/>
              <a:gd name="connsiteY19" fmla="*/ 935431 h 938283"/>
              <a:gd name="connsiteX20" fmla="*/ 187389 w 1187653"/>
              <a:gd name="connsiteY20" fmla="*/ 935431 h 938283"/>
              <a:gd name="connsiteX21" fmla="*/ 43456 w 1187653"/>
              <a:gd name="connsiteY21" fmla="*/ 901565 h 938283"/>
              <a:gd name="connsiteX22" fmla="*/ 22289 w 1187653"/>
              <a:gd name="connsiteY22" fmla="*/ 787265 h 938283"/>
              <a:gd name="connsiteX23" fmla="*/ 18056 w 1187653"/>
              <a:gd name="connsiteY23" fmla="*/ 461298 h 938283"/>
              <a:gd name="connsiteX24" fmla="*/ 26522 w 1187653"/>
              <a:gd name="connsiteY24" fmla="*/ 203065 h 938283"/>
              <a:gd name="connsiteX25" fmla="*/ 47689 w 1187653"/>
              <a:gd name="connsiteY25" fmla="*/ 16798 h 938283"/>
              <a:gd name="connsiteX0" fmla="*/ 29872 w 1169836"/>
              <a:gd name="connsiteY0" fmla="*/ 27927 h 949412"/>
              <a:gd name="connsiteX1" fmla="*/ 588672 w 1169836"/>
              <a:gd name="connsiteY1" fmla="*/ 19460 h 949412"/>
              <a:gd name="connsiteX2" fmla="*/ 829972 w 1169836"/>
              <a:gd name="connsiteY2" fmla="*/ 23694 h 949412"/>
              <a:gd name="connsiteX3" fmla="*/ 1016239 w 1169836"/>
              <a:gd name="connsiteY3" fmla="*/ 32160 h 949412"/>
              <a:gd name="connsiteX4" fmla="*/ 978139 w 1169836"/>
              <a:gd name="connsiteY4" fmla="*/ 150694 h 949412"/>
              <a:gd name="connsiteX5" fmla="*/ 965439 w 1169836"/>
              <a:gd name="connsiteY5" fmla="*/ 269227 h 949412"/>
              <a:gd name="connsiteX6" fmla="*/ 1003539 w 1169836"/>
              <a:gd name="connsiteY6" fmla="*/ 286160 h 949412"/>
              <a:gd name="connsiteX7" fmla="*/ 1100905 w 1169836"/>
              <a:gd name="connsiteY7" fmla="*/ 252294 h 949412"/>
              <a:gd name="connsiteX8" fmla="*/ 1147472 w 1169836"/>
              <a:gd name="connsiteY8" fmla="*/ 286160 h 949412"/>
              <a:gd name="connsiteX9" fmla="*/ 1168639 w 1169836"/>
              <a:gd name="connsiteY9" fmla="*/ 375060 h 949412"/>
              <a:gd name="connsiteX10" fmla="*/ 1113605 w 1169836"/>
              <a:gd name="connsiteY10" fmla="*/ 459727 h 949412"/>
              <a:gd name="connsiteX11" fmla="*/ 1037405 w 1169836"/>
              <a:gd name="connsiteY11" fmla="*/ 459727 h 949412"/>
              <a:gd name="connsiteX12" fmla="*/ 986605 w 1169836"/>
              <a:gd name="connsiteY12" fmla="*/ 430094 h 949412"/>
              <a:gd name="connsiteX13" fmla="*/ 973905 w 1169836"/>
              <a:gd name="connsiteY13" fmla="*/ 582494 h 949412"/>
              <a:gd name="connsiteX14" fmla="*/ 973905 w 1169836"/>
              <a:gd name="connsiteY14" fmla="*/ 713727 h 949412"/>
              <a:gd name="connsiteX15" fmla="*/ 990839 w 1169836"/>
              <a:gd name="connsiteY15" fmla="*/ 781460 h 949412"/>
              <a:gd name="connsiteX16" fmla="*/ 982372 w 1169836"/>
              <a:gd name="connsiteY16" fmla="*/ 853427 h 949412"/>
              <a:gd name="connsiteX17" fmla="*/ 927339 w 1169836"/>
              <a:gd name="connsiteY17" fmla="*/ 916927 h 949412"/>
              <a:gd name="connsiteX18" fmla="*/ 753772 w 1169836"/>
              <a:gd name="connsiteY18" fmla="*/ 938094 h 949412"/>
              <a:gd name="connsiteX19" fmla="*/ 457439 w 1169836"/>
              <a:gd name="connsiteY19" fmla="*/ 946560 h 949412"/>
              <a:gd name="connsiteX20" fmla="*/ 169572 w 1169836"/>
              <a:gd name="connsiteY20" fmla="*/ 946560 h 949412"/>
              <a:gd name="connsiteX21" fmla="*/ 25639 w 1169836"/>
              <a:gd name="connsiteY21" fmla="*/ 912694 h 949412"/>
              <a:gd name="connsiteX22" fmla="*/ 4472 w 1169836"/>
              <a:gd name="connsiteY22" fmla="*/ 798394 h 949412"/>
              <a:gd name="connsiteX23" fmla="*/ 239 w 1169836"/>
              <a:gd name="connsiteY23" fmla="*/ 472427 h 949412"/>
              <a:gd name="connsiteX24" fmla="*/ 8705 w 1169836"/>
              <a:gd name="connsiteY24" fmla="*/ 214194 h 949412"/>
              <a:gd name="connsiteX25" fmla="*/ 29872 w 1169836"/>
              <a:gd name="connsiteY25" fmla="*/ 27927 h 949412"/>
              <a:gd name="connsiteX0" fmla="*/ 29872 w 1169836"/>
              <a:gd name="connsiteY0" fmla="*/ 29795 h 951280"/>
              <a:gd name="connsiteX1" fmla="*/ 588672 w 1169836"/>
              <a:gd name="connsiteY1" fmla="*/ 21328 h 951280"/>
              <a:gd name="connsiteX2" fmla="*/ 829972 w 1169836"/>
              <a:gd name="connsiteY2" fmla="*/ 25562 h 951280"/>
              <a:gd name="connsiteX3" fmla="*/ 1016239 w 1169836"/>
              <a:gd name="connsiteY3" fmla="*/ 34028 h 951280"/>
              <a:gd name="connsiteX4" fmla="*/ 978139 w 1169836"/>
              <a:gd name="connsiteY4" fmla="*/ 152562 h 951280"/>
              <a:gd name="connsiteX5" fmla="*/ 965439 w 1169836"/>
              <a:gd name="connsiteY5" fmla="*/ 271095 h 951280"/>
              <a:gd name="connsiteX6" fmla="*/ 1003539 w 1169836"/>
              <a:gd name="connsiteY6" fmla="*/ 288028 h 951280"/>
              <a:gd name="connsiteX7" fmla="*/ 1100905 w 1169836"/>
              <a:gd name="connsiteY7" fmla="*/ 254162 h 951280"/>
              <a:gd name="connsiteX8" fmla="*/ 1147472 w 1169836"/>
              <a:gd name="connsiteY8" fmla="*/ 288028 h 951280"/>
              <a:gd name="connsiteX9" fmla="*/ 1168639 w 1169836"/>
              <a:gd name="connsiteY9" fmla="*/ 376928 h 951280"/>
              <a:gd name="connsiteX10" fmla="*/ 1113605 w 1169836"/>
              <a:gd name="connsiteY10" fmla="*/ 461595 h 951280"/>
              <a:gd name="connsiteX11" fmla="*/ 1037405 w 1169836"/>
              <a:gd name="connsiteY11" fmla="*/ 461595 h 951280"/>
              <a:gd name="connsiteX12" fmla="*/ 986605 w 1169836"/>
              <a:gd name="connsiteY12" fmla="*/ 431962 h 951280"/>
              <a:gd name="connsiteX13" fmla="*/ 973905 w 1169836"/>
              <a:gd name="connsiteY13" fmla="*/ 584362 h 951280"/>
              <a:gd name="connsiteX14" fmla="*/ 973905 w 1169836"/>
              <a:gd name="connsiteY14" fmla="*/ 715595 h 951280"/>
              <a:gd name="connsiteX15" fmla="*/ 990839 w 1169836"/>
              <a:gd name="connsiteY15" fmla="*/ 783328 h 951280"/>
              <a:gd name="connsiteX16" fmla="*/ 982372 w 1169836"/>
              <a:gd name="connsiteY16" fmla="*/ 855295 h 951280"/>
              <a:gd name="connsiteX17" fmla="*/ 927339 w 1169836"/>
              <a:gd name="connsiteY17" fmla="*/ 918795 h 951280"/>
              <a:gd name="connsiteX18" fmla="*/ 753772 w 1169836"/>
              <a:gd name="connsiteY18" fmla="*/ 939962 h 951280"/>
              <a:gd name="connsiteX19" fmla="*/ 457439 w 1169836"/>
              <a:gd name="connsiteY19" fmla="*/ 948428 h 951280"/>
              <a:gd name="connsiteX20" fmla="*/ 169572 w 1169836"/>
              <a:gd name="connsiteY20" fmla="*/ 948428 h 951280"/>
              <a:gd name="connsiteX21" fmla="*/ 25639 w 1169836"/>
              <a:gd name="connsiteY21" fmla="*/ 914562 h 951280"/>
              <a:gd name="connsiteX22" fmla="*/ 4472 w 1169836"/>
              <a:gd name="connsiteY22" fmla="*/ 800262 h 951280"/>
              <a:gd name="connsiteX23" fmla="*/ 239 w 1169836"/>
              <a:gd name="connsiteY23" fmla="*/ 474295 h 951280"/>
              <a:gd name="connsiteX24" fmla="*/ 8705 w 1169836"/>
              <a:gd name="connsiteY24" fmla="*/ 216062 h 951280"/>
              <a:gd name="connsiteX25" fmla="*/ 29872 w 1169836"/>
              <a:gd name="connsiteY25" fmla="*/ 29795 h 951280"/>
              <a:gd name="connsiteX0" fmla="*/ 29872 w 1169836"/>
              <a:gd name="connsiteY0" fmla="*/ 17723 h 939208"/>
              <a:gd name="connsiteX1" fmla="*/ 228839 w 1169836"/>
              <a:gd name="connsiteY1" fmla="*/ 7140 h 939208"/>
              <a:gd name="connsiteX2" fmla="*/ 829972 w 1169836"/>
              <a:gd name="connsiteY2" fmla="*/ 13490 h 939208"/>
              <a:gd name="connsiteX3" fmla="*/ 1016239 w 1169836"/>
              <a:gd name="connsiteY3" fmla="*/ 21956 h 939208"/>
              <a:gd name="connsiteX4" fmla="*/ 978139 w 1169836"/>
              <a:gd name="connsiteY4" fmla="*/ 140490 h 939208"/>
              <a:gd name="connsiteX5" fmla="*/ 965439 w 1169836"/>
              <a:gd name="connsiteY5" fmla="*/ 259023 h 939208"/>
              <a:gd name="connsiteX6" fmla="*/ 1003539 w 1169836"/>
              <a:gd name="connsiteY6" fmla="*/ 275956 h 939208"/>
              <a:gd name="connsiteX7" fmla="*/ 1100905 w 1169836"/>
              <a:gd name="connsiteY7" fmla="*/ 242090 h 939208"/>
              <a:gd name="connsiteX8" fmla="*/ 1147472 w 1169836"/>
              <a:gd name="connsiteY8" fmla="*/ 275956 h 939208"/>
              <a:gd name="connsiteX9" fmla="*/ 1168639 w 1169836"/>
              <a:gd name="connsiteY9" fmla="*/ 364856 h 939208"/>
              <a:gd name="connsiteX10" fmla="*/ 1113605 w 1169836"/>
              <a:gd name="connsiteY10" fmla="*/ 449523 h 939208"/>
              <a:gd name="connsiteX11" fmla="*/ 1037405 w 1169836"/>
              <a:gd name="connsiteY11" fmla="*/ 449523 h 939208"/>
              <a:gd name="connsiteX12" fmla="*/ 986605 w 1169836"/>
              <a:gd name="connsiteY12" fmla="*/ 419890 h 939208"/>
              <a:gd name="connsiteX13" fmla="*/ 973905 w 1169836"/>
              <a:gd name="connsiteY13" fmla="*/ 572290 h 939208"/>
              <a:gd name="connsiteX14" fmla="*/ 973905 w 1169836"/>
              <a:gd name="connsiteY14" fmla="*/ 703523 h 939208"/>
              <a:gd name="connsiteX15" fmla="*/ 990839 w 1169836"/>
              <a:gd name="connsiteY15" fmla="*/ 771256 h 939208"/>
              <a:gd name="connsiteX16" fmla="*/ 982372 w 1169836"/>
              <a:gd name="connsiteY16" fmla="*/ 843223 h 939208"/>
              <a:gd name="connsiteX17" fmla="*/ 927339 w 1169836"/>
              <a:gd name="connsiteY17" fmla="*/ 906723 h 939208"/>
              <a:gd name="connsiteX18" fmla="*/ 753772 w 1169836"/>
              <a:gd name="connsiteY18" fmla="*/ 927890 h 939208"/>
              <a:gd name="connsiteX19" fmla="*/ 457439 w 1169836"/>
              <a:gd name="connsiteY19" fmla="*/ 936356 h 939208"/>
              <a:gd name="connsiteX20" fmla="*/ 169572 w 1169836"/>
              <a:gd name="connsiteY20" fmla="*/ 936356 h 939208"/>
              <a:gd name="connsiteX21" fmla="*/ 25639 w 1169836"/>
              <a:gd name="connsiteY21" fmla="*/ 902490 h 939208"/>
              <a:gd name="connsiteX22" fmla="*/ 4472 w 1169836"/>
              <a:gd name="connsiteY22" fmla="*/ 788190 h 939208"/>
              <a:gd name="connsiteX23" fmla="*/ 239 w 1169836"/>
              <a:gd name="connsiteY23" fmla="*/ 462223 h 939208"/>
              <a:gd name="connsiteX24" fmla="*/ 8705 w 1169836"/>
              <a:gd name="connsiteY24" fmla="*/ 203990 h 939208"/>
              <a:gd name="connsiteX25" fmla="*/ 29872 w 1169836"/>
              <a:gd name="connsiteY25" fmla="*/ 17723 h 939208"/>
              <a:gd name="connsiteX0" fmla="*/ 29872 w 1169836"/>
              <a:gd name="connsiteY0" fmla="*/ 15359 h 936844"/>
              <a:gd name="connsiteX1" fmla="*/ 228839 w 1169836"/>
              <a:gd name="connsiteY1" fmla="*/ 4776 h 936844"/>
              <a:gd name="connsiteX2" fmla="*/ 829972 w 1169836"/>
              <a:gd name="connsiteY2" fmla="*/ 11126 h 936844"/>
              <a:gd name="connsiteX3" fmla="*/ 1016239 w 1169836"/>
              <a:gd name="connsiteY3" fmla="*/ 19592 h 936844"/>
              <a:gd name="connsiteX4" fmla="*/ 978139 w 1169836"/>
              <a:gd name="connsiteY4" fmla="*/ 138126 h 936844"/>
              <a:gd name="connsiteX5" fmla="*/ 965439 w 1169836"/>
              <a:gd name="connsiteY5" fmla="*/ 256659 h 936844"/>
              <a:gd name="connsiteX6" fmla="*/ 1003539 w 1169836"/>
              <a:gd name="connsiteY6" fmla="*/ 273592 h 936844"/>
              <a:gd name="connsiteX7" fmla="*/ 1100905 w 1169836"/>
              <a:gd name="connsiteY7" fmla="*/ 239726 h 936844"/>
              <a:gd name="connsiteX8" fmla="*/ 1147472 w 1169836"/>
              <a:gd name="connsiteY8" fmla="*/ 273592 h 936844"/>
              <a:gd name="connsiteX9" fmla="*/ 1168639 w 1169836"/>
              <a:gd name="connsiteY9" fmla="*/ 362492 h 936844"/>
              <a:gd name="connsiteX10" fmla="*/ 1113605 w 1169836"/>
              <a:gd name="connsiteY10" fmla="*/ 447159 h 936844"/>
              <a:gd name="connsiteX11" fmla="*/ 1037405 w 1169836"/>
              <a:gd name="connsiteY11" fmla="*/ 447159 h 936844"/>
              <a:gd name="connsiteX12" fmla="*/ 986605 w 1169836"/>
              <a:gd name="connsiteY12" fmla="*/ 417526 h 936844"/>
              <a:gd name="connsiteX13" fmla="*/ 973905 w 1169836"/>
              <a:gd name="connsiteY13" fmla="*/ 569926 h 936844"/>
              <a:gd name="connsiteX14" fmla="*/ 973905 w 1169836"/>
              <a:gd name="connsiteY14" fmla="*/ 701159 h 936844"/>
              <a:gd name="connsiteX15" fmla="*/ 990839 w 1169836"/>
              <a:gd name="connsiteY15" fmla="*/ 768892 h 936844"/>
              <a:gd name="connsiteX16" fmla="*/ 982372 w 1169836"/>
              <a:gd name="connsiteY16" fmla="*/ 840859 h 936844"/>
              <a:gd name="connsiteX17" fmla="*/ 927339 w 1169836"/>
              <a:gd name="connsiteY17" fmla="*/ 904359 h 936844"/>
              <a:gd name="connsiteX18" fmla="*/ 753772 w 1169836"/>
              <a:gd name="connsiteY18" fmla="*/ 925526 h 936844"/>
              <a:gd name="connsiteX19" fmla="*/ 457439 w 1169836"/>
              <a:gd name="connsiteY19" fmla="*/ 933992 h 936844"/>
              <a:gd name="connsiteX20" fmla="*/ 169572 w 1169836"/>
              <a:gd name="connsiteY20" fmla="*/ 933992 h 936844"/>
              <a:gd name="connsiteX21" fmla="*/ 25639 w 1169836"/>
              <a:gd name="connsiteY21" fmla="*/ 900126 h 936844"/>
              <a:gd name="connsiteX22" fmla="*/ 4472 w 1169836"/>
              <a:gd name="connsiteY22" fmla="*/ 785826 h 936844"/>
              <a:gd name="connsiteX23" fmla="*/ 239 w 1169836"/>
              <a:gd name="connsiteY23" fmla="*/ 459859 h 936844"/>
              <a:gd name="connsiteX24" fmla="*/ 8705 w 1169836"/>
              <a:gd name="connsiteY24" fmla="*/ 201626 h 936844"/>
              <a:gd name="connsiteX25" fmla="*/ 29872 w 1169836"/>
              <a:gd name="connsiteY25" fmla="*/ 15359 h 936844"/>
              <a:gd name="connsiteX0" fmla="*/ 29872 w 1169836"/>
              <a:gd name="connsiteY0" fmla="*/ 18385 h 939870"/>
              <a:gd name="connsiteX1" fmla="*/ 228839 w 1169836"/>
              <a:gd name="connsiteY1" fmla="*/ 7802 h 939870"/>
              <a:gd name="connsiteX2" fmla="*/ 829972 w 1169836"/>
              <a:gd name="connsiteY2" fmla="*/ 14152 h 939870"/>
              <a:gd name="connsiteX3" fmla="*/ 1016239 w 1169836"/>
              <a:gd name="connsiteY3" fmla="*/ 22618 h 939870"/>
              <a:gd name="connsiteX4" fmla="*/ 978139 w 1169836"/>
              <a:gd name="connsiteY4" fmla="*/ 141152 h 939870"/>
              <a:gd name="connsiteX5" fmla="*/ 965439 w 1169836"/>
              <a:gd name="connsiteY5" fmla="*/ 259685 h 939870"/>
              <a:gd name="connsiteX6" fmla="*/ 1003539 w 1169836"/>
              <a:gd name="connsiteY6" fmla="*/ 276618 h 939870"/>
              <a:gd name="connsiteX7" fmla="*/ 1100905 w 1169836"/>
              <a:gd name="connsiteY7" fmla="*/ 242752 h 939870"/>
              <a:gd name="connsiteX8" fmla="*/ 1147472 w 1169836"/>
              <a:gd name="connsiteY8" fmla="*/ 276618 h 939870"/>
              <a:gd name="connsiteX9" fmla="*/ 1168639 w 1169836"/>
              <a:gd name="connsiteY9" fmla="*/ 365518 h 939870"/>
              <a:gd name="connsiteX10" fmla="*/ 1113605 w 1169836"/>
              <a:gd name="connsiteY10" fmla="*/ 450185 h 939870"/>
              <a:gd name="connsiteX11" fmla="*/ 1037405 w 1169836"/>
              <a:gd name="connsiteY11" fmla="*/ 450185 h 939870"/>
              <a:gd name="connsiteX12" fmla="*/ 986605 w 1169836"/>
              <a:gd name="connsiteY12" fmla="*/ 420552 h 939870"/>
              <a:gd name="connsiteX13" fmla="*/ 973905 w 1169836"/>
              <a:gd name="connsiteY13" fmla="*/ 572952 h 939870"/>
              <a:gd name="connsiteX14" fmla="*/ 973905 w 1169836"/>
              <a:gd name="connsiteY14" fmla="*/ 704185 h 939870"/>
              <a:gd name="connsiteX15" fmla="*/ 990839 w 1169836"/>
              <a:gd name="connsiteY15" fmla="*/ 771918 h 939870"/>
              <a:gd name="connsiteX16" fmla="*/ 982372 w 1169836"/>
              <a:gd name="connsiteY16" fmla="*/ 843885 h 939870"/>
              <a:gd name="connsiteX17" fmla="*/ 927339 w 1169836"/>
              <a:gd name="connsiteY17" fmla="*/ 907385 h 939870"/>
              <a:gd name="connsiteX18" fmla="*/ 753772 w 1169836"/>
              <a:gd name="connsiteY18" fmla="*/ 928552 h 939870"/>
              <a:gd name="connsiteX19" fmla="*/ 457439 w 1169836"/>
              <a:gd name="connsiteY19" fmla="*/ 937018 h 939870"/>
              <a:gd name="connsiteX20" fmla="*/ 169572 w 1169836"/>
              <a:gd name="connsiteY20" fmla="*/ 937018 h 939870"/>
              <a:gd name="connsiteX21" fmla="*/ 25639 w 1169836"/>
              <a:gd name="connsiteY21" fmla="*/ 903152 h 939870"/>
              <a:gd name="connsiteX22" fmla="*/ 4472 w 1169836"/>
              <a:gd name="connsiteY22" fmla="*/ 788852 h 939870"/>
              <a:gd name="connsiteX23" fmla="*/ 239 w 1169836"/>
              <a:gd name="connsiteY23" fmla="*/ 462885 h 939870"/>
              <a:gd name="connsiteX24" fmla="*/ 8705 w 1169836"/>
              <a:gd name="connsiteY24" fmla="*/ 204652 h 939870"/>
              <a:gd name="connsiteX25" fmla="*/ 29872 w 1169836"/>
              <a:gd name="connsiteY25" fmla="*/ 18385 h 939870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5906 h 937391"/>
              <a:gd name="connsiteX1" fmla="*/ 228839 w 1169836"/>
              <a:gd name="connsiteY1" fmla="*/ 5323 h 937391"/>
              <a:gd name="connsiteX2" fmla="*/ 829972 w 1169836"/>
              <a:gd name="connsiteY2" fmla="*/ 11673 h 937391"/>
              <a:gd name="connsiteX3" fmla="*/ 1016239 w 1169836"/>
              <a:gd name="connsiteY3" fmla="*/ 20139 h 937391"/>
              <a:gd name="connsiteX4" fmla="*/ 978139 w 1169836"/>
              <a:gd name="connsiteY4" fmla="*/ 138673 h 937391"/>
              <a:gd name="connsiteX5" fmla="*/ 965439 w 1169836"/>
              <a:gd name="connsiteY5" fmla="*/ 257206 h 937391"/>
              <a:gd name="connsiteX6" fmla="*/ 1003539 w 1169836"/>
              <a:gd name="connsiteY6" fmla="*/ 274139 h 937391"/>
              <a:gd name="connsiteX7" fmla="*/ 1100905 w 1169836"/>
              <a:gd name="connsiteY7" fmla="*/ 240273 h 937391"/>
              <a:gd name="connsiteX8" fmla="*/ 1147472 w 1169836"/>
              <a:gd name="connsiteY8" fmla="*/ 274139 h 937391"/>
              <a:gd name="connsiteX9" fmla="*/ 1168639 w 1169836"/>
              <a:gd name="connsiteY9" fmla="*/ 363039 h 937391"/>
              <a:gd name="connsiteX10" fmla="*/ 1113605 w 1169836"/>
              <a:gd name="connsiteY10" fmla="*/ 447706 h 937391"/>
              <a:gd name="connsiteX11" fmla="*/ 1037405 w 1169836"/>
              <a:gd name="connsiteY11" fmla="*/ 447706 h 937391"/>
              <a:gd name="connsiteX12" fmla="*/ 986605 w 1169836"/>
              <a:gd name="connsiteY12" fmla="*/ 418073 h 937391"/>
              <a:gd name="connsiteX13" fmla="*/ 973905 w 1169836"/>
              <a:gd name="connsiteY13" fmla="*/ 570473 h 937391"/>
              <a:gd name="connsiteX14" fmla="*/ 973905 w 1169836"/>
              <a:gd name="connsiteY14" fmla="*/ 701706 h 937391"/>
              <a:gd name="connsiteX15" fmla="*/ 990839 w 1169836"/>
              <a:gd name="connsiteY15" fmla="*/ 769439 h 937391"/>
              <a:gd name="connsiteX16" fmla="*/ 982372 w 1169836"/>
              <a:gd name="connsiteY16" fmla="*/ 841406 h 937391"/>
              <a:gd name="connsiteX17" fmla="*/ 927339 w 1169836"/>
              <a:gd name="connsiteY17" fmla="*/ 904906 h 937391"/>
              <a:gd name="connsiteX18" fmla="*/ 753772 w 1169836"/>
              <a:gd name="connsiteY18" fmla="*/ 926073 h 937391"/>
              <a:gd name="connsiteX19" fmla="*/ 457439 w 1169836"/>
              <a:gd name="connsiteY19" fmla="*/ 934539 h 937391"/>
              <a:gd name="connsiteX20" fmla="*/ 169572 w 1169836"/>
              <a:gd name="connsiteY20" fmla="*/ 934539 h 937391"/>
              <a:gd name="connsiteX21" fmla="*/ 25639 w 1169836"/>
              <a:gd name="connsiteY21" fmla="*/ 900673 h 937391"/>
              <a:gd name="connsiteX22" fmla="*/ 4472 w 1169836"/>
              <a:gd name="connsiteY22" fmla="*/ 786373 h 937391"/>
              <a:gd name="connsiteX23" fmla="*/ 239 w 1169836"/>
              <a:gd name="connsiteY23" fmla="*/ 460406 h 937391"/>
              <a:gd name="connsiteX24" fmla="*/ 8705 w 1169836"/>
              <a:gd name="connsiteY24" fmla="*/ 202173 h 937391"/>
              <a:gd name="connsiteX25" fmla="*/ 29872 w 1169836"/>
              <a:gd name="connsiteY25" fmla="*/ 15906 h 937391"/>
              <a:gd name="connsiteX0" fmla="*/ 29872 w 1169836"/>
              <a:gd name="connsiteY0" fmla="*/ 10657 h 968126"/>
              <a:gd name="connsiteX1" fmla="*/ 228839 w 1169836"/>
              <a:gd name="connsiteY1" fmla="*/ 36058 h 968126"/>
              <a:gd name="connsiteX2" fmla="*/ 829972 w 1169836"/>
              <a:gd name="connsiteY2" fmla="*/ 42408 h 968126"/>
              <a:gd name="connsiteX3" fmla="*/ 1016239 w 1169836"/>
              <a:gd name="connsiteY3" fmla="*/ 50874 h 968126"/>
              <a:gd name="connsiteX4" fmla="*/ 978139 w 1169836"/>
              <a:gd name="connsiteY4" fmla="*/ 169408 h 968126"/>
              <a:gd name="connsiteX5" fmla="*/ 965439 w 1169836"/>
              <a:gd name="connsiteY5" fmla="*/ 287941 h 968126"/>
              <a:gd name="connsiteX6" fmla="*/ 1003539 w 1169836"/>
              <a:gd name="connsiteY6" fmla="*/ 304874 h 968126"/>
              <a:gd name="connsiteX7" fmla="*/ 1100905 w 1169836"/>
              <a:gd name="connsiteY7" fmla="*/ 271008 h 968126"/>
              <a:gd name="connsiteX8" fmla="*/ 1147472 w 1169836"/>
              <a:gd name="connsiteY8" fmla="*/ 304874 h 968126"/>
              <a:gd name="connsiteX9" fmla="*/ 1168639 w 1169836"/>
              <a:gd name="connsiteY9" fmla="*/ 393774 h 968126"/>
              <a:gd name="connsiteX10" fmla="*/ 1113605 w 1169836"/>
              <a:gd name="connsiteY10" fmla="*/ 478441 h 968126"/>
              <a:gd name="connsiteX11" fmla="*/ 1037405 w 1169836"/>
              <a:gd name="connsiteY11" fmla="*/ 478441 h 968126"/>
              <a:gd name="connsiteX12" fmla="*/ 986605 w 1169836"/>
              <a:gd name="connsiteY12" fmla="*/ 448808 h 968126"/>
              <a:gd name="connsiteX13" fmla="*/ 973905 w 1169836"/>
              <a:gd name="connsiteY13" fmla="*/ 601208 h 968126"/>
              <a:gd name="connsiteX14" fmla="*/ 973905 w 1169836"/>
              <a:gd name="connsiteY14" fmla="*/ 732441 h 968126"/>
              <a:gd name="connsiteX15" fmla="*/ 990839 w 1169836"/>
              <a:gd name="connsiteY15" fmla="*/ 800174 h 968126"/>
              <a:gd name="connsiteX16" fmla="*/ 982372 w 1169836"/>
              <a:gd name="connsiteY16" fmla="*/ 872141 h 968126"/>
              <a:gd name="connsiteX17" fmla="*/ 927339 w 1169836"/>
              <a:gd name="connsiteY17" fmla="*/ 935641 h 968126"/>
              <a:gd name="connsiteX18" fmla="*/ 753772 w 1169836"/>
              <a:gd name="connsiteY18" fmla="*/ 956808 h 968126"/>
              <a:gd name="connsiteX19" fmla="*/ 457439 w 1169836"/>
              <a:gd name="connsiteY19" fmla="*/ 965274 h 968126"/>
              <a:gd name="connsiteX20" fmla="*/ 169572 w 1169836"/>
              <a:gd name="connsiteY20" fmla="*/ 965274 h 968126"/>
              <a:gd name="connsiteX21" fmla="*/ 25639 w 1169836"/>
              <a:gd name="connsiteY21" fmla="*/ 931408 h 968126"/>
              <a:gd name="connsiteX22" fmla="*/ 4472 w 1169836"/>
              <a:gd name="connsiteY22" fmla="*/ 817108 h 968126"/>
              <a:gd name="connsiteX23" fmla="*/ 239 w 1169836"/>
              <a:gd name="connsiteY23" fmla="*/ 491141 h 968126"/>
              <a:gd name="connsiteX24" fmla="*/ 8705 w 1169836"/>
              <a:gd name="connsiteY24" fmla="*/ 232908 h 968126"/>
              <a:gd name="connsiteX25" fmla="*/ 29872 w 1169836"/>
              <a:gd name="connsiteY25" fmla="*/ 10657 h 96812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6227 h 973696"/>
              <a:gd name="connsiteX1" fmla="*/ 237305 w 1169836"/>
              <a:gd name="connsiteY1" fmla="*/ 20461 h 973696"/>
              <a:gd name="connsiteX2" fmla="*/ 829972 w 1169836"/>
              <a:gd name="connsiteY2" fmla="*/ 47978 h 973696"/>
              <a:gd name="connsiteX3" fmla="*/ 1016239 w 1169836"/>
              <a:gd name="connsiteY3" fmla="*/ 56444 h 973696"/>
              <a:gd name="connsiteX4" fmla="*/ 978139 w 1169836"/>
              <a:gd name="connsiteY4" fmla="*/ 174978 h 973696"/>
              <a:gd name="connsiteX5" fmla="*/ 965439 w 1169836"/>
              <a:gd name="connsiteY5" fmla="*/ 293511 h 973696"/>
              <a:gd name="connsiteX6" fmla="*/ 1003539 w 1169836"/>
              <a:gd name="connsiteY6" fmla="*/ 310444 h 973696"/>
              <a:gd name="connsiteX7" fmla="*/ 1100905 w 1169836"/>
              <a:gd name="connsiteY7" fmla="*/ 276578 h 973696"/>
              <a:gd name="connsiteX8" fmla="*/ 1147472 w 1169836"/>
              <a:gd name="connsiteY8" fmla="*/ 310444 h 973696"/>
              <a:gd name="connsiteX9" fmla="*/ 1168639 w 1169836"/>
              <a:gd name="connsiteY9" fmla="*/ 399344 h 973696"/>
              <a:gd name="connsiteX10" fmla="*/ 1113605 w 1169836"/>
              <a:gd name="connsiteY10" fmla="*/ 484011 h 973696"/>
              <a:gd name="connsiteX11" fmla="*/ 1037405 w 1169836"/>
              <a:gd name="connsiteY11" fmla="*/ 484011 h 973696"/>
              <a:gd name="connsiteX12" fmla="*/ 986605 w 1169836"/>
              <a:gd name="connsiteY12" fmla="*/ 454378 h 973696"/>
              <a:gd name="connsiteX13" fmla="*/ 973905 w 1169836"/>
              <a:gd name="connsiteY13" fmla="*/ 606778 h 973696"/>
              <a:gd name="connsiteX14" fmla="*/ 973905 w 1169836"/>
              <a:gd name="connsiteY14" fmla="*/ 738011 h 973696"/>
              <a:gd name="connsiteX15" fmla="*/ 990839 w 1169836"/>
              <a:gd name="connsiteY15" fmla="*/ 805744 h 973696"/>
              <a:gd name="connsiteX16" fmla="*/ 982372 w 1169836"/>
              <a:gd name="connsiteY16" fmla="*/ 877711 h 973696"/>
              <a:gd name="connsiteX17" fmla="*/ 927339 w 1169836"/>
              <a:gd name="connsiteY17" fmla="*/ 941211 h 973696"/>
              <a:gd name="connsiteX18" fmla="*/ 753772 w 1169836"/>
              <a:gd name="connsiteY18" fmla="*/ 962378 h 973696"/>
              <a:gd name="connsiteX19" fmla="*/ 457439 w 1169836"/>
              <a:gd name="connsiteY19" fmla="*/ 970844 h 973696"/>
              <a:gd name="connsiteX20" fmla="*/ 169572 w 1169836"/>
              <a:gd name="connsiteY20" fmla="*/ 970844 h 973696"/>
              <a:gd name="connsiteX21" fmla="*/ 25639 w 1169836"/>
              <a:gd name="connsiteY21" fmla="*/ 936978 h 973696"/>
              <a:gd name="connsiteX22" fmla="*/ 4472 w 1169836"/>
              <a:gd name="connsiteY22" fmla="*/ 822678 h 973696"/>
              <a:gd name="connsiteX23" fmla="*/ 239 w 1169836"/>
              <a:gd name="connsiteY23" fmla="*/ 496711 h 973696"/>
              <a:gd name="connsiteX24" fmla="*/ 8705 w 1169836"/>
              <a:gd name="connsiteY24" fmla="*/ 238478 h 973696"/>
              <a:gd name="connsiteX25" fmla="*/ 29872 w 1169836"/>
              <a:gd name="connsiteY25" fmla="*/ 16227 h 973696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16239 w 1169836"/>
              <a:gd name="connsiteY3" fmla="*/ 55408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15191 h 972660"/>
              <a:gd name="connsiteX1" fmla="*/ 237305 w 1169836"/>
              <a:gd name="connsiteY1" fmla="*/ 19425 h 972660"/>
              <a:gd name="connsiteX2" fmla="*/ 832089 w 1169836"/>
              <a:gd name="connsiteY2" fmla="*/ 17309 h 972660"/>
              <a:gd name="connsiteX3" fmla="*/ 1050106 w 1169836"/>
              <a:gd name="connsiteY3" fmla="*/ 25775 h 972660"/>
              <a:gd name="connsiteX4" fmla="*/ 978139 w 1169836"/>
              <a:gd name="connsiteY4" fmla="*/ 173942 h 972660"/>
              <a:gd name="connsiteX5" fmla="*/ 965439 w 1169836"/>
              <a:gd name="connsiteY5" fmla="*/ 292475 h 972660"/>
              <a:gd name="connsiteX6" fmla="*/ 1003539 w 1169836"/>
              <a:gd name="connsiteY6" fmla="*/ 309408 h 972660"/>
              <a:gd name="connsiteX7" fmla="*/ 1100905 w 1169836"/>
              <a:gd name="connsiteY7" fmla="*/ 275542 h 972660"/>
              <a:gd name="connsiteX8" fmla="*/ 1147472 w 1169836"/>
              <a:gd name="connsiteY8" fmla="*/ 309408 h 972660"/>
              <a:gd name="connsiteX9" fmla="*/ 1168639 w 1169836"/>
              <a:gd name="connsiteY9" fmla="*/ 398308 h 972660"/>
              <a:gd name="connsiteX10" fmla="*/ 1113605 w 1169836"/>
              <a:gd name="connsiteY10" fmla="*/ 482975 h 972660"/>
              <a:gd name="connsiteX11" fmla="*/ 1037405 w 1169836"/>
              <a:gd name="connsiteY11" fmla="*/ 482975 h 972660"/>
              <a:gd name="connsiteX12" fmla="*/ 986605 w 1169836"/>
              <a:gd name="connsiteY12" fmla="*/ 453342 h 972660"/>
              <a:gd name="connsiteX13" fmla="*/ 973905 w 1169836"/>
              <a:gd name="connsiteY13" fmla="*/ 605742 h 972660"/>
              <a:gd name="connsiteX14" fmla="*/ 973905 w 1169836"/>
              <a:gd name="connsiteY14" fmla="*/ 736975 h 972660"/>
              <a:gd name="connsiteX15" fmla="*/ 990839 w 1169836"/>
              <a:gd name="connsiteY15" fmla="*/ 804708 h 972660"/>
              <a:gd name="connsiteX16" fmla="*/ 982372 w 1169836"/>
              <a:gd name="connsiteY16" fmla="*/ 876675 h 972660"/>
              <a:gd name="connsiteX17" fmla="*/ 927339 w 1169836"/>
              <a:gd name="connsiteY17" fmla="*/ 940175 h 972660"/>
              <a:gd name="connsiteX18" fmla="*/ 753772 w 1169836"/>
              <a:gd name="connsiteY18" fmla="*/ 961342 h 972660"/>
              <a:gd name="connsiteX19" fmla="*/ 457439 w 1169836"/>
              <a:gd name="connsiteY19" fmla="*/ 969808 h 972660"/>
              <a:gd name="connsiteX20" fmla="*/ 169572 w 1169836"/>
              <a:gd name="connsiteY20" fmla="*/ 969808 h 972660"/>
              <a:gd name="connsiteX21" fmla="*/ 25639 w 1169836"/>
              <a:gd name="connsiteY21" fmla="*/ 935942 h 972660"/>
              <a:gd name="connsiteX22" fmla="*/ 4472 w 1169836"/>
              <a:gd name="connsiteY22" fmla="*/ 821642 h 972660"/>
              <a:gd name="connsiteX23" fmla="*/ 239 w 1169836"/>
              <a:gd name="connsiteY23" fmla="*/ 495675 h 972660"/>
              <a:gd name="connsiteX24" fmla="*/ 8705 w 1169836"/>
              <a:gd name="connsiteY24" fmla="*/ 237442 h 972660"/>
              <a:gd name="connsiteX25" fmla="*/ 29872 w 1169836"/>
              <a:gd name="connsiteY25" fmla="*/ 15191 h 972660"/>
              <a:gd name="connsiteX0" fmla="*/ 29872 w 1169836"/>
              <a:gd name="connsiteY0" fmla="*/ 20598 h 978067"/>
              <a:gd name="connsiteX1" fmla="*/ 243655 w 1169836"/>
              <a:gd name="connsiteY1" fmla="*/ 10015 h 978067"/>
              <a:gd name="connsiteX2" fmla="*/ 832089 w 1169836"/>
              <a:gd name="connsiteY2" fmla="*/ 22716 h 978067"/>
              <a:gd name="connsiteX3" fmla="*/ 1050106 w 1169836"/>
              <a:gd name="connsiteY3" fmla="*/ 31182 h 978067"/>
              <a:gd name="connsiteX4" fmla="*/ 978139 w 1169836"/>
              <a:gd name="connsiteY4" fmla="*/ 179349 h 978067"/>
              <a:gd name="connsiteX5" fmla="*/ 965439 w 1169836"/>
              <a:gd name="connsiteY5" fmla="*/ 297882 h 978067"/>
              <a:gd name="connsiteX6" fmla="*/ 1003539 w 1169836"/>
              <a:gd name="connsiteY6" fmla="*/ 314815 h 978067"/>
              <a:gd name="connsiteX7" fmla="*/ 1100905 w 1169836"/>
              <a:gd name="connsiteY7" fmla="*/ 280949 h 978067"/>
              <a:gd name="connsiteX8" fmla="*/ 1147472 w 1169836"/>
              <a:gd name="connsiteY8" fmla="*/ 314815 h 978067"/>
              <a:gd name="connsiteX9" fmla="*/ 1168639 w 1169836"/>
              <a:gd name="connsiteY9" fmla="*/ 403715 h 978067"/>
              <a:gd name="connsiteX10" fmla="*/ 1113605 w 1169836"/>
              <a:gd name="connsiteY10" fmla="*/ 488382 h 978067"/>
              <a:gd name="connsiteX11" fmla="*/ 1037405 w 1169836"/>
              <a:gd name="connsiteY11" fmla="*/ 488382 h 978067"/>
              <a:gd name="connsiteX12" fmla="*/ 986605 w 1169836"/>
              <a:gd name="connsiteY12" fmla="*/ 458749 h 978067"/>
              <a:gd name="connsiteX13" fmla="*/ 973905 w 1169836"/>
              <a:gd name="connsiteY13" fmla="*/ 611149 h 978067"/>
              <a:gd name="connsiteX14" fmla="*/ 973905 w 1169836"/>
              <a:gd name="connsiteY14" fmla="*/ 742382 h 978067"/>
              <a:gd name="connsiteX15" fmla="*/ 990839 w 1169836"/>
              <a:gd name="connsiteY15" fmla="*/ 810115 h 978067"/>
              <a:gd name="connsiteX16" fmla="*/ 982372 w 1169836"/>
              <a:gd name="connsiteY16" fmla="*/ 882082 h 978067"/>
              <a:gd name="connsiteX17" fmla="*/ 927339 w 1169836"/>
              <a:gd name="connsiteY17" fmla="*/ 945582 h 978067"/>
              <a:gd name="connsiteX18" fmla="*/ 753772 w 1169836"/>
              <a:gd name="connsiteY18" fmla="*/ 966749 h 978067"/>
              <a:gd name="connsiteX19" fmla="*/ 457439 w 1169836"/>
              <a:gd name="connsiteY19" fmla="*/ 975215 h 978067"/>
              <a:gd name="connsiteX20" fmla="*/ 169572 w 1169836"/>
              <a:gd name="connsiteY20" fmla="*/ 975215 h 978067"/>
              <a:gd name="connsiteX21" fmla="*/ 25639 w 1169836"/>
              <a:gd name="connsiteY21" fmla="*/ 941349 h 978067"/>
              <a:gd name="connsiteX22" fmla="*/ 4472 w 1169836"/>
              <a:gd name="connsiteY22" fmla="*/ 827049 h 978067"/>
              <a:gd name="connsiteX23" fmla="*/ 239 w 1169836"/>
              <a:gd name="connsiteY23" fmla="*/ 501082 h 978067"/>
              <a:gd name="connsiteX24" fmla="*/ 8705 w 1169836"/>
              <a:gd name="connsiteY24" fmla="*/ 242849 h 978067"/>
              <a:gd name="connsiteX25" fmla="*/ 29872 w 1169836"/>
              <a:gd name="connsiteY25" fmla="*/ 20598 h 978067"/>
              <a:gd name="connsiteX0" fmla="*/ 29872 w 1169836"/>
              <a:gd name="connsiteY0" fmla="*/ 21238 h 978707"/>
              <a:gd name="connsiteX1" fmla="*/ 243655 w 1169836"/>
              <a:gd name="connsiteY1" fmla="*/ 10655 h 978707"/>
              <a:gd name="connsiteX2" fmla="*/ 832089 w 1169836"/>
              <a:gd name="connsiteY2" fmla="*/ 23356 h 978707"/>
              <a:gd name="connsiteX3" fmla="*/ 1050106 w 1169836"/>
              <a:gd name="connsiteY3" fmla="*/ 31822 h 978707"/>
              <a:gd name="connsiteX4" fmla="*/ 978139 w 1169836"/>
              <a:gd name="connsiteY4" fmla="*/ 179989 h 978707"/>
              <a:gd name="connsiteX5" fmla="*/ 965439 w 1169836"/>
              <a:gd name="connsiteY5" fmla="*/ 298522 h 978707"/>
              <a:gd name="connsiteX6" fmla="*/ 1003539 w 1169836"/>
              <a:gd name="connsiteY6" fmla="*/ 315455 h 978707"/>
              <a:gd name="connsiteX7" fmla="*/ 1100905 w 1169836"/>
              <a:gd name="connsiteY7" fmla="*/ 281589 h 978707"/>
              <a:gd name="connsiteX8" fmla="*/ 1147472 w 1169836"/>
              <a:gd name="connsiteY8" fmla="*/ 315455 h 978707"/>
              <a:gd name="connsiteX9" fmla="*/ 1168639 w 1169836"/>
              <a:gd name="connsiteY9" fmla="*/ 404355 h 978707"/>
              <a:gd name="connsiteX10" fmla="*/ 1113605 w 1169836"/>
              <a:gd name="connsiteY10" fmla="*/ 489022 h 978707"/>
              <a:gd name="connsiteX11" fmla="*/ 1037405 w 1169836"/>
              <a:gd name="connsiteY11" fmla="*/ 489022 h 978707"/>
              <a:gd name="connsiteX12" fmla="*/ 986605 w 1169836"/>
              <a:gd name="connsiteY12" fmla="*/ 459389 h 978707"/>
              <a:gd name="connsiteX13" fmla="*/ 973905 w 1169836"/>
              <a:gd name="connsiteY13" fmla="*/ 611789 h 978707"/>
              <a:gd name="connsiteX14" fmla="*/ 973905 w 1169836"/>
              <a:gd name="connsiteY14" fmla="*/ 743022 h 978707"/>
              <a:gd name="connsiteX15" fmla="*/ 990839 w 1169836"/>
              <a:gd name="connsiteY15" fmla="*/ 810755 h 978707"/>
              <a:gd name="connsiteX16" fmla="*/ 982372 w 1169836"/>
              <a:gd name="connsiteY16" fmla="*/ 882722 h 978707"/>
              <a:gd name="connsiteX17" fmla="*/ 927339 w 1169836"/>
              <a:gd name="connsiteY17" fmla="*/ 946222 h 978707"/>
              <a:gd name="connsiteX18" fmla="*/ 753772 w 1169836"/>
              <a:gd name="connsiteY18" fmla="*/ 967389 h 978707"/>
              <a:gd name="connsiteX19" fmla="*/ 457439 w 1169836"/>
              <a:gd name="connsiteY19" fmla="*/ 975855 h 978707"/>
              <a:gd name="connsiteX20" fmla="*/ 169572 w 1169836"/>
              <a:gd name="connsiteY20" fmla="*/ 975855 h 978707"/>
              <a:gd name="connsiteX21" fmla="*/ 25639 w 1169836"/>
              <a:gd name="connsiteY21" fmla="*/ 941989 h 978707"/>
              <a:gd name="connsiteX22" fmla="*/ 4472 w 1169836"/>
              <a:gd name="connsiteY22" fmla="*/ 827689 h 978707"/>
              <a:gd name="connsiteX23" fmla="*/ 239 w 1169836"/>
              <a:gd name="connsiteY23" fmla="*/ 501722 h 978707"/>
              <a:gd name="connsiteX24" fmla="*/ 8705 w 1169836"/>
              <a:gd name="connsiteY24" fmla="*/ 243489 h 978707"/>
              <a:gd name="connsiteX25" fmla="*/ 29872 w 1169836"/>
              <a:gd name="connsiteY25" fmla="*/ 21238 h 978707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30226 w 1170190"/>
              <a:gd name="connsiteY0" fmla="*/ 18583 h 976052"/>
              <a:gd name="connsiteX1" fmla="*/ 244009 w 1170190"/>
              <a:gd name="connsiteY1" fmla="*/ 8000 h 976052"/>
              <a:gd name="connsiteX2" fmla="*/ 832443 w 1170190"/>
              <a:gd name="connsiteY2" fmla="*/ 20701 h 976052"/>
              <a:gd name="connsiteX3" fmla="*/ 1050460 w 1170190"/>
              <a:gd name="connsiteY3" fmla="*/ 29167 h 976052"/>
              <a:gd name="connsiteX4" fmla="*/ 978493 w 1170190"/>
              <a:gd name="connsiteY4" fmla="*/ 177334 h 976052"/>
              <a:gd name="connsiteX5" fmla="*/ 965793 w 1170190"/>
              <a:gd name="connsiteY5" fmla="*/ 295867 h 976052"/>
              <a:gd name="connsiteX6" fmla="*/ 1003893 w 1170190"/>
              <a:gd name="connsiteY6" fmla="*/ 312800 h 976052"/>
              <a:gd name="connsiteX7" fmla="*/ 1101259 w 1170190"/>
              <a:gd name="connsiteY7" fmla="*/ 278934 h 976052"/>
              <a:gd name="connsiteX8" fmla="*/ 1147826 w 1170190"/>
              <a:gd name="connsiteY8" fmla="*/ 312800 h 976052"/>
              <a:gd name="connsiteX9" fmla="*/ 1168993 w 1170190"/>
              <a:gd name="connsiteY9" fmla="*/ 401700 h 976052"/>
              <a:gd name="connsiteX10" fmla="*/ 1113959 w 1170190"/>
              <a:gd name="connsiteY10" fmla="*/ 486367 h 976052"/>
              <a:gd name="connsiteX11" fmla="*/ 1037759 w 1170190"/>
              <a:gd name="connsiteY11" fmla="*/ 486367 h 976052"/>
              <a:gd name="connsiteX12" fmla="*/ 986959 w 1170190"/>
              <a:gd name="connsiteY12" fmla="*/ 456734 h 976052"/>
              <a:gd name="connsiteX13" fmla="*/ 974259 w 1170190"/>
              <a:gd name="connsiteY13" fmla="*/ 609134 h 976052"/>
              <a:gd name="connsiteX14" fmla="*/ 974259 w 1170190"/>
              <a:gd name="connsiteY14" fmla="*/ 740367 h 976052"/>
              <a:gd name="connsiteX15" fmla="*/ 991193 w 1170190"/>
              <a:gd name="connsiteY15" fmla="*/ 808100 h 976052"/>
              <a:gd name="connsiteX16" fmla="*/ 982726 w 1170190"/>
              <a:gd name="connsiteY16" fmla="*/ 880067 h 976052"/>
              <a:gd name="connsiteX17" fmla="*/ 927693 w 1170190"/>
              <a:gd name="connsiteY17" fmla="*/ 943567 h 976052"/>
              <a:gd name="connsiteX18" fmla="*/ 754126 w 1170190"/>
              <a:gd name="connsiteY18" fmla="*/ 964734 h 976052"/>
              <a:gd name="connsiteX19" fmla="*/ 457793 w 1170190"/>
              <a:gd name="connsiteY19" fmla="*/ 973200 h 976052"/>
              <a:gd name="connsiteX20" fmla="*/ 169926 w 1170190"/>
              <a:gd name="connsiteY20" fmla="*/ 973200 h 976052"/>
              <a:gd name="connsiteX21" fmla="*/ 25993 w 1170190"/>
              <a:gd name="connsiteY21" fmla="*/ 939334 h 976052"/>
              <a:gd name="connsiteX22" fmla="*/ 4826 w 1170190"/>
              <a:gd name="connsiteY22" fmla="*/ 825034 h 976052"/>
              <a:gd name="connsiteX23" fmla="*/ 593 w 1170190"/>
              <a:gd name="connsiteY23" fmla="*/ 499067 h 976052"/>
              <a:gd name="connsiteX24" fmla="*/ 9059 w 1170190"/>
              <a:gd name="connsiteY24" fmla="*/ 240834 h 976052"/>
              <a:gd name="connsiteX25" fmla="*/ 30226 w 1170190"/>
              <a:gd name="connsiteY25" fmla="*/ 18583 h 976052"/>
              <a:gd name="connsiteX0" fmla="*/ 29872 w 1169836"/>
              <a:gd name="connsiteY0" fmla="*/ 18583 h 976052"/>
              <a:gd name="connsiteX1" fmla="*/ 243655 w 1169836"/>
              <a:gd name="connsiteY1" fmla="*/ 8000 h 976052"/>
              <a:gd name="connsiteX2" fmla="*/ 832089 w 1169836"/>
              <a:gd name="connsiteY2" fmla="*/ 20701 h 976052"/>
              <a:gd name="connsiteX3" fmla="*/ 1050106 w 1169836"/>
              <a:gd name="connsiteY3" fmla="*/ 29167 h 976052"/>
              <a:gd name="connsiteX4" fmla="*/ 978139 w 1169836"/>
              <a:gd name="connsiteY4" fmla="*/ 177334 h 976052"/>
              <a:gd name="connsiteX5" fmla="*/ 965439 w 1169836"/>
              <a:gd name="connsiteY5" fmla="*/ 295867 h 976052"/>
              <a:gd name="connsiteX6" fmla="*/ 1003539 w 1169836"/>
              <a:gd name="connsiteY6" fmla="*/ 312800 h 976052"/>
              <a:gd name="connsiteX7" fmla="*/ 1100905 w 1169836"/>
              <a:gd name="connsiteY7" fmla="*/ 278934 h 976052"/>
              <a:gd name="connsiteX8" fmla="*/ 1147472 w 1169836"/>
              <a:gd name="connsiteY8" fmla="*/ 312800 h 976052"/>
              <a:gd name="connsiteX9" fmla="*/ 1168639 w 1169836"/>
              <a:gd name="connsiteY9" fmla="*/ 401700 h 976052"/>
              <a:gd name="connsiteX10" fmla="*/ 1113605 w 1169836"/>
              <a:gd name="connsiteY10" fmla="*/ 486367 h 976052"/>
              <a:gd name="connsiteX11" fmla="*/ 1037405 w 1169836"/>
              <a:gd name="connsiteY11" fmla="*/ 486367 h 976052"/>
              <a:gd name="connsiteX12" fmla="*/ 986605 w 1169836"/>
              <a:gd name="connsiteY12" fmla="*/ 456734 h 976052"/>
              <a:gd name="connsiteX13" fmla="*/ 973905 w 1169836"/>
              <a:gd name="connsiteY13" fmla="*/ 609134 h 976052"/>
              <a:gd name="connsiteX14" fmla="*/ 973905 w 1169836"/>
              <a:gd name="connsiteY14" fmla="*/ 740367 h 976052"/>
              <a:gd name="connsiteX15" fmla="*/ 990839 w 1169836"/>
              <a:gd name="connsiteY15" fmla="*/ 808100 h 976052"/>
              <a:gd name="connsiteX16" fmla="*/ 982372 w 1169836"/>
              <a:gd name="connsiteY16" fmla="*/ 880067 h 976052"/>
              <a:gd name="connsiteX17" fmla="*/ 927339 w 1169836"/>
              <a:gd name="connsiteY17" fmla="*/ 943567 h 976052"/>
              <a:gd name="connsiteX18" fmla="*/ 753772 w 1169836"/>
              <a:gd name="connsiteY18" fmla="*/ 964734 h 976052"/>
              <a:gd name="connsiteX19" fmla="*/ 457439 w 1169836"/>
              <a:gd name="connsiteY19" fmla="*/ 973200 h 976052"/>
              <a:gd name="connsiteX20" fmla="*/ 169572 w 1169836"/>
              <a:gd name="connsiteY20" fmla="*/ 973200 h 976052"/>
              <a:gd name="connsiteX21" fmla="*/ 25639 w 1169836"/>
              <a:gd name="connsiteY21" fmla="*/ 939334 h 976052"/>
              <a:gd name="connsiteX22" fmla="*/ 4472 w 1169836"/>
              <a:gd name="connsiteY22" fmla="*/ 825034 h 976052"/>
              <a:gd name="connsiteX23" fmla="*/ 239 w 1169836"/>
              <a:gd name="connsiteY23" fmla="*/ 499067 h 976052"/>
              <a:gd name="connsiteX24" fmla="*/ 8705 w 1169836"/>
              <a:gd name="connsiteY24" fmla="*/ 240834 h 976052"/>
              <a:gd name="connsiteX25" fmla="*/ 29872 w 1169836"/>
              <a:gd name="connsiteY25" fmla="*/ 18583 h 976052"/>
              <a:gd name="connsiteX0" fmla="*/ 29872 w 1169836"/>
              <a:gd name="connsiteY0" fmla="*/ 16937 h 974406"/>
              <a:gd name="connsiteX1" fmla="*/ 243655 w 1169836"/>
              <a:gd name="connsiteY1" fmla="*/ 6354 h 974406"/>
              <a:gd name="connsiteX2" fmla="*/ 829973 w 1169836"/>
              <a:gd name="connsiteY2" fmla="*/ 5 h 974406"/>
              <a:gd name="connsiteX3" fmla="*/ 1050106 w 1169836"/>
              <a:gd name="connsiteY3" fmla="*/ 27521 h 974406"/>
              <a:gd name="connsiteX4" fmla="*/ 978139 w 1169836"/>
              <a:gd name="connsiteY4" fmla="*/ 175688 h 974406"/>
              <a:gd name="connsiteX5" fmla="*/ 965439 w 1169836"/>
              <a:gd name="connsiteY5" fmla="*/ 294221 h 974406"/>
              <a:gd name="connsiteX6" fmla="*/ 1003539 w 1169836"/>
              <a:gd name="connsiteY6" fmla="*/ 311154 h 974406"/>
              <a:gd name="connsiteX7" fmla="*/ 1100905 w 1169836"/>
              <a:gd name="connsiteY7" fmla="*/ 277288 h 974406"/>
              <a:gd name="connsiteX8" fmla="*/ 1147472 w 1169836"/>
              <a:gd name="connsiteY8" fmla="*/ 311154 h 974406"/>
              <a:gd name="connsiteX9" fmla="*/ 1168639 w 1169836"/>
              <a:gd name="connsiteY9" fmla="*/ 400054 h 974406"/>
              <a:gd name="connsiteX10" fmla="*/ 1113605 w 1169836"/>
              <a:gd name="connsiteY10" fmla="*/ 484721 h 974406"/>
              <a:gd name="connsiteX11" fmla="*/ 1037405 w 1169836"/>
              <a:gd name="connsiteY11" fmla="*/ 484721 h 974406"/>
              <a:gd name="connsiteX12" fmla="*/ 986605 w 1169836"/>
              <a:gd name="connsiteY12" fmla="*/ 455088 h 974406"/>
              <a:gd name="connsiteX13" fmla="*/ 973905 w 1169836"/>
              <a:gd name="connsiteY13" fmla="*/ 607488 h 974406"/>
              <a:gd name="connsiteX14" fmla="*/ 973905 w 1169836"/>
              <a:gd name="connsiteY14" fmla="*/ 738721 h 974406"/>
              <a:gd name="connsiteX15" fmla="*/ 990839 w 1169836"/>
              <a:gd name="connsiteY15" fmla="*/ 806454 h 974406"/>
              <a:gd name="connsiteX16" fmla="*/ 982372 w 1169836"/>
              <a:gd name="connsiteY16" fmla="*/ 878421 h 974406"/>
              <a:gd name="connsiteX17" fmla="*/ 927339 w 1169836"/>
              <a:gd name="connsiteY17" fmla="*/ 941921 h 974406"/>
              <a:gd name="connsiteX18" fmla="*/ 753772 w 1169836"/>
              <a:gd name="connsiteY18" fmla="*/ 963088 h 974406"/>
              <a:gd name="connsiteX19" fmla="*/ 457439 w 1169836"/>
              <a:gd name="connsiteY19" fmla="*/ 971554 h 974406"/>
              <a:gd name="connsiteX20" fmla="*/ 169572 w 1169836"/>
              <a:gd name="connsiteY20" fmla="*/ 971554 h 974406"/>
              <a:gd name="connsiteX21" fmla="*/ 25639 w 1169836"/>
              <a:gd name="connsiteY21" fmla="*/ 937688 h 974406"/>
              <a:gd name="connsiteX22" fmla="*/ 4472 w 1169836"/>
              <a:gd name="connsiteY22" fmla="*/ 823388 h 974406"/>
              <a:gd name="connsiteX23" fmla="*/ 239 w 1169836"/>
              <a:gd name="connsiteY23" fmla="*/ 497421 h 974406"/>
              <a:gd name="connsiteX24" fmla="*/ 8705 w 1169836"/>
              <a:gd name="connsiteY24" fmla="*/ 239188 h 974406"/>
              <a:gd name="connsiteX25" fmla="*/ 29872 w 1169836"/>
              <a:gd name="connsiteY25" fmla="*/ 16937 h 974406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982372 w 1169836"/>
              <a:gd name="connsiteY16" fmla="*/ 880296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73905 w 1169836"/>
              <a:gd name="connsiteY13" fmla="*/ 609363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29872 w 1169836"/>
              <a:gd name="connsiteY0" fmla="*/ 18812 h 976281"/>
              <a:gd name="connsiteX1" fmla="*/ 243655 w 1169836"/>
              <a:gd name="connsiteY1" fmla="*/ 8229 h 976281"/>
              <a:gd name="connsiteX2" fmla="*/ 829973 w 1169836"/>
              <a:gd name="connsiteY2" fmla="*/ 1880 h 976281"/>
              <a:gd name="connsiteX3" fmla="*/ 1060689 w 1169836"/>
              <a:gd name="connsiteY3" fmla="*/ 18813 h 976281"/>
              <a:gd name="connsiteX4" fmla="*/ 978139 w 1169836"/>
              <a:gd name="connsiteY4" fmla="*/ 177563 h 976281"/>
              <a:gd name="connsiteX5" fmla="*/ 965439 w 1169836"/>
              <a:gd name="connsiteY5" fmla="*/ 296096 h 976281"/>
              <a:gd name="connsiteX6" fmla="*/ 1003539 w 1169836"/>
              <a:gd name="connsiteY6" fmla="*/ 313029 h 976281"/>
              <a:gd name="connsiteX7" fmla="*/ 1100905 w 1169836"/>
              <a:gd name="connsiteY7" fmla="*/ 279163 h 976281"/>
              <a:gd name="connsiteX8" fmla="*/ 1147472 w 1169836"/>
              <a:gd name="connsiteY8" fmla="*/ 313029 h 976281"/>
              <a:gd name="connsiteX9" fmla="*/ 1168639 w 1169836"/>
              <a:gd name="connsiteY9" fmla="*/ 401929 h 976281"/>
              <a:gd name="connsiteX10" fmla="*/ 1113605 w 1169836"/>
              <a:gd name="connsiteY10" fmla="*/ 486596 h 976281"/>
              <a:gd name="connsiteX11" fmla="*/ 1037405 w 1169836"/>
              <a:gd name="connsiteY11" fmla="*/ 486596 h 976281"/>
              <a:gd name="connsiteX12" fmla="*/ 986605 w 1169836"/>
              <a:gd name="connsiteY12" fmla="*/ 456963 h 976281"/>
              <a:gd name="connsiteX13" fmla="*/ 965439 w 1169836"/>
              <a:gd name="connsiteY13" fmla="*/ 611480 h 976281"/>
              <a:gd name="connsiteX14" fmla="*/ 973905 w 1169836"/>
              <a:gd name="connsiteY14" fmla="*/ 740596 h 976281"/>
              <a:gd name="connsiteX15" fmla="*/ 990839 w 1169836"/>
              <a:gd name="connsiteY15" fmla="*/ 808329 h 976281"/>
              <a:gd name="connsiteX16" fmla="*/ 1003538 w 1169836"/>
              <a:gd name="connsiteY16" fmla="*/ 907812 h 976281"/>
              <a:gd name="connsiteX17" fmla="*/ 927339 w 1169836"/>
              <a:gd name="connsiteY17" fmla="*/ 943796 h 976281"/>
              <a:gd name="connsiteX18" fmla="*/ 753772 w 1169836"/>
              <a:gd name="connsiteY18" fmla="*/ 964963 h 976281"/>
              <a:gd name="connsiteX19" fmla="*/ 457439 w 1169836"/>
              <a:gd name="connsiteY19" fmla="*/ 973429 h 976281"/>
              <a:gd name="connsiteX20" fmla="*/ 169572 w 1169836"/>
              <a:gd name="connsiteY20" fmla="*/ 973429 h 976281"/>
              <a:gd name="connsiteX21" fmla="*/ 25639 w 1169836"/>
              <a:gd name="connsiteY21" fmla="*/ 939563 h 976281"/>
              <a:gd name="connsiteX22" fmla="*/ 4472 w 1169836"/>
              <a:gd name="connsiteY22" fmla="*/ 825263 h 976281"/>
              <a:gd name="connsiteX23" fmla="*/ 239 w 1169836"/>
              <a:gd name="connsiteY23" fmla="*/ 499296 h 976281"/>
              <a:gd name="connsiteX24" fmla="*/ 8705 w 1169836"/>
              <a:gd name="connsiteY24" fmla="*/ 241063 h 976281"/>
              <a:gd name="connsiteX25" fmla="*/ 29872 w 1169836"/>
              <a:gd name="connsiteY25" fmla="*/ 18812 h 976281"/>
              <a:gd name="connsiteX0" fmla="*/ 31125 w 1171089"/>
              <a:gd name="connsiteY0" fmla="*/ 18812 h 979680"/>
              <a:gd name="connsiteX1" fmla="*/ 244908 w 1171089"/>
              <a:gd name="connsiteY1" fmla="*/ 8229 h 979680"/>
              <a:gd name="connsiteX2" fmla="*/ 831226 w 1171089"/>
              <a:gd name="connsiteY2" fmla="*/ 1880 h 979680"/>
              <a:gd name="connsiteX3" fmla="*/ 1061942 w 1171089"/>
              <a:gd name="connsiteY3" fmla="*/ 18813 h 979680"/>
              <a:gd name="connsiteX4" fmla="*/ 979392 w 1171089"/>
              <a:gd name="connsiteY4" fmla="*/ 177563 h 979680"/>
              <a:gd name="connsiteX5" fmla="*/ 966692 w 1171089"/>
              <a:gd name="connsiteY5" fmla="*/ 296096 h 979680"/>
              <a:gd name="connsiteX6" fmla="*/ 1004792 w 1171089"/>
              <a:gd name="connsiteY6" fmla="*/ 313029 h 979680"/>
              <a:gd name="connsiteX7" fmla="*/ 1102158 w 1171089"/>
              <a:gd name="connsiteY7" fmla="*/ 279163 h 979680"/>
              <a:gd name="connsiteX8" fmla="*/ 1148725 w 1171089"/>
              <a:gd name="connsiteY8" fmla="*/ 313029 h 979680"/>
              <a:gd name="connsiteX9" fmla="*/ 1169892 w 1171089"/>
              <a:gd name="connsiteY9" fmla="*/ 401929 h 979680"/>
              <a:gd name="connsiteX10" fmla="*/ 1114858 w 1171089"/>
              <a:gd name="connsiteY10" fmla="*/ 486596 h 979680"/>
              <a:gd name="connsiteX11" fmla="*/ 1038658 w 1171089"/>
              <a:gd name="connsiteY11" fmla="*/ 486596 h 979680"/>
              <a:gd name="connsiteX12" fmla="*/ 987858 w 1171089"/>
              <a:gd name="connsiteY12" fmla="*/ 456963 h 979680"/>
              <a:gd name="connsiteX13" fmla="*/ 966692 w 1171089"/>
              <a:gd name="connsiteY13" fmla="*/ 611480 h 979680"/>
              <a:gd name="connsiteX14" fmla="*/ 975158 w 1171089"/>
              <a:gd name="connsiteY14" fmla="*/ 740596 h 979680"/>
              <a:gd name="connsiteX15" fmla="*/ 992092 w 1171089"/>
              <a:gd name="connsiteY15" fmla="*/ 808329 h 979680"/>
              <a:gd name="connsiteX16" fmla="*/ 1004791 w 1171089"/>
              <a:gd name="connsiteY16" fmla="*/ 907812 h 979680"/>
              <a:gd name="connsiteX17" fmla="*/ 928592 w 1171089"/>
              <a:gd name="connsiteY17" fmla="*/ 943796 h 979680"/>
              <a:gd name="connsiteX18" fmla="*/ 755025 w 1171089"/>
              <a:gd name="connsiteY18" fmla="*/ 964963 h 979680"/>
              <a:gd name="connsiteX19" fmla="*/ 458692 w 1171089"/>
              <a:gd name="connsiteY19" fmla="*/ 973429 h 979680"/>
              <a:gd name="connsiteX20" fmla="*/ 289358 w 1171089"/>
              <a:gd name="connsiteY20" fmla="*/ 977662 h 979680"/>
              <a:gd name="connsiteX21" fmla="*/ 26892 w 1171089"/>
              <a:gd name="connsiteY21" fmla="*/ 939563 h 979680"/>
              <a:gd name="connsiteX22" fmla="*/ 5725 w 1171089"/>
              <a:gd name="connsiteY22" fmla="*/ 825263 h 979680"/>
              <a:gd name="connsiteX23" fmla="*/ 1492 w 1171089"/>
              <a:gd name="connsiteY23" fmla="*/ 499296 h 979680"/>
              <a:gd name="connsiteX24" fmla="*/ 9958 w 1171089"/>
              <a:gd name="connsiteY24" fmla="*/ 241063 h 979680"/>
              <a:gd name="connsiteX25" fmla="*/ 31125 w 1171089"/>
              <a:gd name="connsiteY25" fmla="*/ 18812 h 979680"/>
              <a:gd name="connsiteX0" fmla="*/ 34109 w 1174073"/>
              <a:gd name="connsiteY0" fmla="*/ 18812 h 979085"/>
              <a:gd name="connsiteX1" fmla="*/ 247892 w 1174073"/>
              <a:gd name="connsiteY1" fmla="*/ 8229 h 979085"/>
              <a:gd name="connsiteX2" fmla="*/ 834210 w 1174073"/>
              <a:gd name="connsiteY2" fmla="*/ 1880 h 979085"/>
              <a:gd name="connsiteX3" fmla="*/ 1064926 w 1174073"/>
              <a:gd name="connsiteY3" fmla="*/ 18813 h 979085"/>
              <a:gd name="connsiteX4" fmla="*/ 982376 w 1174073"/>
              <a:gd name="connsiteY4" fmla="*/ 177563 h 979085"/>
              <a:gd name="connsiteX5" fmla="*/ 969676 w 1174073"/>
              <a:gd name="connsiteY5" fmla="*/ 296096 h 979085"/>
              <a:gd name="connsiteX6" fmla="*/ 1007776 w 1174073"/>
              <a:gd name="connsiteY6" fmla="*/ 313029 h 979085"/>
              <a:gd name="connsiteX7" fmla="*/ 1105142 w 1174073"/>
              <a:gd name="connsiteY7" fmla="*/ 279163 h 979085"/>
              <a:gd name="connsiteX8" fmla="*/ 1151709 w 1174073"/>
              <a:gd name="connsiteY8" fmla="*/ 313029 h 979085"/>
              <a:gd name="connsiteX9" fmla="*/ 1172876 w 1174073"/>
              <a:gd name="connsiteY9" fmla="*/ 401929 h 979085"/>
              <a:gd name="connsiteX10" fmla="*/ 1117842 w 1174073"/>
              <a:gd name="connsiteY10" fmla="*/ 486596 h 979085"/>
              <a:gd name="connsiteX11" fmla="*/ 1041642 w 1174073"/>
              <a:gd name="connsiteY11" fmla="*/ 486596 h 979085"/>
              <a:gd name="connsiteX12" fmla="*/ 990842 w 1174073"/>
              <a:gd name="connsiteY12" fmla="*/ 456963 h 979085"/>
              <a:gd name="connsiteX13" fmla="*/ 969676 w 1174073"/>
              <a:gd name="connsiteY13" fmla="*/ 611480 h 979085"/>
              <a:gd name="connsiteX14" fmla="*/ 978142 w 1174073"/>
              <a:gd name="connsiteY14" fmla="*/ 740596 h 979085"/>
              <a:gd name="connsiteX15" fmla="*/ 995076 w 1174073"/>
              <a:gd name="connsiteY15" fmla="*/ 808329 h 979085"/>
              <a:gd name="connsiteX16" fmla="*/ 1007775 w 1174073"/>
              <a:gd name="connsiteY16" fmla="*/ 907812 h 979085"/>
              <a:gd name="connsiteX17" fmla="*/ 931576 w 1174073"/>
              <a:gd name="connsiteY17" fmla="*/ 943796 h 979085"/>
              <a:gd name="connsiteX18" fmla="*/ 758009 w 1174073"/>
              <a:gd name="connsiteY18" fmla="*/ 964963 h 979085"/>
              <a:gd name="connsiteX19" fmla="*/ 461676 w 1174073"/>
              <a:gd name="connsiteY19" fmla="*/ 973429 h 979085"/>
              <a:gd name="connsiteX20" fmla="*/ 292342 w 1174073"/>
              <a:gd name="connsiteY20" fmla="*/ 977662 h 979085"/>
              <a:gd name="connsiteX21" fmla="*/ 101842 w 1174073"/>
              <a:gd name="connsiteY21" fmla="*/ 948030 h 979085"/>
              <a:gd name="connsiteX22" fmla="*/ 8709 w 1174073"/>
              <a:gd name="connsiteY22" fmla="*/ 825263 h 979085"/>
              <a:gd name="connsiteX23" fmla="*/ 4476 w 1174073"/>
              <a:gd name="connsiteY23" fmla="*/ 499296 h 979085"/>
              <a:gd name="connsiteX24" fmla="*/ 12942 w 1174073"/>
              <a:gd name="connsiteY24" fmla="*/ 241063 h 979085"/>
              <a:gd name="connsiteX25" fmla="*/ 34109 w 1174073"/>
              <a:gd name="connsiteY25" fmla="*/ 18812 h 979085"/>
              <a:gd name="connsiteX0" fmla="*/ 29639 w 1169603"/>
              <a:gd name="connsiteY0" fmla="*/ 18812 h 979085"/>
              <a:gd name="connsiteX1" fmla="*/ 243422 w 1169603"/>
              <a:gd name="connsiteY1" fmla="*/ 8229 h 979085"/>
              <a:gd name="connsiteX2" fmla="*/ 829740 w 1169603"/>
              <a:gd name="connsiteY2" fmla="*/ 1880 h 979085"/>
              <a:gd name="connsiteX3" fmla="*/ 1060456 w 1169603"/>
              <a:gd name="connsiteY3" fmla="*/ 18813 h 979085"/>
              <a:gd name="connsiteX4" fmla="*/ 977906 w 1169603"/>
              <a:gd name="connsiteY4" fmla="*/ 177563 h 979085"/>
              <a:gd name="connsiteX5" fmla="*/ 965206 w 1169603"/>
              <a:gd name="connsiteY5" fmla="*/ 296096 h 979085"/>
              <a:gd name="connsiteX6" fmla="*/ 1003306 w 1169603"/>
              <a:gd name="connsiteY6" fmla="*/ 313029 h 979085"/>
              <a:gd name="connsiteX7" fmla="*/ 1100672 w 1169603"/>
              <a:gd name="connsiteY7" fmla="*/ 279163 h 979085"/>
              <a:gd name="connsiteX8" fmla="*/ 1147239 w 1169603"/>
              <a:gd name="connsiteY8" fmla="*/ 313029 h 979085"/>
              <a:gd name="connsiteX9" fmla="*/ 1168406 w 1169603"/>
              <a:gd name="connsiteY9" fmla="*/ 401929 h 979085"/>
              <a:gd name="connsiteX10" fmla="*/ 1113372 w 1169603"/>
              <a:gd name="connsiteY10" fmla="*/ 486596 h 979085"/>
              <a:gd name="connsiteX11" fmla="*/ 1037172 w 1169603"/>
              <a:gd name="connsiteY11" fmla="*/ 486596 h 979085"/>
              <a:gd name="connsiteX12" fmla="*/ 986372 w 1169603"/>
              <a:gd name="connsiteY12" fmla="*/ 456963 h 979085"/>
              <a:gd name="connsiteX13" fmla="*/ 965206 w 1169603"/>
              <a:gd name="connsiteY13" fmla="*/ 611480 h 979085"/>
              <a:gd name="connsiteX14" fmla="*/ 973672 w 1169603"/>
              <a:gd name="connsiteY14" fmla="*/ 740596 h 979085"/>
              <a:gd name="connsiteX15" fmla="*/ 990606 w 1169603"/>
              <a:gd name="connsiteY15" fmla="*/ 808329 h 979085"/>
              <a:gd name="connsiteX16" fmla="*/ 1003305 w 1169603"/>
              <a:gd name="connsiteY16" fmla="*/ 907812 h 979085"/>
              <a:gd name="connsiteX17" fmla="*/ 927106 w 1169603"/>
              <a:gd name="connsiteY17" fmla="*/ 943796 h 979085"/>
              <a:gd name="connsiteX18" fmla="*/ 753539 w 1169603"/>
              <a:gd name="connsiteY18" fmla="*/ 964963 h 979085"/>
              <a:gd name="connsiteX19" fmla="*/ 457206 w 1169603"/>
              <a:gd name="connsiteY19" fmla="*/ 973429 h 979085"/>
              <a:gd name="connsiteX20" fmla="*/ 287872 w 1169603"/>
              <a:gd name="connsiteY20" fmla="*/ 977662 h 979085"/>
              <a:gd name="connsiteX21" fmla="*/ 97372 w 1169603"/>
              <a:gd name="connsiteY21" fmla="*/ 948030 h 979085"/>
              <a:gd name="connsiteX22" fmla="*/ 84672 w 1169603"/>
              <a:gd name="connsiteY22" fmla="*/ 818913 h 979085"/>
              <a:gd name="connsiteX23" fmla="*/ 6 w 1169603"/>
              <a:gd name="connsiteY23" fmla="*/ 499296 h 979085"/>
              <a:gd name="connsiteX24" fmla="*/ 8472 w 1169603"/>
              <a:gd name="connsiteY24" fmla="*/ 241063 h 979085"/>
              <a:gd name="connsiteX25" fmla="*/ 29639 w 1169603"/>
              <a:gd name="connsiteY25" fmla="*/ 18812 h 979085"/>
              <a:gd name="connsiteX0" fmla="*/ 33220 w 1173184"/>
              <a:gd name="connsiteY0" fmla="*/ 18812 h 979085"/>
              <a:gd name="connsiteX1" fmla="*/ 247003 w 1173184"/>
              <a:gd name="connsiteY1" fmla="*/ 8229 h 979085"/>
              <a:gd name="connsiteX2" fmla="*/ 833321 w 1173184"/>
              <a:gd name="connsiteY2" fmla="*/ 1880 h 979085"/>
              <a:gd name="connsiteX3" fmla="*/ 1064037 w 1173184"/>
              <a:gd name="connsiteY3" fmla="*/ 18813 h 979085"/>
              <a:gd name="connsiteX4" fmla="*/ 981487 w 1173184"/>
              <a:gd name="connsiteY4" fmla="*/ 177563 h 979085"/>
              <a:gd name="connsiteX5" fmla="*/ 968787 w 1173184"/>
              <a:gd name="connsiteY5" fmla="*/ 296096 h 979085"/>
              <a:gd name="connsiteX6" fmla="*/ 1006887 w 1173184"/>
              <a:gd name="connsiteY6" fmla="*/ 313029 h 979085"/>
              <a:gd name="connsiteX7" fmla="*/ 1104253 w 1173184"/>
              <a:gd name="connsiteY7" fmla="*/ 279163 h 979085"/>
              <a:gd name="connsiteX8" fmla="*/ 1150820 w 1173184"/>
              <a:gd name="connsiteY8" fmla="*/ 313029 h 979085"/>
              <a:gd name="connsiteX9" fmla="*/ 1171987 w 1173184"/>
              <a:gd name="connsiteY9" fmla="*/ 401929 h 979085"/>
              <a:gd name="connsiteX10" fmla="*/ 1116953 w 1173184"/>
              <a:gd name="connsiteY10" fmla="*/ 486596 h 979085"/>
              <a:gd name="connsiteX11" fmla="*/ 1040753 w 1173184"/>
              <a:gd name="connsiteY11" fmla="*/ 486596 h 979085"/>
              <a:gd name="connsiteX12" fmla="*/ 989953 w 1173184"/>
              <a:gd name="connsiteY12" fmla="*/ 456963 h 979085"/>
              <a:gd name="connsiteX13" fmla="*/ 968787 w 1173184"/>
              <a:gd name="connsiteY13" fmla="*/ 611480 h 979085"/>
              <a:gd name="connsiteX14" fmla="*/ 977253 w 1173184"/>
              <a:gd name="connsiteY14" fmla="*/ 740596 h 979085"/>
              <a:gd name="connsiteX15" fmla="*/ 994187 w 1173184"/>
              <a:gd name="connsiteY15" fmla="*/ 808329 h 979085"/>
              <a:gd name="connsiteX16" fmla="*/ 1006886 w 1173184"/>
              <a:gd name="connsiteY16" fmla="*/ 907812 h 979085"/>
              <a:gd name="connsiteX17" fmla="*/ 930687 w 1173184"/>
              <a:gd name="connsiteY17" fmla="*/ 943796 h 979085"/>
              <a:gd name="connsiteX18" fmla="*/ 757120 w 1173184"/>
              <a:gd name="connsiteY18" fmla="*/ 964963 h 979085"/>
              <a:gd name="connsiteX19" fmla="*/ 460787 w 1173184"/>
              <a:gd name="connsiteY19" fmla="*/ 973429 h 979085"/>
              <a:gd name="connsiteX20" fmla="*/ 291453 w 1173184"/>
              <a:gd name="connsiteY20" fmla="*/ 977662 h 979085"/>
              <a:gd name="connsiteX21" fmla="*/ 100953 w 1173184"/>
              <a:gd name="connsiteY21" fmla="*/ 948030 h 979085"/>
              <a:gd name="connsiteX22" fmla="*/ 88253 w 1173184"/>
              <a:gd name="connsiteY22" fmla="*/ 818913 h 979085"/>
              <a:gd name="connsiteX23" fmla="*/ 96720 w 1173184"/>
              <a:gd name="connsiteY23" fmla="*/ 492946 h 979085"/>
              <a:gd name="connsiteX24" fmla="*/ 12053 w 1173184"/>
              <a:gd name="connsiteY24" fmla="*/ 241063 h 979085"/>
              <a:gd name="connsiteX25" fmla="*/ 33220 w 1173184"/>
              <a:gd name="connsiteY25" fmla="*/ 18812 h 979085"/>
              <a:gd name="connsiteX0" fmla="*/ 5384 w 1145348"/>
              <a:gd name="connsiteY0" fmla="*/ 19529 h 979802"/>
              <a:gd name="connsiteX1" fmla="*/ 219167 w 1145348"/>
              <a:gd name="connsiteY1" fmla="*/ 8946 h 979802"/>
              <a:gd name="connsiteX2" fmla="*/ 805485 w 1145348"/>
              <a:gd name="connsiteY2" fmla="*/ 2597 h 979802"/>
              <a:gd name="connsiteX3" fmla="*/ 1036201 w 1145348"/>
              <a:gd name="connsiteY3" fmla="*/ 19530 h 979802"/>
              <a:gd name="connsiteX4" fmla="*/ 953651 w 1145348"/>
              <a:gd name="connsiteY4" fmla="*/ 178280 h 979802"/>
              <a:gd name="connsiteX5" fmla="*/ 940951 w 1145348"/>
              <a:gd name="connsiteY5" fmla="*/ 296813 h 979802"/>
              <a:gd name="connsiteX6" fmla="*/ 979051 w 1145348"/>
              <a:gd name="connsiteY6" fmla="*/ 313746 h 979802"/>
              <a:gd name="connsiteX7" fmla="*/ 1076417 w 1145348"/>
              <a:gd name="connsiteY7" fmla="*/ 279880 h 979802"/>
              <a:gd name="connsiteX8" fmla="*/ 1122984 w 1145348"/>
              <a:gd name="connsiteY8" fmla="*/ 313746 h 979802"/>
              <a:gd name="connsiteX9" fmla="*/ 1144151 w 1145348"/>
              <a:gd name="connsiteY9" fmla="*/ 402646 h 979802"/>
              <a:gd name="connsiteX10" fmla="*/ 1089117 w 1145348"/>
              <a:gd name="connsiteY10" fmla="*/ 487313 h 979802"/>
              <a:gd name="connsiteX11" fmla="*/ 1012917 w 1145348"/>
              <a:gd name="connsiteY11" fmla="*/ 487313 h 979802"/>
              <a:gd name="connsiteX12" fmla="*/ 962117 w 1145348"/>
              <a:gd name="connsiteY12" fmla="*/ 457680 h 979802"/>
              <a:gd name="connsiteX13" fmla="*/ 940951 w 1145348"/>
              <a:gd name="connsiteY13" fmla="*/ 612197 h 979802"/>
              <a:gd name="connsiteX14" fmla="*/ 949417 w 1145348"/>
              <a:gd name="connsiteY14" fmla="*/ 741313 h 979802"/>
              <a:gd name="connsiteX15" fmla="*/ 966351 w 1145348"/>
              <a:gd name="connsiteY15" fmla="*/ 809046 h 979802"/>
              <a:gd name="connsiteX16" fmla="*/ 979050 w 1145348"/>
              <a:gd name="connsiteY16" fmla="*/ 908529 h 979802"/>
              <a:gd name="connsiteX17" fmla="*/ 902851 w 1145348"/>
              <a:gd name="connsiteY17" fmla="*/ 944513 h 979802"/>
              <a:gd name="connsiteX18" fmla="*/ 729284 w 1145348"/>
              <a:gd name="connsiteY18" fmla="*/ 965680 h 979802"/>
              <a:gd name="connsiteX19" fmla="*/ 432951 w 1145348"/>
              <a:gd name="connsiteY19" fmla="*/ 974146 h 979802"/>
              <a:gd name="connsiteX20" fmla="*/ 263617 w 1145348"/>
              <a:gd name="connsiteY20" fmla="*/ 978379 h 979802"/>
              <a:gd name="connsiteX21" fmla="*/ 73117 w 1145348"/>
              <a:gd name="connsiteY21" fmla="*/ 948747 h 979802"/>
              <a:gd name="connsiteX22" fmla="*/ 60417 w 1145348"/>
              <a:gd name="connsiteY22" fmla="*/ 819630 h 979802"/>
              <a:gd name="connsiteX23" fmla="*/ 68884 w 1145348"/>
              <a:gd name="connsiteY23" fmla="*/ 493663 h 979802"/>
              <a:gd name="connsiteX24" fmla="*/ 64650 w 1145348"/>
              <a:gd name="connsiteY24" fmla="*/ 239664 h 979802"/>
              <a:gd name="connsiteX25" fmla="*/ 5384 w 1145348"/>
              <a:gd name="connsiteY25" fmla="*/ 19529 h 979802"/>
              <a:gd name="connsiteX0" fmla="*/ 15590 w 1155554"/>
              <a:gd name="connsiteY0" fmla="*/ 21383 h 981656"/>
              <a:gd name="connsiteX1" fmla="*/ 398707 w 1155554"/>
              <a:gd name="connsiteY1" fmla="*/ 6566 h 981656"/>
              <a:gd name="connsiteX2" fmla="*/ 815691 w 1155554"/>
              <a:gd name="connsiteY2" fmla="*/ 4451 h 981656"/>
              <a:gd name="connsiteX3" fmla="*/ 1046407 w 1155554"/>
              <a:gd name="connsiteY3" fmla="*/ 21384 h 981656"/>
              <a:gd name="connsiteX4" fmla="*/ 963857 w 1155554"/>
              <a:gd name="connsiteY4" fmla="*/ 180134 h 981656"/>
              <a:gd name="connsiteX5" fmla="*/ 951157 w 1155554"/>
              <a:gd name="connsiteY5" fmla="*/ 298667 h 981656"/>
              <a:gd name="connsiteX6" fmla="*/ 989257 w 1155554"/>
              <a:gd name="connsiteY6" fmla="*/ 315600 h 981656"/>
              <a:gd name="connsiteX7" fmla="*/ 1086623 w 1155554"/>
              <a:gd name="connsiteY7" fmla="*/ 281734 h 981656"/>
              <a:gd name="connsiteX8" fmla="*/ 1133190 w 1155554"/>
              <a:gd name="connsiteY8" fmla="*/ 315600 h 981656"/>
              <a:gd name="connsiteX9" fmla="*/ 1154357 w 1155554"/>
              <a:gd name="connsiteY9" fmla="*/ 404500 h 981656"/>
              <a:gd name="connsiteX10" fmla="*/ 1099323 w 1155554"/>
              <a:gd name="connsiteY10" fmla="*/ 489167 h 981656"/>
              <a:gd name="connsiteX11" fmla="*/ 1023123 w 1155554"/>
              <a:gd name="connsiteY11" fmla="*/ 489167 h 981656"/>
              <a:gd name="connsiteX12" fmla="*/ 972323 w 1155554"/>
              <a:gd name="connsiteY12" fmla="*/ 459534 h 981656"/>
              <a:gd name="connsiteX13" fmla="*/ 951157 w 1155554"/>
              <a:gd name="connsiteY13" fmla="*/ 614051 h 981656"/>
              <a:gd name="connsiteX14" fmla="*/ 959623 w 1155554"/>
              <a:gd name="connsiteY14" fmla="*/ 743167 h 981656"/>
              <a:gd name="connsiteX15" fmla="*/ 976557 w 1155554"/>
              <a:gd name="connsiteY15" fmla="*/ 810900 h 981656"/>
              <a:gd name="connsiteX16" fmla="*/ 989256 w 1155554"/>
              <a:gd name="connsiteY16" fmla="*/ 910383 h 981656"/>
              <a:gd name="connsiteX17" fmla="*/ 913057 w 1155554"/>
              <a:gd name="connsiteY17" fmla="*/ 946367 h 981656"/>
              <a:gd name="connsiteX18" fmla="*/ 739490 w 1155554"/>
              <a:gd name="connsiteY18" fmla="*/ 967534 h 981656"/>
              <a:gd name="connsiteX19" fmla="*/ 443157 w 1155554"/>
              <a:gd name="connsiteY19" fmla="*/ 976000 h 981656"/>
              <a:gd name="connsiteX20" fmla="*/ 273823 w 1155554"/>
              <a:gd name="connsiteY20" fmla="*/ 980233 h 981656"/>
              <a:gd name="connsiteX21" fmla="*/ 83323 w 1155554"/>
              <a:gd name="connsiteY21" fmla="*/ 950601 h 981656"/>
              <a:gd name="connsiteX22" fmla="*/ 70623 w 1155554"/>
              <a:gd name="connsiteY22" fmla="*/ 821484 h 981656"/>
              <a:gd name="connsiteX23" fmla="*/ 79090 w 1155554"/>
              <a:gd name="connsiteY23" fmla="*/ 495517 h 981656"/>
              <a:gd name="connsiteX24" fmla="*/ 74856 w 1155554"/>
              <a:gd name="connsiteY24" fmla="*/ 241518 h 981656"/>
              <a:gd name="connsiteX25" fmla="*/ 15590 w 1155554"/>
              <a:gd name="connsiteY25" fmla="*/ 21383 h 981656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24936 w 1091234"/>
              <a:gd name="connsiteY16" fmla="*/ 911802 h 983075"/>
              <a:gd name="connsiteX17" fmla="*/ 848737 w 1091234"/>
              <a:gd name="connsiteY17" fmla="*/ 94778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24936 w 1091234"/>
              <a:gd name="connsiteY16" fmla="*/ 911802 h 983075"/>
              <a:gd name="connsiteX17" fmla="*/ 848737 w 1091234"/>
              <a:gd name="connsiteY17" fmla="*/ 94778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31286 w 1091234"/>
              <a:gd name="connsiteY16" fmla="*/ 934027 h 983075"/>
              <a:gd name="connsiteX17" fmla="*/ 848737 w 1091234"/>
              <a:gd name="connsiteY17" fmla="*/ 94778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31286 w 1091234"/>
              <a:gd name="connsiteY16" fmla="*/ 934027 h 983075"/>
              <a:gd name="connsiteX17" fmla="*/ 853499 w 1091234"/>
              <a:gd name="connsiteY17" fmla="*/ 954136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31286 w 1091234"/>
              <a:gd name="connsiteY16" fmla="*/ 934027 h 983075"/>
              <a:gd name="connsiteX17" fmla="*/ 858261 w 1091234"/>
              <a:gd name="connsiteY17" fmla="*/ 957311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31286 w 1091234"/>
              <a:gd name="connsiteY16" fmla="*/ 934027 h 983075"/>
              <a:gd name="connsiteX17" fmla="*/ 858261 w 1091234"/>
              <a:gd name="connsiteY17" fmla="*/ 957311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870 w 1091234"/>
              <a:gd name="connsiteY0" fmla="*/ 20686 h 983075"/>
              <a:gd name="connsiteX1" fmla="*/ 334387 w 1091234"/>
              <a:gd name="connsiteY1" fmla="*/ 7985 h 983075"/>
              <a:gd name="connsiteX2" fmla="*/ 751371 w 1091234"/>
              <a:gd name="connsiteY2" fmla="*/ 5870 h 983075"/>
              <a:gd name="connsiteX3" fmla="*/ 982087 w 1091234"/>
              <a:gd name="connsiteY3" fmla="*/ 22803 h 983075"/>
              <a:gd name="connsiteX4" fmla="*/ 899537 w 1091234"/>
              <a:gd name="connsiteY4" fmla="*/ 181553 h 983075"/>
              <a:gd name="connsiteX5" fmla="*/ 886837 w 1091234"/>
              <a:gd name="connsiteY5" fmla="*/ 300086 h 983075"/>
              <a:gd name="connsiteX6" fmla="*/ 924937 w 1091234"/>
              <a:gd name="connsiteY6" fmla="*/ 317019 h 983075"/>
              <a:gd name="connsiteX7" fmla="*/ 1022303 w 1091234"/>
              <a:gd name="connsiteY7" fmla="*/ 283153 h 983075"/>
              <a:gd name="connsiteX8" fmla="*/ 1068870 w 1091234"/>
              <a:gd name="connsiteY8" fmla="*/ 317019 h 983075"/>
              <a:gd name="connsiteX9" fmla="*/ 1090037 w 1091234"/>
              <a:gd name="connsiteY9" fmla="*/ 405919 h 983075"/>
              <a:gd name="connsiteX10" fmla="*/ 1035003 w 1091234"/>
              <a:gd name="connsiteY10" fmla="*/ 490586 h 983075"/>
              <a:gd name="connsiteX11" fmla="*/ 958803 w 1091234"/>
              <a:gd name="connsiteY11" fmla="*/ 490586 h 983075"/>
              <a:gd name="connsiteX12" fmla="*/ 908003 w 1091234"/>
              <a:gd name="connsiteY12" fmla="*/ 460953 h 983075"/>
              <a:gd name="connsiteX13" fmla="*/ 886837 w 1091234"/>
              <a:gd name="connsiteY13" fmla="*/ 615470 h 983075"/>
              <a:gd name="connsiteX14" fmla="*/ 895303 w 1091234"/>
              <a:gd name="connsiteY14" fmla="*/ 744586 h 983075"/>
              <a:gd name="connsiteX15" fmla="*/ 912237 w 1091234"/>
              <a:gd name="connsiteY15" fmla="*/ 812319 h 983075"/>
              <a:gd name="connsiteX16" fmla="*/ 931286 w 1091234"/>
              <a:gd name="connsiteY16" fmla="*/ 934027 h 983075"/>
              <a:gd name="connsiteX17" fmla="*/ 858261 w 1091234"/>
              <a:gd name="connsiteY17" fmla="*/ 957311 h 983075"/>
              <a:gd name="connsiteX18" fmla="*/ 675170 w 1091234"/>
              <a:gd name="connsiteY18" fmla="*/ 968953 h 983075"/>
              <a:gd name="connsiteX19" fmla="*/ 378837 w 1091234"/>
              <a:gd name="connsiteY19" fmla="*/ 977419 h 983075"/>
              <a:gd name="connsiteX20" fmla="*/ 209503 w 1091234"/>
              <a:gd name="connsiteY20" fmla="*/ 981652 h 983075"/>
              <a:gd name="connsiteX21" fmla="*/ 19003 w 1091234"/>
              <a:gd name="connsiteY21" fmla="*/ 952020 h 983075"/>
              <a:gd name="connsiteX22" fmla="*/ 6303 w 1091234"/>
              <a:gd name="connsiteY22" fmla="*/ 822903 h 983075"/>
              <a:gd name="connsiteX23" fmla="*/ 14770 w 1091234"/>
              <a:gd name="connsiteY23" fmla="*/ 496936 h 983075"/>
              <a:gd name="connsiteX24" fmla="*/ 10536 w 1091234"/>
              <a:gd name="connsiteY24" fmla="*/ 242937 h 983075"/>
              <a:gd name="connsiteX25" fmla="*/ 52870 w 1091234"/>
              <a:gd name="connsiteY25" fmla="*/ 20686 h 983075"/>
              <a:gd name="connsiteX0" fmla="*/ 52724 w 1091088"/>
              <a:gd name="connsiteY0" fmla="*/ 20686 h 977419"/>
              <a:gd name="connsiteX1" fmla="*/ 334241 w 1091088"/>
              <a:gd name="connsiteY1" fmla="*/ 7985 h 977419"/>
              <a:gd name="connsiteX2" fmla="*/ 751225 w 1091088"/>
              <a:gd name="connsiteY2" fmla="*/ 5870 h 977419"/>
              <a:gd name="connsiteX3" fmla="*/ 981941 w 1091088"/>
              <a:gd name="connsiteY3" fmla="*/ 22803 h 977419"/>
              <a:gd name="connsiteX4" fmla="*/ 899391 w 1091088"/>
              <a:gd name="connsiteY4" fmla="*/ 181553 h 977419"/>
              <a:gd name="connsiteX5" fmla="*/ 886691 w 1091088"/>
              <a:gd name="connsiteY5" fmla="*/ 300086 h 977419"/>
              <a:gd name="connsiteX6" fmla="*/ 924791 w 1091088"/>
              <a:gd name="connsiteY6" fmla="*/ 317019 h 977419"/>
              <a:gd name="connsiteX7" fmla="*/ 1022157 w 1091088"/>
              <a:gd name="connsiteY7" fmla="*/ 283153 h 977419"/>
              <a:gd name="connsiteX8" fmla="*/ 1068724 w 1091088"/>
              <a:gd name="connsiteY8" fmla="*/ 317019 h 977419"/>
              <a:gd name="connsiteX9" fmla="*/ 1089891 w 1091088"/>
              <a:gd name="connsiteY9" fmla="*/ 405919 h 977419"/>
              <a:gd name="connsiteX10" fmla="*/ 1034857 w 1091088"/>
              <a:gd name="connsiteY10" fmla="*/ 490586 h 977419"/>
              <a:gd name="connsiteX11" fmla="*/ 958657 w 1091088"/>
              <a:gd name="connsiteY11" fmla="*/ 490586 h 977419"/>
              <a:gd name="connsiteX12" fmla="*/ 907857 w 1091088"/>
              <a:gd name="connsiteY12" fmla="*/ 460953 h 977419"/>
              <a:gd name="connsiteX13" fmla="*/ 886691 w 1091088"/>
              <a:gd name="connsiteY13" fmla="*/ 615470 h 977419"/>
              <a:gd name="connsiteX14" fmla="*/ 895157 w 1091088"/>
              <a:gd name="connsiteY14" fmla="*/ 744586 h 977419"/>
              <a:gd name="connsiteX15" fmla="*/ 912091 w 1091088"/>
              <a:gd name="connsiteY15" fmla="*/ 812319 h 977419"/>
              <a:gd name="connsiteX16" fmla="*/ 931140 w 1091088"/>
              <a:gd name="connsiteY16" fmla="*/ 934027 h 977419"/>
              <a:gd name="connsiteX17" fmla="*/ 858115 w 1091088"/>
              <a:gd name="connsiteY17" fmla="*/ 957311 h 977419"/>
              <a:gd name="connsiteX18" fmla="*/ 675024 w 1091088"/>
              <a:gd name="connsiteY18" fmla="*/ 968953 h 977419"/>
              <a:gd name="connsiteX19" fmla="*/ 378691 w 1091088"/>
              <a:gd name="connsiteY19" fmla="*/ 977419 h 977419"/>
              <a:gd name="connsiteX20" fmla="*/ 207240 w 1091088"/>
              <a:gd name="connsiteY20" fmla="*/ 975302 h 977419"/>
              <a:gd name="connsiteX21" fmla="*/ 18857 w 1091088"/>
              <a:gd name="connsiteY21" fmla="*/ 952020 h 977419"/>
              <a:gd name="connsiteX22" fmla="*/ 6157 w 1091088"/>
              <a:gd name="connsiteY22" fmla="*/ 822903 h 977419"/>
              <a:gd name="connsiteX23" fmla="*/ 14624 w 1091088"/>
              <a:gd name="connsiteY23" fmla="*/ 496936 h 977419"/>
              <a:gd name="connsiteX24" fmla="*/ 10390 w 1091088"/>
              <a:gd name="connsiteY24" fmla="*/ 242937 h 977419"/>
              <a:gd name="connsiteX25" fmla="*/ 52724 w 1091088"/>
              <a:gd name="connsiteY25" fmla="*/ 20686 h 97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91088" h="977419">
                <a:moveTo>
                  <a:pt x="52724" y="20686"/>
                </a:moveTo>
                <a:cubicBezTo>
                  <a:pt x="106699" y="-18473"/>
                  <a:pt x="217824" y="10454"/>
                  <a:pt x="334241" y="7985"/>
                </a:cubicBezTo>
                <a:cubicBezTo>
                  <a:pt x="450658" y="5516"/>
                  <a:pt x="643275" y="3400"/>
                  <a:pt x="751225" y="5870"/>
                </a:cubicBezTo>
                <a:cubicBezTo>
                  <a:pt x="859175" y="8340"/>
                  <a:pt x="957247" y="-6477"/>
                  <a:pt x="981941" y="22803"/>
                </a:cubicBezTo>
                <a:cubicBezTo>
                  <a:pt x="1006635" y="52083"/>
                  <a:pt x="915266" y="135339"/>
                  <a:pt x="899391" y="181553"/>
                </a:cubicBezTo>
                <a:cubicBezTo>
                  <a:pt x="883516" y="227767"/>
                  <a:pt x="882458" y="277508"/>
                  <a:pt x="886691" y="300086"/>
                </a:cubicBezTo>
                <a:cubicBezTo>
                  <a:pt x="890924" y="322664"/>
                  <a:pt x="902213" y="319841"/>
                  <a:pt x="924791" y="317019"/>
                </a:cubicBezTo>
                <a:cubicBezTo>
                  <a:pt x="947369" y="314197"/>
                  <a:pt x="998168" y="283153"/>
                  <a:pt x="1022157" y="283153"/>
                </a:cubicBezTo>
                <a:cubicBezTo>
                  <a:pt x="1046146" y="283153"/>
                  <a:pt x="1057435" y="296558"/>
                  <a:pt x="1068724" y="317019"/>
                </a:cubicBezTo>
                <a:cubicBezTo>
                  <a:pt x="1080013" y="337480"/>
                  <a:pt x="1095536" y="376991"/>
                  <a:pt x="1089891" y="405919"/>
                </a:cubicBezTo>
                <a:cubicBezTo>
                  <a:pt x="1084247" y="434847"/>
                  <a:pt x="1056729" y="476475"/>
                  <a:pt x="1034857" y="490586"/>
                </a:cubicBezTo>
                <a:cubicBezTo>
                  <a:pt x="1012985" y="504697"/>
                  <a:pt x="979824" y="495525"/>
                  <a:pt x="958657" y="490586"/>
                </a:cubicBezTo>
                <a:cubicBezTo>
                  <a:pt x="937490" y="485647"/>
                  <a:pt x="919851" y="440139"/>
                  <a:pt x="907857" y="460953"/>
                </a:cubicBezTo>
                <a:cubicBezTo>
                  <a:pt x="895863" y="481767"/>
                  <a:pt x="888808" y="568198"/>
                  <a:pt x="886691" y="615470"/>
                </a:cubicBezTo>
                <a:cubicBezTo>
                  <a:pt x="884574" y="662742"/>
                  <a:pt x="890924" y="711778"/>
                  <a:pt x="895157" y="744586"/>
                </a:cubicBezTo>
                <a:cubicBezTo>
                  <a:pt x="899390" y="777394"/>
                  <a:pt x="906094" y="780745"/>
                  <a:pt x="912091" y="812319"/>
                </a:cubicBezTo>
                <a:cubicBezTo>
                  <a:pt x="918088" y="843893"/>
                  <a:pt x="940136" y="909862"/>
                  <a:pt x="931140" y="934027"/>
                </a:cubicBezTo>
                <a:cubicBezTo>
                  <a:pt x="922144" y="958192"/>
                  <a:pt x="908739" y="959427"/>
                  <a:pt x="858115" y="957311"/>
                </a:cubicBezTo>
                <a:cubicBezTo>
                  <a:pt x="807491" y="955195"/>
                  <a:pt x="764453" y="962427"/>
                  <a:pt x="675024" y="968953"/>
                </a:cubicBezTo>
                <a:cubicBezTo>
                  <a:pt x="585595" y="975479"/>
                  <a:pt x="456655" y="976361"/>
                  <a:pt x="378691" y="977419"/>
                </a:cubicBezTo>
                <a:lnTo>
                  <a:pt x="207240" y="975302"/>
                </a:lnTo>
                <a:cubicBezTo>
                  <a:pt x="147268" y="971069"/>
                  <a:pt x="52371" y="977420"/>
                  <a:pt x="18857" y="952020"/>
                </a:cubicBezTo>
                <a:cubicBezTo>
                  <a:pt x="-14657" y="926620"/>
                  <a:pt x="6862" y="898750"/>
                  <a:pt x="6157" y="822903"/>
                </a:cubicBezTo>
                <a:cubicBezTo>
                  <a:pt x="5452" y="747056"/>
                  <a:pt x="13919" y="594303"/>
                  <a:pt x="14624" y="496936"/>
                </a:cubicBezTo>
                <a:cubicBezTo>
                  <a:pt x="15329" y="399569"/>
                  <a:pt x="10390" y="322312"/>
                  <a:pt x="10390" y="242937"/>
                </a:cubicBezTo>
                <a:cubicBezTo>
                  <a:pt x="10390" y="163562"/>
                  <a:pt x="-1251" y="59845"/>
                  <a:pt x="52724" y="2068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BA54C1-3CBA-4A93-E4F4-9D22B6B83129}"/>
              </a:ext>
            </a:extLst>
          </p:cNvPr>
          <p:cNvSpPr/>
          <p:nvPr/>
        </p:nvSpPr>
        <p:spPr>
          <a:xfrm>
            <a:off x="4431185" y="4657553"/>
            <a:ext cx="1319266" cy="966193"/>
          </a:xfrm>
          <a:custGeom>
            <a:avLst/>
            <a:gdLst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8736 w 1317161"/>
              <a:gd name="connsiteY36" fmla="*/ 288860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82386 w 1317161"/>
              <a:gd name="connsiteY36" fmla="*/ 292035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5236 w 1317161"/>
              <a:gd name="connsiteY37" fmla="*/ 263460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68086 w 1317161"/>
              <a:gd name="connsiteY38" fmla="*/ 284627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303 w 1317161"/>
              <a:gd name="connsiteY0" fmla="*/ 17927 h 962886"/>
              <a:gd name="connsiteX1" fmla="*/ 540103 w 1317161"/>
              <a:gd name="connsiteY1" fmla="*/ 3110 h 962886"/>
              <a:gd name="connsiteX2" fmla="*/ 1037520 w 1317161"/>
              <a:gd name="connsiteY2" fmla="*/ 3110 h 962886"/>
              <a:gd name="connsiteX3" fmla="*/ 1166636 w 1317161"/>
              <a:gd name="connsiteY3" fmla="*/ 5227 h 962886"/>
              <a:gd name="connsiteX4" fmla="*/ 1183570 w 1317161"/>
              <a:gd name="connsiteY4" fmla="*/ 66610 h 962886"/>
              <a:gd name="connsiteX5" fmla="*/ 1153936 w 1317161"/>
              <a:gd name="connsiteY5" fmla="*/ 221127 h 962886"/>
              <a:gd name="connsiteX6" fmla="*/ 1139120 w 1317161"/>
              <a:gd name="connsiteY6" fmla="*/ 352360 h 962886"/>
              <a:gd name="connsiteX7" fmla="*/ 1156053 w 1317161"/>
              <a:gd name="connsiteY7" fmla="*/ 379877 h 962886"/>
              <a:gd name="connsiteX8" fmla="*/ 1198386 w 1317161"/>
              <a:gd name="connsiteY8" fmla="*/ 333310 h 962886"/>
              <a:gd name="connsiteX9" fmla="*/ 1244953 w 1317161"/>
              <a:gd name="connsiteY9" fmla="*/ 310027 h 962886"/>
              <a:gd name="connsiteX10" fmla="*/ 1285170 w 1317161"/>
              <a:gd name="connsiteY10" fmla="*/ 322727 h 962886"/>
              <a:gd name="connsiteX11" fmla="*/ 1310570 w 1317161"/>
              <a:gd name="connsiteY11" fmla="*/ 392577 h 962886"/>
              <a:gd name="connsiteX12" fmla="*/ 1314803 w 1317161"/>
              <a:gd name="connsiteY12" fmla="*/ 456077 h 962886"/>
              <a:gd name="connsiteX13" fmla="*/ 1278820 w 1317161"/>
              <a:gd name="connsiteY13" fmla="*/ 525927 h 962886"/>
              <a:gd name="connsiteX14" fmla="*/ 1230136 w 1317161"/>
              <a:gd name="connsiteY14" fmla="*/ 536510 h 962886"/>
              <a:gd name="connsiteX15" fmla="*/ 1194153 w 1317161"/>
              <a:gd name="connsiteY15" fmla="*/ 530160 h 962886"/>
              <a:gd name="connsiteX16" fmla="*/ 1160286 w 1317161"/>
              <a:gd name="connsiteY16" fmla="*/ 519577 h 962886"/>
              <a:gd name="connsiteX17" fmla="*/ 1141236 w 1317161"/>
              <a:gd name="connsiteY17" fmla="*/ 595777 h 962886"/>
              <a:gd name="connsiteX18" fmla="*/ 1147586 w 1317161"/>
              <a:gd name="connsiteY18" fmla="*/ 688910 h 962886"/>
              <a:gd name="connsiteX19" fmla="*/ 1168753 w 1317161"/>
              <a:gd name="connsiteY19" fmla="*/ 811677 h 962886"/>
              <a:gd name="connsiteX20" fmla="*/ 1185686 w 1317161"/>
              <a:gd name="connsiteY20" fmla="*/ 892110 h 962886"/>
              <a:gd name="connsiteX21" fmla="*/ 1115836 w 1317161"/>
              <a:gd name="connsiteY21" fmla="*/ 955610 h 962886"/>
              <a:gd name="connsiteX22" fmla="*/ 791986 w 1317161"/>
              <a:gd name="connsiteY22" fmla="*/ 959843 h 962886"/>
              <a:gd name="connsiteX23" fmla="*/ 512586 w 1317161"/>
              <a:gd name="connsiteY23" fmla="*/ 940793 h 962886"/>
              <a:gd name="connsiteX24" fmla="*/ 305153 w 1317161"/>
              <a:gd name="connsiteY24" fmla="*/ 928093 h 962886"/>
              <a:gd name="connsiteX25" fmla="*/ 106186 w 1317161"/>
              <a:gd name="connsiteY25" fmla="*/ 913277 h 962886"/>
              <a:gd name="connsiteX26" fmla="*/ 44803 w 1317161"/>
              <a:gd name="connsiteY26" fmla="*/ 894227 h 962886"/>
              <a:gd name="connsiteX27" fmla="*/ 36336 w 1317161"/>
              <a:gd name="connsiteY27" fmla="*/ 790510 h 962886"/>
              <a:gd name="connsiteX28" fmla="*/ 13053 w 1317161"/>
              <a:gd name="connsiteY28" fmla="*/ 703727 h 962886"/>
              <a:gd name="connsiteX29" fmla="*/ 2470 w 1317161"/>
              <a:gd name="connsiteY29" fmla="*/ 557677 h 962886"/>
              <a:gd name="connsiteX30" fmla="*/ 21520 w 1317161"/>
              <a:gd name="connsiteY30" fmla="*/ 470893 h 962886"/>
              <a:gd name="connsiteX31" fmla="*/ 32103 w 1317161"/>
              <a:gd name="connsiteY31" fmla="*/ 443377 h 962886"/>
              <a:gd name="connsiteX32" fmla="*/ 74436 w 1317161"/>
              <a:gd name="connsiteY32" fmla="*/ 468777 h 962886"/>
              <a:gd name="connsiteX33" fmla="*/ 118886 w 1317161"/>
              <a:gd name="connsiteY33" fmla="*/ 492060 h 962886"/>
              <a:gd name="connsiteX34" fmla="*/ 176036 w 1317161"/>
              <a:gd name="connsiteY34" fmla="*/ 458193 h 962886"/>
              <a:gd name="connsiteX35" fmla="*/ 212020 w 1317161"/>
              <a:gd name="connsiteY35" fmla="*/ 379877 h 962886"/>
              <a:gd name="connsiteX36" fmla="*/ 179211 w 1317161"/>
              <a:gd name="connsiteY36" fmla="*/ 296797 h 962886"/>
              <a:gd name="connsiteX37" fmla="*/ 126823 w 1317161"/>
              <a:gd name="connsiteY37" fmla="*/ 268223 h 962886"/>
              <a:gd name="connsiteX38" fmla="*/ 76023 w 1317161"/>
              <a:gd name="connsiteY38" fmla="*/ 289390 h 962886"/>
              <a:gd name="connsiteX39" fmla="*/ 23636 w 1317161"/>
              <a:gd name="connsiteY39" fmla="*/ 307910 h 962886"/>
              <a:gd name="connsiteX40" fmla="*/ 353 w 1317161"/>
              <a:gd name="connsiteY40" fmla="*/ 254993 h 962886"/>
              <a:gd name="connsiteX41" fmla="*/ 13053 w 1317161"/>
              <a:gd name="connsiteY41" fmla="*/ 163977 h 962886"/>
              <a:gd name="connsiteX42" fmla="*/ 57503 w 1317161"/>
              <a:gd name="connsiteY42" fmla="*/ 94127 h 962886"/>
              <a:gd name="connsiteX43" fmla="*/ 76553 w 1317161"/>
              <a:gd name="connsiteY43" fmla="*/ 66610 h 962886"/>
              <a:gd name="connsiteX44" fmla="*/ 108303 w 1317161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11748 w 1316889"/>
              <a:gd name="connsiteY35" fmla="*/ 379877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36064 w 1316889"/>
              <a:gd name="connsiteY27" fmla="*/ 790510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4531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12781 w 1316889"/>
              <a:gd name="connsiteY28" fmla="*/ 703727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2198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21248 w 1316889"/>
              <a:gd name="connsiteY30" fmla="*/ 4708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4164 w 1316889"/>
              <a:gd name="connsiteY32" fmla="*/ 468777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8614 w 1316889"/>
              <a:gd name="connsiteY33" fmla="*/ 492060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5751 w 1316889"/>
              <a:gd name="connsiteY32" fmla="*/ 473539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1327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28093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36030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886"/>
              <a:gd name="connsiteX1" fmla="*/ 539831 w 1316889"/>
              <a:gd name="connsiteY1" fmla="*/ 3110 h 962886"/>
              <a:gd name="connsiteX2" fmla="*/ 1037248 w 1316889"/>
              <a:gd name="connsiteY2" fmla="*/ 3110 h 962886"/>
              <a:gd name="connsiteX3" fmla="*/ 1166364 w 1316889"/>
              <a:gd name="connsiteY3" fmla="*/ 5227 h 962886"/>
              <a:gd name="connsiteX4" fmla="*/ 1183298 w 1316889"/>
              <a:gd name="connsiteY4" fmla="*/ 66610 h 962886"/>
              <a:gd name="connsiteX5" fmla="*/ 1153664 w 1316889"/>
              <a:gd name="connsiteY5" fmla="*/ 221127 h 962886"/>
              <a:gd name="connsiteX6" fmla="*/ 1138848 w 1316889"/>
              <a:gd name="connsiteY6" fmla="*/ 352360 h 962886"/>
              <a:gd name="connsiteX7" fmla="*/ 1155781 w 1316889"/>
              <a:gd name="connsiteY7" fmla="*/ 379877 h 962886"/>
              <a:gd name="connsiteX8" fmla="*/ 1198114 w 1316889"/>
              <a:gd name="connsiteY8" fmla="*/ 333310 h 962886"/>
              <a:gd name="connsiteX9" fmla="*/ 1244681 w 1316889"/>
              <a:gd name="connsiteY9" fmla="*/ 310027 h 962886"/>
              <a:gd name="connsiteX10" fmla="*/ 1284898 w 1316889"/>
              <a:gd name="connsiteY10" fmla="*/ 322727 h 962886"/>
              <a:gd name="connsiteX11" fmla="*/ 1310298 w 1316889"/>
              <a:gd name="connsiteY11" fmla="*/ 392577 h 962886"/>
              <a:gd name="connsiteX12" fmla="*/ 1314531 w 1316889"/>
              <a:gd name="connsiteY12" fmla="*/ 456077 h 962886"/>
              <a:gd name="connsiteX13" fmla="*/ 1278548 w 1316889"/>
              <a:gd name="connsiteY13" fmla="*/ 525927 h 962886"/>
              <a:gd name="connsiteX14" fmla="*/ 1229864 w 1316889"/>
              <a:gd name="connsiteY14" fmla="*/ 536510 h 962886"/>
              <a:gd name="connsiteX15" fmla="*/ 1193881 w 1316889"/>
              <a:gd name="connsiteY15" fmla="*/ 530160 h 962886"/>
              <a:gd name="connsiteX16" fmla="*/ 1160014 w 1316889"/>
              <a:gd name="connsiteY16" fmla="*/ 519577 h 962886"/>
              <a:gd name="connsiteX17" fmla="*/ 1140964 w 1316889"/>
              <a:gd name="connsiteY17" fmla="*/ 595777 h 962886"/>
              <a:gd name="connsiteX18" fmla="*/ 1147314 w 1316889"/>
              <a:gd name="connsiteY18" fmla="*/ 688910 h 962886"/>
              <a:gd name="connsiteX19" fmla="*/ 1168481 w 1316889"/>
              <a:gd name="connsiteY19" fmla="*/ 811677 h 962886"/>
              <a:gd name="connsiteX20" fmla="*/ 1185414 w 1316889"/>
              <a:gd name="connsiteY20" fmla="*/ 892110 h 962886"/>
              <a:gd name="connsiteX21" fmla="*/ 1115564 w 1316889"/>
              <a:gd name="connsiteY21" fmla="*/ 955610 h 962886"/>
              <a:gd name="connsiteX22" fmla="*/ 791714 w 1316889"/>
              <a:gd name="connsiteY22" fmla="*/ 959843 h 962886"/>
              <a:gd name="connsiteX23" fmla="*/ 512314 w 1316889"/>
              <a:gd name="connsiteY23" fmla="*/ 940793 h 962886"/>
              <a:gd name="connsiteX24" fmla="*/ 304881 w 1316889"/>
              <a:gd name="connsiteY24" fmla="*/ 943967 h 962886"/>
              <a:gd name="connsiteX25" fmla="*/ 105914 w 1316889"/>
              <a:gd name="connsiteY25" fmla="*/ 932327 h 962886"/>
              <a:gd name="connsiteX26" fmla="*/ 49294 w 1316889"/>
              <a:gd name="connsiteY26" fmla="*/ 894227 h 962886"/>
              <a:gd name="connsiteX27" fmla="*/ 29714 w 1316889"/>
              <a:gd name="connsiteY27" fmla="*/ 792098 h 962886"/>
              <a:gd name="connsiteX28" fmla="*/ 9606 w 1316889"/>
              <a:gd name="connsiteY28" fmla="*/ 702139 h 962886"/>
              <a:gd name="connsiteX29" fmla="*/ 6960 w 1316889"/>
              <a:gd name="connsiteY29" fmla="*/ 557677 h 962886"/>
              <a:gd name="connsiteX30" fmla="*/ 14898 w 1316889"/>
              <a:gd name="connsiteY30" fmla="*/ 483593 h 962886"/>
              <a:gd name="connsiteX31" fmla="*/ 31831 w 1316889"/>
              <a:gd name="connsiteY31" fmla="*/ 443377 h 962886"/>
              <a:gd name="connsiteX32" fmla="*/ 77339 w 1316889"/>
              <a:gd name="connsiteY32" fmla="*/ 478302 h 962886"/>
              <a:gd name="connsiteX33" fmla="*/ 113851 w 1316889"/>
              <a:gd name="connsiteY33" fmla="*/ 487297 h 962886"/>
              <a:gd name="connsiteX34" fmla="*/ 175764 w 1316889"/>
              <a:gd name="connsiteY34" fmla="*/ 458193 h 962886"/>
              <a:gd name="connsiteX35" fmla="*/ 206986 w 1316889"/>
              <a:gd name="connsiteY35" fmla="*/ 378290 h 962886"/>
              <a:gd name="connsiteX36" fmla="*/ 178939 w 1316889"/>
              <a:gd name="connsiteY36" fmla="*/ 296797 h 962886"/>
              <a:gd name="connsiteX37" fmla="*/ 126551 w 1316889"/>
              <a:gd name="connsiteY37" fmla="*/ 268223 h 962886"/>
              <a:gd name="connsiteX38" fmla="*/ 75751 w 1316889"/>
              <a:gd name="connsiteY38" fmla="*/ 289390 h 962886"/>
              <a:gd name="connsiteX39" fmla="*/ 17014 w 1316889"/>
              <a:gd name="connsiteY39" fmla="*/ 306322 h 962886"/>
              <a:gd name="connsiteX40" fmla="*/ 81 w 1316889"/>
              <a:gd name="connsiteY40" fmla="*/ 254993 h 962886"/>
              <a:gd name="connsiteX41" fmla="*/ 12781 w 1316889"/>
              <a:gd name="connsiteY41" fmla="*/ 163977 h 962886"/>
              <a:gd name="connsiteX42" fmla="*/ 57231 w 1316889"/>
              <a:gd name="connsiteY42" fmla="*/ 94127 h 962886"/>
              <a:gd name="connsiteX43" fmla="*/ 76281 w 1316889"/>
              <a:gd name="connsiteY43" fmla="*/ 66610 h 962886"/>
              <a:gd name="connsiteX44" fmla="*/ 108031 w 1316889"/>
              <a:gd name="connsiteY44" fmla="*/ 17927 h 962886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5914 w 1316889"/>
              <a:gd name="connsiteY25" fmla="*/ 9323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4881 w 1316889"/>
              <a:gd name="connsiteY24" fmla="*/ 943967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9643 w 1316889"/>
              <a:gd name="connsiteY24" fmla="*/ 948729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2138"/>
              <a:gd name="connsiteX1" fmla="*/ 539831 w 1316889"/>
              <a:gd name="connsiteY1" fmla="*/ 3110 h 962138"/>
              <a:gd name="connsiteX2" fmla="*/ 1037248 w 1316889"/>
              <a:gd name="connsiteY2" fmla="*/ 3110 h 962138"/>
              <a:gd name="connsiteX3" fmla="*/ 1166364 w 1316889"/>
              <a:gd name="connsiteY3" fmla="*/ 5227 h 962138"/>
              <a:gd name="connsiteX4" fmla="*/ 1183298 w 1316889"/>
              <a:gd name="connsiteY4" fmla="*/ 66610 h 962138"/>
              <a:gd name="connsiteX5" fmla="*/ 1153664 w 1316889"/>
              <a:gd name="connsiteY5" fmla="*/ 221127 h 962138"/>
              <a:gd name="connsiteX6" fmla="*/ 1138848 w 1316889"/>
              <a:gd name="connsiteY6" fmla="*/ 352360 h 962138"/>
              <a:gd name="connsiteX7" fmla="*/ 1155781 w 1316889"/>
              <a:gd name="connsiteY7" fmla="*/ 379877 h 962138"/>
              <a:gd name="connsiteX8" fmla="*/ 1198114 w 1316889"/>
              <a:gd name="connsiteY8" fmla="*/ 333310 h 962138"/>
              <a:gd name="connsiteX9" fmla="*/ 1244681 w 1316889"/>
              <a:gd name="connsiteY9" fmla="*/ 310027 h 962138"/>
              <a:gd name="connsiteX10" fmla="*/ 1284898 w 1316889"/>
              <a:gd name="connsiteY10" fmla="*/ 322727 h 962138"/>
              <a:gd name="connsiteX11" fmla="*/ 1310298 w 1316889"/>
              <a:gd name="connsiteY11" fmla="*/ 392577 h 962138"/>
              <a:gd name="connsiteX12" fmla="*/ 1314531 w 1316889"/>
              <a:gd name="connsiteY12" fmla="*/ 456077 h 962138"/>
              <a:gd name="connsiteX13" fmla="*/ 1278548 w 1316889"/>
              <a:gd name="connsiteY13" fmla="*/ 525927 h 962138"/>
              <a:gd name="connsiteX14" fmla="*/ 1229864 w 1316889"/>
              <a:gd name="connsiteY14" fmla="*/ 536510 h 962138"/>
              <a:gd name="connsiteX15" fmla="*/ 1193881 w 1316889"/>
              <a:gd name="connsiteY15" fmla="*/ 530160 h 962138"/>
              <a:gd name="connsiteX16" fmla="*/ 1160014 w 1316889"/>
              <a:gd name="connsiteY16" fmla="*/ 519577 h 962138"/>
              <a:gd name="connsiteX17" fmla="*/ 1140964 w 1316889"/>
              <a:gd name="connsiteY17" fmla="*/ 595777 h 962138"/>
              <a:gd name="connsiteX18" fmla="*/ 1147314 w 1316889"/>
              <a:gd name="connsiteY18" fmla="*/ 688910 h 962138"/>
              <a:gd name="connsiteX19" fmla="*/ 1168481 w 1316889"/>
              <a:gd name="connsiteY19" fmla="*/ 811677 h 962138"/>
              <a:gd name="connsiteX20" fmla="*/ 1185414 w 1316889"/>
              <a:gd name="connsiteY20" fmla="*/ 892110 h 962138"/>
              <a:gd name="connsiteX21" fmla="*/ 1115564 w 1316889"/>
              <a:gd name="connsiteY21" fmla="*/ 955610 h 962138"/>
              <a:gd name="connsiteX22" fmla="*/ 791714 w 1316889"/>
              <a:gd name="connsiteY22" fmla="*/ 959843 h 962138"/>
              <a:gd name="connsiteX23" fmla="*/ 515489 w 1316889"/>
              <a:gd name="connsiteY23" fmla="*/ 953493 h 962138"/>
              <a:gd name="connsiteX24" fmla="*/ 307527 w 1316889"/>
              <a:gd name="connsiteY24" fmla="*/ 959312 h 962138"/>
              <a:gd name="connsiteX25" fmla="*/ 101152 w 1316889"/>
              <a:gd name="connsiteY25" fmla="*/ 945027 h 962138"/>
              <a:gd name="connsiteX26" fmla="*/ 49294 w 1316889"/>
              <a:gd name="connsiteY26" fmla="*/ 894227 h 962138"/>
              <a:gd name="connsiteX27" fmla="*/ 29714 w 1316889"/>
              <a:gd name="connsiteY27" fmla="*/ 792098 h 962138"/>
              <a:gd name="connsiteX28" fmla="*/ 9606 w 1316889"/>
              <a:gd name="connsiteY28" fmla="*/ 702139 h 962138"/>
              <a:gd name="connsiteX29" fmla="*/ 6960 w 1316889"/>
              <a:gd name="connsiteY29" fmla="*/ 557677 h 962138"/>
              <a:gd name="connsiteX30" fmla="*/ 14898 w 1316889"/>
              <a:gd name="connsiteY30" fmla="*/ 483593 h 962138"/>
              <a:gd name="connsiteX31" fmla="*/ 31831 w 1316889"/>
              <a:gd name="connsiteY31" fmla="*/ 443377 h 962138"/>
              <a:gd name="connsiteX32" fmla="*/ 77339 w 1316889"/>
              <a:gd name="connsiteY32" fmla="*/ 478302 h 962138"/>
              <a:gd name="connsiteX33" fmla="*/ 113851 w 1316889"/>
              <a:gd name="connsiteY33" fmla="*/ 487297 h 962138"/>
              <a:gd name="connsiteX34" fmla="*/ 175764 w 1316889"/>
              <a:gd name="connsiteY34" fmla="*/ 458193 h 962138"/>
              <a:gd name="connsiteX35" fmla="*/ 206986 w 1316889"/>
              <a:gd name="connsiteY35" fmla="*/ 378290 h 962138"/>
              <a:gd name="connsiteX36" fmla="*/ 178939 w 1316889"/>
              <a:gd name="connsiteY36" fmla="*/ 296797 h 962138"/>
              <a:gd name="connsiteX37" fmla="*/ 126551 w 1316889"/>
              <a:gd name="connsiteY37" fmla="*/ 268223 h 962138"/>
              <a:gd name="connsiteX38" fmla="*/ 75751 w 1316889"/>
              <a:gd name="connsiteY38" fmla="*/ 289390 h 962138"/>
              <a:gd name="connsiteX39" fmla="*/ 17014 w 1316889"/>
              <a:gd name="connsiteY39" fmla="*/ 306322 h 962138"/>
              <a:gd name="connsiteX40" fmla="*/ 81 w 1316889"/>
              <a:gd name="connsiteY40" fmla="*/ 254993 h 962138"/>
              <a:gd name="connsiteX41" fmla="*/ 12781 w 1316889"/>
              <a:gd name="connsiteY41" fmla="*/ 163977 h 962138"/>
              <a:gd name="connsiteX42" fmla="*/ 57231 w 1316889"/>
              <a:gd name="connsiteY42" fmla="*/ 94127 h 962138"/>
              <a:gd name="connsiteX43" fmla="*/ 76281 w 1316889"/>
              <a:gd name="connsiteY43" fmla="*/ 66610 h 962138"/>
              <a:gd name="connsiteX44" fmla="*/ 108031 w 1316889"/>
              <a:gd name="connsiteY44" fmla="*/ 17927 h 962138"/>
              <a:gd name="connsiteX0" fmla="*/ 108031 w 1316889"/>
              <a:gd name="connsiteY0" fmla="*/ 17927 h 964076"/>
              <a:gd name="connsiteX1" fmla="*/ 539831 w 1316889"/>
              <a:gd name="connsiteY1" fmla="*/ 3110 h 964076"/>
              <a:gd name="connsiteX2" fmla="*/ 1037248 w 1316889"/>
              <a:gd name="connsiteY2" fmla="*/ 3110 h 964076"/>
              <a:gd name="connsiteX3" fmla="*/ 1166364 w 1316889"/>
              <a:gd name="connsiteY3" fmla="*/ 5227 h 964076"/>
              <a:gd name="connsiteX4" fmla="*/ 1183298 w 1316889"/>
              <a:gd name="connsiteY4" fmla="*/ 66610 h 964076"/>
              <a:gd name="connsiteX5" fmla="*/ 1153664 w 1316889"/>
              <a:gd name="connsiteY5" fmla="*/ 221127 h 964076"/>
              <a:gd name="connsiteX6" fmla="*/ 1138848 w 1316889"/>
              <a:gd name="connsiteY6" fmla="*/ 352360 h 964076"/>
              <a:gd name="connsiteX7" fmla="*/ 1155781 w 1316889"/>
              <a:gd name="connsiteY7" fmla="*/ 379877 h 964076"/>
              <a:gd name="connsiteX8" fmla="*/ 1198114 w 1316889"/>
              <a:gd name="connsiteY8" fmla="*/ 333310 h 964076"/>
              <a:gd name="connsiteX9" fmla="*/ 1244681 w 1316889"/>
              <a:gd name="connsiteY9" fmla="*/ 310027 h 964076"/>
              <a:gd name="connsiteX10" fmla="*/ 1284898 w 1316889"/>
              <a:gd name="connsiteY10" fmla="*/ 322727 h 964076"/>
              <a:gd name="connsiteX11" fmla="*/ 1310298 w 1316889"/>
              <a:gd name="connsiteY11" fmla="*/ 392577 h 964076"/>
              <a:gd name="connsiteX12" fmla="*/ 1314531 w 1316889"/>
              <a:gd name="connsiteY12" fmla="*/ 456077 h 964076"/>
              <a:gd name="connsiteX13" fmla="*/ 1278548 w 1316889"/>
              <a:gd name="connsiteY13" fmla="*/ 525927 h 964076"/>
              <a:gd name="connsiteX14" fmla="*/ 1229864 w 1316889"/>
              <a:gd name="connsiteY14" fmla="*/ 536510 h 964076"/>
              <a:gd name="connsiteX15" fmla="*/ 1193881 w 1316889"/>
              <a:gd name="connsiteY15" fmla="*/ 530160 h 964076"/>
              <a:gd name="connsiteX16" fmla="*/ 1160014 w 1316889"/>
              <a:gd name="connsiteY16" fmla="*/ 519577 h 964076"/>
              <a:gd name="connsiteX17" fmla="*/ 1140964 w 1316889"/>
              <a:gd name="connsiteY17" fmla="*/ 595777 h 964076"/>
              <a:gd name="connsiteX18" fmla="*/ 1147314 w 1316889"/>
              <a:gd name="connsiteY18" fmla="*/ 688910 h 964076"/>
              <a:gd name="connsiteX19" fmla="*/ 1168481 w 1316889"/>
              <a:gd name="connsiteY19" fmla="*/ 811677 h 964076"/>
              <a:gd name="connsiteX20" fmla="*/ 1185414 w 1316889"/>
              <a:gd name="connsiteY20" fmla="*/ 892110 h 964076"/>
              <a:gd name="connsiteX21" fmla="*/ 1115564 w 1316889"/>
              <a:gd name="connsiteY21" fmla="*/ 955610 h 964076"/>
              <a:gd name="connsiteX22" fmla="*/ 791714 w 1316889"/>
              <a:gd name="connsiteY22" fmla="*/ 959843 h 964076"/>
              <a:gd name="connsiteX23" fmla="*/ 519722 w 1316889"/>
              <a:gd name="connsiteY23" fmla="*/ 964076 h 964076"/>
              <a:gd name="connsiteX24" fmla="*/ 307527 w 1316889"/>
              <a:gd name="connsiteY24" fmla="*/ 959312 h 964076"/>
              <a:gd name="connsiteX25" fmla="*/ 101152 w 1316889"/>
              <a:gd name="connsiteY25" fmla="*/ 945027 h 964076"/>
              <a:gd name="connsiteX26" fmla="*/ 49294 w 1316889"/>
              <a:gd name="connsiteY26" fmla="*/ 894227 h 964076"/>
              <a:gd name="connsiteX27" fmla="*/ 29714 w 1316889"/>
              <a:gd name="connsiteY27" fmla="*/ 792098 h 964076"/>
              <a:gd name="connsiteX28" fmla="*/ 9606 w 1316889"/>
              <a:gd name="connsiteY28" fmla="*/ 702139 h 964076"/>
              <a:gd name="connsiteX29" fmla="*/ 6960 w 1316889"/>
              <a:gd name="connsiteY29" fmla="*/ 557677 h 964076"/>
              <a:gd name="connsiteX30" fmla="*/ 14898 w 1316889"/>
              <a:gd name="connsiteY30" fmla="*/ 483593 h 964076"/>
              <a:gd name="connsiteX31" fmla="*/ 31831 w 1316889"/>
              <a:gd name="connsiteY31" fmla="*/ 443377 h 964076"/>
              <a:gd name="connsiteX32" fmla="*/ 77339 w 1316889"/>
              <a:gd name="connsiteY32" fmla="*/ 478302 h 964076"/>
              <a:gd name="connsiteX33" fmla="*/ 113851 w 1316889"/>
              <a:gd name="connsiteY33" fmla="*/ 487297 h 964076"/>
              <a:gd name="connsiteX34" fmla="*/ 175764 w 1316889"/>
              <a:gd name="connsiteY34" fmla="*/ 458193 h 964076"/>
              <a:gd name="connsiteX35" fmla="*/ 206986 w 1316889"/>
              <a:gd name="connsiteY35" fmla="*/ 378290 h 964076"/>
              <a:gd name="connsiteX36" fmla="*/ 178939 w 1316889"/>
              <a:gd name="connsiteY36" fmla="*/ 296797 h 964076"/>
              <a:gd name="connsiteX37" fmla="*/ 126551 w 1316889"/>
              <a:gd name="connsiteY37" fmla="*/ 268223 h 964076"/>
              <a:gd name="connsiteX38" fmla="*/ 75751 w 1316889"/>
              <a:gd name="connsiteY38" fmla="*/ 289390 h 964076"/>
              <a:gd name="connsiteX39" fmla="*/ 17014 w 1316889"/>
              <a:gd name="connsiteY39" fmla="*/ 306322 h 964076"/>
              <a:gd name="connsiteX40" fmla="*/ 81 w 1316889"/>
              <a:gd name="connsiteY40" fmla="*/ 254993 h 964076"/>
              <a:gd name="connsiteX41" fmla="*/ 12781 w 1316889"/>
              <a:gd name="connsiteY41" fmla="*/ 163977 h 964076"/>
              <a:gd name="connsiteX42" fmla="*/ 57231 w 1316889"/>
              <a:gd name="connsiteY42" fmla="*/ 94127 h 964076"/>
              <a:gd name="connsiteX43" fmla="*/ 76281 w 1316889"/>
              <a:gd name="connsiteY43" fmla="*/ 66610 h 964076"/>
              <a:gd name="connsiteX44" fmla="*/ 108031 w 1316889"/>
              <a:gd name="connsiteY44" fmla="*/ 17927 h 964076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45027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5781 w 1316889"/>
              <a:gd name="connsiteY7" fmla="*/ 379877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198114 w 1316889"/>
              <a:gd name="connsiteY8" fmla="*/ 333310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44681 w 1316889"/>
              <a:gd name="connsiteY9" fmla="*/ 310027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22727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0014 w 1316889"/>
              <a:gd name="connsiteY16" fmla="*/ 519577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193881 w 1316889"/>
              <a:gd name="connsiteY15" fmla="*/ 530160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29864 w 1316889"/>
              <a:gd name="connsiteY14" fmla="*/ 536510 h 966193"/>
              <a:gd name="connsiteX15" fmla="*/ 1206581 w 1316889"/>
              <a:gd name="connsiteY15" fmla="*/ 553443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6889"/>
              <a:gd name="connsiteY0" fmla="*/ 17927 h 966193"/>
              <a:gd name="connsiteX1" fmla="*/ 539831 w 1316889"/>
              <a:gd name="connsiteY1" fmla="*/ 3110 h 966193"/>
              <a:gd name="connsiteX2" fmla="*/ 1037248 w 1316889"/>
              <a:gd name="connsiteY2" fmla="*/ 3110 h 966193"/>
              <a:gd name="connsiteX3" fmla="*/ 1166364 w 1316889"/>
              <a:gd name="connsiteY3" fmla="*/ 5227 h 966193"/>
              <a:gd name="connsiteX4" fmla="*/ 1183298 w 1316889"/>
              <a:gd name="connsiteY4" fmla="*/ 66610 h 966193"/>
              <a:gd name="connsiteX5" fmla="*/ 1153664 w 1316889"/>
              <a:gd name="connsiteY5" fmla="*/ 221127 h 966193"/>
              <a:gd name="connsiteX6" fmla="*/ 1138848 w 1316889"/>
              <a:gd name="connsiteY6" fmla="*/ 352360 h 966193"/>
              <a:gd name="connsiteX7" fmla="*/ 1153665 w 1316889"/>
              <a:gd name="connsiteY7" fmla="*/ 401044 h 966193"/>
              <a:gd name="connsiteX8" fmla="*/ 1208698 w 1316889"/>
              <a:gd name="connsiteY8" fmla="*/ 394694 h 966193"/>
              <a:gd name="connsiteX9" fmla="*/ 1253148 w 1316889"/>
              <a:gd name="connsiteY9" fmla="*/ 365060 h 966193"/>
              <a:gd name="connsiteX10" fmla="*/ 1284898 w 1316889"/>
              <a:gd name="connsiteY10" fmla="*/ 371411 h 966193"/>
              <a:gd name="connsiteX11" fmla="*/ 1310298 w 1316889"/>
              <a:gd name="connsiteY11" fmla="*/ 392577 h 966193"/>
              <a:gd name="connsiteX12" fmla="*/ 1314531 w 1316889"/>
              <a:gd name="connsiteY12" fmla="*/ 456077 h 966193"/>
              <a:gd name="connsiteX13" fmla="*/ 1278548 w 1316889"/>
              <a:gd name="connsiteY13" fmla="*/ 525927 h 966193"/>
              <a:gd name="connsiteX14" fmla="*/ 1242564 w 1316889"/>
              <a:gd name="connsiteY14" fmla="*/ 576727 h 966193"/>
              <a:gd name="connsiteX15" fmla="*/ 1206581 w 1316889"/>
              <a:gd name="connsiteY15" fmla="*/ 553443 h 966193"/>
              <a:gd name="connsiteX16" fmla="*/ 1168481 w 1316889"/>
              <a:gd name="connsiteY16" fmla="*/ 536510 h 966193"/>
              <a:gd name="connsiteX17" fmla="*/ 1140964 w 1316889"/>
              <a:gd name="connsiteY17" fmla="*/ 595777 h 966193"/>
              <a:gd name="connsiteX18" fmla="*/ 1147314 w 1316889"/>
              <a:gd name="connsiteY18" fmla="*/ 688910 h 966193"/>
              <a:gd name="connsiteX19" fmla="*/ 1168481 w 1316889"/>
              <a:gd name="connsiteY19" fmla="*/ 811677 h 966193"/>
              <a:gd name="connsiteX20" fmla="*/ 1185414 w 1316889"/>
              <a:gd name="connsiteY20" fmla="*/ 892110 h 966193"/>
              <a:gd name="connsiteX21" fmla="*/ 1115564 w 1316889"/>
              <a:gd name="connsiteY21" fmla="*/ 955610 h 966193"/>
              <a:gd name="connsiteX22" fmla="*/ 800181 w 1316889"/>
              <a:gd name="connsiteY22" fmla="*/ 966193 h 966193"/>
              <a:gd name="connsiteX23" fmla="*/ 519722 w 1316889"/>
              <a:gd name="connsiteY23" fmla="*/ 964076 h 966193"/>
              <a:gd name="connsiteX24" fmla="*/ 307527 w 1316889"/>
              <a:gd name="connsiteY24" fmla="*/ 959312 h 966193"/>
              <a:gd name="connsiteX25" fmla="*/ 101152 w 1316889"/>
              <a:gd name="connsiteY25" fmla="*/ 953494 h 966193"/>
              <a:gd name="connsiteX26" fmla="*/ 49294 w 1316889"/>
              <a:gd name="connsiteY26" fmla="*/ 894227 h 966193"/>
              <a:gd name="connsiteX27" fmla="*/ 29714 w 1316889"/>
              <a:gd name="connsiteY27" fmla="*/ 792098 h 966193"/>
              <a:gd name="connsiteX28" fmla="*/ 9606 w 1316889"/>
              <a:gd name="connsiteY28" fmla="*/ 702139 h 966193"/>
              <a:gd name="connsiteX29" fmla="*/ 6960 w 1316889"/>
              <a:gd name="connsiteY29" fmla="*/ 557677 h 966193"/>
              <a:gd name="connsiteX30" fmla="*/ 14898 w 1316889"/>
              <a:gd name="connsiteY30" fmla="*/ 483593 h 966193"/>
              <a:gd name="connsiteX31" fmla="*/ 31831 w 1316889"/>
              <a:gd name="connsiteY31" fmla="*/ 443377 h 966193"/>
              <a:gd name="connsiteX32" fmla="*/ 77339 w 1316889"/>
              <a:gd name="connsiteY32" fmla="*/ 478302 h 966193"/>
              <a:gd name="connsiteX33" fmla="*/ 113851 w 1316889"/>
              <a:gd name="connsiteY33" fmla="*/ 487297 h 966193"/>
              <a:gd name="connsiteX34" fmla="*/ 175764 w 1316889"/>
              <a:gd name="connsiteY34" fmla="*/ 458193 h 966193"/>
              <a:gd name="connsiteX35" fmla="*/ 206986 w 1316889"/>
              <a:gd name="connsiteY35" fmla="*/ 378290 h 966193"/>
              <a:gd name="connsiteX36" fmla="*/ 178939 w 1316889"/>
              <a:gd name="connsiteY36" fmla="*/ 296797 h 966193"/>
              <a:gd name="connsiteX37" fmla="*/ 126551 w 1316889"/>
              <a:gd name="connsiteY37" fmla="*/ 268223 h 966193"/>
              <a:gd name="connsiteX38" fmla="*/ 75751 w 1316889"/>
              <a:gd name="connsiteY38" fmla="*/ 289390 h 966193"/>
              <a:gd name="connsiteX39" fmla="*/ 17014 w 1316889"/>
              <a:gd name="connsiteY39" fmla="*/ 306322 h 966193"/>
              <a:gd name="connsiteX40" fmla="*/ 81 w 1316889"/>
              <a:gd name="connsiteY40" fmla="*/ 254993 h 966193"/>
              <a:gd name="connsiteX41" fmla="*/ 12781 w 1316889"/>
              <a:gd name="connsiteY41" fmla="*/ 163977 h 966193"/>
              <a:gd name="connsiteX42" fmla="*/ 57231 w 1316889"/>
              <a:gd name="connsiteY42" fmla="*/ 94127 h 966193"/>
              <a:gd name="connsiteX43" fmla="*/ 76281 w 1316889"/>
              <a:gd name="connsiteY43" fmla="*/ 66610 h 966193"/>
              <a:gd name="connsiteX44" fmla="*/ 108031 w 1316889"/>
              <a:gd name="connsiteY44" fmla="*/ 17927 h 966193"/>
              <a:gd name="connsiteX0" fmla="*/ 108031 w 1315795"/>
              <a:gd name="connsiteY0" fmla="*/ 17927 h 966193"/>
              <a:gd name="connsiteX1" fmla="*/ 539831 w 1315795"/>
              <a:gd name="connsiteY1" fmla="*/ 3110 h 966193"/>
              <a:gd name="connsiteX2" fmla="*/ 1037248 w 1315795"/>
              <a:gd name="connsiteY2" fmla="*/ 3110 h 966193"/>
              <a:gd name="connsiteX3" fmla="*/ 1166364 w 1315795"/>
              <a:gd name="connsiteY3" fmla="*/ 5227 h 966193"/>
              <a:gd name="connsiteX4" fmla="*/ 1183298 w 1315795"/>
              <a:gd name="connsiteY4" fmla="*/ 66610 h 966193"/>
              <a:gd name="connsiteX5" fmla="*/ 1153664 w 1315795"/>
              <a:gd name="connsiteY5" fmla="*/ 221127 h 966193"/>
              <a:gd name="connsiteX6" fmla="*/ 1138848 w 1315795"/>
              <a:gd name="connsiteY6" fmla="*/ 352360 h 966193"/>
              <a:gd name="connsiteX7" fmla="*/ 1153665 w 1315795"/>
              <a:gd name="connsiteY7" fmla="*/ 401044 h 966193"/>
              <a:gd name="connsiteX8" fmla="*/ 1208698 w 1315795"/>
              <a:gd name="connsiteY8" fmla="*/ 394694 h 966193"/>
              <a:gd name="connsiteX9" fmla="*/ 1253148 w 1315795"/>
              <a:gd name="connsiteY9" fmla="*/ 365060 h 966193"/>
              <a:gd name="connsiteX10" fmla="*/ 1284898 w 1315795"/>
              <a:gd name="connsiteY10" fmla="*/ 371411 h 966193"/>
              <a:gd name="connsiteX11" fmla="*/ 1310298 w 1315795"/>
              <a:gd name="connsiteY11" fmla="*/ 392577 h 966193"/>
              <a:gd name="connsiteX12" fmla="*/ 1314531 w 1315795"/>
              <a:gd name="connsiteY12" fmla="*/ 456077 h 966193"/>
              <a:gd name="connsiteX13" fmla="*/ 1293365 w 1315795"/>
              <a:gd name="connsiteY13" fmla="*/ 551327 h 966193"/>
              <a:gd name="connsiteX14" fmla="*/ 1242564 w 1315795"/>
              <a:gd name="connsiteY14" fmla="*/ 576727 h 966193"/>
              <a:gd name="connsiteX15" fmla="*/ 1206581 w 1315795"/>
              <a:gd name="connsiteY15" fmla="*/ 553443 h 966193"/>
              <a:gd name="connsiteX16" fmla="*/ 1168481 w 1315795"/>
              <a:gd name="connsiteY16" fmla="*/ 536510 h 966193"/>
              <a:gd name="connsiteX17" fmla="*/ 1140964 w 1315795"/>
              <a:gd name="connsiteY17" fmla="*/ 595777 h 966193"/>
              <a:gd name="connsiteX18" fmla="*/ 1147314 w 1315795"/>
              <a:gd name="connsiteY18" fmla="*/ 688910 h 966193"/>
              <a:gd name="connsiteX19" fmla="*/ 1168481 w 1315795"/>
              <a:gd name="connsiteY19" fmla="*/ 811677 h 966193"/>
              <a:gd name="connsiteX20" fmla="*/ 1185414 w 1315795"/>
              <a:gd name="connsiteY20" fmla="*/ 892110 h 966193"/>
              <a:gd name="connsiteX21" fmla="*/ 1115564 w 1315795"/>
              <a:gd name="connsiteY21" fmla="*/ 955610 h 966193"/>
              <a:gd name="connsiteX22" fmla="*/ 800181 w 1315795"/>
              <a:gd name="connsiteY22" fmla="*/ 966193 h 966193"/>
              <a:gd name="connsiteX23" fmla="*/ 519722 w 1315795"/>
              <a:gd name="connsiteY23" fmla="*/ 964076 h 966193"/>
              <a:gd name="connsiteX24" fmla="*/ 307527 w 1315795"/>
              <a:gd name="connsiteY24" fmla="*/ 959312 h 966193"/>
              <a:gd name="connsiteX25" fmla="*/ 101152 w 1315795"/>
              <a:gd name="connsiteY25" fmla="*/ 953494 h 966193"/>
              <a:gd name="connsiteX26" fmla="*/ 49294 w 1315795"/>
              <a:gd name="connsiteY26" fmla="*/ 894227 h 966193"/>
              <a:gd name="connsiteX27" fmla="*/ 29714 w 1315795"/>
              <a:gd name="connsiteY27" fmla="*/ 792098 h 966193"/>
              <a:gd name="connsiteX28" fmla="*/ 9606 w 1315795"/>
              <a:gd name="connsiteY28" fmla="*/ 702139 h 966193"/>
              <a:gd name="connsiteX29" fmla="*/ 6960 w 1315795"/>
              <a:gd name="connsiteY29" fmla="*/ 557677 h 966193"/>
              <a:gd name="connsiteX30" fmla="*/ 14898 w 1315795"/>
              <a:gd name="connsiteY30" fmla="*/ 483593 h 966193"/>
              <a:gd name="connsiteX31" fmla="*/ 31831 w 1315795"/>
              <a:gd name="connsiteY31" fmla="*/ 443377 h 966193"/>
              <a:gd name="connsiteX32" fmla="*/ 77339 w 1315795"/>
              <a:gd name="connsiteY32" fmla="*/ 478302 h 966193"/>
              <a:gd name="connsiteX33" fmla="*/ 113851 w 1315795"/>
              <a:gd name="connsiteY33" fmla="*/ 487297 h 966193"/>
              <a:gd name="connsiteX34" fmla="*/ 175764 w 1315795"/>
              <a:gd name="connsiteY34" fmla="*/ 458193 h 966193"/>
              <a:gd name="connsiteX35" fmla="*/ 206986 w 1315795"/>
              <a:gd name="connsiteY35" fmla="*/ 378290 h 966193"/>
              <a:gd name="connsiteX36" fmla="*/ 178939 w 1315795"/>
              <a:gd name="connsiteY36" fmla="*/ 296797 h 966193"/>
              <a:gd name="connsiteX37" fmla="*/ 126551 w 1315795"/>
              <a:gd name="connsiteY37" fmla="*/ 268223 h 966193"/>
              <a:gd name="connsiteX38" fmla="*/ 75751 w 1315795"/>
              <a:gd name="connsiteY38" fmla="*/ 289390 h 966193"/>
              <a:gd name="connsiteX39" fmla="*/ 17014 w 1315795"/>
              <a:gd name="connsiteY39" fmla="*/ 306322 h 966193"/>
              <a:gd name="connsiteX40" fmla="*/ 81 w 1315795"/>
              <a:gd name="connsiteY40" fmla="*/ 254993 h 966193"/>
              <a:gd name="connsiteX41" fmla="*/ 12781 w 1315795"/>
              <a:gd name="connsiteY41" fmla="*/ 163977 h 966193"/>
              <a:gd name="connsiteX42" fmla="*/ 57231 w 1315795"/>
              <a:gd name="connsiteY42" fmla="*/ 94127 h 966193"/>
              <a:gd name="connsiteX43" fmla="*/ 76281 w 1315795"/>
              <a:gd name="connsiteY43" fmla="*/ 66610 h 966193"/>
              <a:gd name="connsiteX44" fmla="*/ 108031 w 1315795"/>
              <a:gd name="connsiteY44" fmla="*/ 17927 h 966193"/>
              <a:gd name="connsiteX0" fmla="*/ 108031 w 1319515"/>
              <a:gd name="connsiteY0" fmla="*/ 17927 h 966193"/>
              <a:gd name="connsiteX1" fmla="*/ 539831 w 1319515"/>
              <a:gd name="connsiteY1" fmla="*/ 3110 h 966193"/>
              <a:gd name="connsiteX2" fmla="*/ 1037248 w 1319515"/>
              <a:gd name="connsiteY2" fmla="*/ 3110 h 966193"/>
              <a:gd name="connsiteX3" fmla="*/ 1166364 w 1319515"/>
              <a:gd name="connsiteY3" fmla="*/ 5227 h 966193"/>
              <a:gd name="connsiteX4" fmla="*/ 1183298 w 1319515"/>
              <a:gd name="connsiteY4" fmla="*/ 66610 h 966193"/>
              <a:gd name="connsiteX5" fmla="*/ 1153664 w 1319515"/>
              <a:gd name="connsiteY5" fmla="*/ 221127 h 966193"/>
              <a:gd name="connsiteX6" fmla="*/ 1138848 w 1319515"/>
              <a:gd name="connsiteY6" fmla="*/ 352360 h 966193"/>
              <a:gd name="connsiteX7" fmla="*/ 1153665 w 1319515"/>
              <a:gd name="connsiteY7" fmla="*/ 401044 h 966193"/>
              <a:gd name="connsiteX8" fmla="*/ 1208698 w 1319515"/>
              <a:gd name="connsiteY8" fmla="*/ 394694 h 966193"/>
              <a:gd name="connsiteX9" fmla="*/ 1253148 w 1319515"/>
              <a:gd name="connsiteY9" fmla="*/ 365060 h 966193"/>
              <a:gd name="connsiteX10" fmla="*/ 1284898 w 1319515"/>
              <a:gd name="connsiteY10" fmla="*/ 371411 h 966193"/>
              <a:gd name="connsiteX11" fmla="*/ 1310298 w 1319515"/>
              <a:gd name="connsiteY11" fmla="*/ 392577 h 966193"/>
              <a:gd name="connsiteX12" fmla="*/ 1318765 w 1319515"/>
              <a:gd name="connsiteY12" fmla="*/ 462427 h 966193"/>
              <a:gd name="connsiteX13" fmla="*/ 1293365 w 1319515"/>
              <a:gd name="connsiteY13" fmla="*/ 551327 h 966193"/>
              <a:gd name="connsiteX14" fmla="*/ 1242564 w 1319515"/>
              <a:gd name="connsiteY14" fmla="*/ 576727 h 966193"/>
              <a:gd name="connsiteX15" fmla="*/ 1206581 w 1319515"/>
              <a:gd name="connsiteY15" fmla="*/ 553443 h 966193"/>
              <a:gd name="connsiteX16" fmla="*/ 1168481 w 1319515"/>
              <a:gd name="connsiteY16" fmla="*/ 536510 h 966193"/>
              <a:gd name="connsiteX17" fmla="*/ 1140964 w 1319515"/>
              <a:gd name="connsiteY17" fmla="*/ 595777 h 966193"/>
              <a:gd name="connsiteX18" fmla="*/ 1147314 w 1319515"/>
              <a:gd name="connsiteY18" fmla="*/ 688910 h 966193"/>
              <a:gd name="connsiteX19" fmla="*/ 1168481 w 1319515"/>
              <a:gd name="connsiteY19" fmla="*/ 811677 h 966193"/>
              <a:gd name="connsiteX20" fmla="*/ 1185414 w 1319515"/>
              <a:gd name="connsiteY20" fmla="*/ 892110 h 966193"/>
              <a:gd name="connsiteX21" fmla="*/ 1115564 w 1319515"/>
              <a:gd name="connsiteY21" fmla="*/ 955610 h 966193"/>
              <a:gd name="connsiteX22" fmla="*/ 800181 w 1319515"/>
              <a:gd name="connsiteY22" fmla="*/ 966193 h 966193"/>
              <a:gd name="connsiteX23" fmla="*/ 519722 w 1319515"/>
              <a:gd name="connsiteY23" fmla="*/ 964076 h 966193"/>
              <a:gd name="connsiteX24" fmla="*/ 307527 w 1319515"/>
              <a:gd name="connsiteY24" fmla="*/ 959312 h 966193"/>
              <a:gd name="connsiteX25" fmla="*/ 101152 w 1319515"/>
              <a:gd name="connsiteY25" fmla="*/ 953494 h 966193"/>
              <a:gd name="connsiteX26" fmla="*/ 49294 w 1319515"/>
              <a:gd name="connsiteY26" fmla="*/ 894227 h 966193"/>
              <a:gd name="connsiteX27" fmla="*/ 29714 w 1319515"/>
              <a:gd name="connsiteY27" fmla="*/ 792098 h 966193"/>
              <a:gd name="connsiteX28" fmla="*/ 9606 w 1319515"/>
              <a:gd name="connsiteY28" fmla="*/ 702139 h 966193"/>
              <a:gd name="connsiteX29" fmla="*/ 6960 w 1319515"/>
              <a:gd name="connsiteY29" fmla="*/ 557677 h 966193"/>
              <a:gd name="connsiteX30" fmla="*/ 14898 w 1319515"/>
              <a:gd name="connsiteY30" fmla="*/ 483593 h 966193"/>
              <a:gd name="connsiteX31" fmla="*/ 31831 w 1319515"/>
              <a:gd name="connsiteY31" fmla="*/ 443377 h 966193"/>
              <a:gd name="connsiteX32" fmla="*/ 77339 w 1319515"/>
              <a:gd name="connsiteY32" fmla="*/ 478302 h 966193"/>
              <a:gd name="connsiteX33" fmla="*/ 113851 w 1319515"/>
              <a:gd name="connsiteY33" fmla="*/ 487297 h 966193"/>
              <a:gd name="connsiteX34" fmla="*/ 175764 w 1319515"/>
              <a:gd name="connsiteY34" fmla="*/ 458193 h 966193"/>
              <a:gd name="connsiteX35" fmla="*/ 206986 w 1319515"/>
              <a:gd name="connsiteY35" fmla="*/ 378290 h 966193"/>
              <a:gd name="connsiteX36" fmla="*/ 178939 w 1319515"/>
              <a:gd name="connsiteY36" fmla="*/ 296797 h 966193"/>
              <a:gd name="connsiteX37" fmla="*/ 126551 w 1319515"/>
              <a:gd name="connsiteY37" fmla="*/ 268223 h 966193"/>
              <a:gd name="connsiteX38" fmla="*/ 75751 w 1319515"/>
              <a:gd name="connsiteY38" fmla="*/ 289390 h 966193"/>
              <a:gd name="connsiteX39" fmla="*/ 17014 w 1319515"/>
              <a:gd name="connsiteY39" fmla="*/ 306322 h 966193"/>
              <a:gd name="connsiteX40" fmla="*/ 81 w 1319515"/>
              <a:gd name="connsiteY40" fmla="*/ 254993 h 966193"/>
              <a:gd name="connsiteX41" fmla="*/ 12781 w 1319515"/>
              <a:gd name="connsiteY41" fmla="*/ 163977 h 966193"/>
              <a:gd name="connsiteX42" fmla="*/ 57231 w 1319515"/>
              <a:gd name="connsiteY42" fmla="*/ 94127 h 966193"/>
              <a:gd name="connsiteX43" fmla="*/ 76281 w 1319515"/>
              <a:gd name="connsiteY43" fmla="*/ 66610 h 966193"/>
              <a:gd name="connsiteX44" fmla="*/ 108031 w 1319515"/>
              <a:gd name="connsiteY44" fmla="*/ 17927 h 966193"/>
              <a:gd name="connsiteX0" fmla="*/ 108031 w 1318770"/>
              <a:gd name="connsiteY0" fmla="*/ 17927 h 966193"/>
              <a:gd name="connsiteX1" fmla="*/ 539831 w 1318770"/>
              <a:gd name="connsiteY1" fmla="*/ 3110 h 966193"/>
              <a:gd name="connsiteX2" fmla="*/ 1037248 w 1318770"/>
              <a:gd name="connsiteY2" fmla="*/ 3110 h 966193"/>
              <a:gd name="connsiteX3" fmla="*/ 1166364 w 1318770"/>
              <a:gd name="connsiteY3" fmla="*/ 5227 h 966193"/>
              <a:gd name="connsiteX4" fmla="*/ 1183298 w 1318770"/>
              <a:gd name="connsiteY4" fmla="*/ 66610 h 966193"/>
              <a:gd name="connsiteX5" fmla="*/ 1153664 w 1318770"/>
              <a:gd name="connsiteY5" fmla="*/ 221127 h 966193"/>
              <a:gd name="connsiteX6" fmla="*/ 1138848 w 1318770"/>
              <a:gd name="connsiteY6" fmla="*/ 352360 h 966193"/>
              <a:gd name="connsiteX7" fmla="*/ 1153665 w 1318770"/>
              <a:gd name="connsiteY7" fmla="*/ 401044 h 966193"/>
              <a:gd name="connsiteX8" fmla="*/ 1208698 w 1318770"/>
              <a:gd name="connsiteY8" fmla="*/ 394694 h 966193"/>
              <a:gd name="connsiteX9" fmla="*/ 1253148 w 1318770"/>
              <a:gd name="connsiteY9" fmla="*/ 365060 h 966193"/>
              <a:gd name="connsiteX10" fmla="*/ 1284898 w 1318770"/>
              <a:gd name="connsiteY10" fmla="*/ 371411 h 966193"/>
              <a:gd name="connsiteX11" fmla="*/ 1295481 w 1318770"/>
              <a:gd name="connsiteY11" fmla="*/ 405277 h 966193"/>
              <a:gd name="connsiteX12" fmla="*/ 1318765 w 1318770"/>
              <a:gd name="connsiteY12" fmla="*/ 462427 h 966193"/>
              <a:gd name="connsiteX13" fmla="*/ 1293365 w 1318770"/>
              <a:gd name="connsiteY13" fmla="*/ 551327 h 966193"/>
              <a:gd name="connsiteX14" fmla="*/ 1242564 w 1318770"/>
              <a:gd name="connsiteY14" fmla="*/ 576727 h 966193"/>
              <a:gd name="connsiteX15" fmla="*/ 1206581 w 1318770"/>
              <a:gd name="connsiteY15" fmla="*/ 553443 h 966193"/>
              <a:gd name="connsiteX16" fmla="*/ 1168481 w 1318770"/>
              <a:gd name="connsiteY16" fmla="*/ 536510 h 966193"/>
              <a:gd name="connsiteX17" fmla="*/ 1140964 w 1318770"/>
              <a:gd name="connsiteY17" fmla="*/ 595777 h 966193"/>
              <a:gd name="connsiteX18" fmla="*/ 1147314 w 1318770"/>
              <a:gd name="connsiteY18" fmla="*/ 688910 h 966193"/>
              <a:gd name="connsiteX19" fmla="*/ 1168481 w 1318770"/>
              <a:gd name="connsiteY19" fmla="*/ 811677 h 966193"/>
              <a:gd name="connsiteX20" fmla="*/ 1185414 w 1318770"/>
              <a:gd name="connsiteY20" fmla="*/ 892110 h 966193"/>
              <a:gd name="connsiteX21" fmla="*/ 1115564 w 1318770"/>
              <a:gd name="connsiteY21" fmla="*/ 955610 h 966193"/>
              <a:gd name="connsiteX22" fmla="*/ 800181 w 1318770"/>
              <a:gd name="connsiteY22" fmla="*/ 966193 h 966193"/>
              <a:gd name="connsiteX23" fmla="*/ 519722 w 1318770"/>
              <a:gd name="connsiteY23" fmla="*/ 964076 h 966193"/>
              <a:gd name="connsiteX24" fmla="*/ 307527 w 1318770"/>
              <a:gd name="connsiteY24" fmla="*/ 959312 h 966193"/>
              <a:gd name="connsiteX25" fmla="*/ 101152 w 1318770"/>
              <a:gd name="connsiteY25" fmla="*/ 953494 h 966193"/>
              <a:gd name="connsiteX26" fmla="*/ 49294 w 1318770"/>
              <a:gd name="connsiteY26" fmla="*/ 894227 h 966193"/>
              <a:gd name="connsiteX27" fmla="*/ 29714 w 1318770"/>
              <a:gd name="connsiteY27" fmla="*/ 792098 h 966193"/>
              <a:gd name="connsiteX28" fmla="*/ 9606 w 1318770"/>
              <a:gd name="connsiteY28" fmla="*/ 702139 h 966193"/>
              <a:gd name="connsiteX29" fmla="*/ 6960 w 1318770"/>
              <a:gd name="connsiteY29" fmla="*/ 557677 h 966193"/>
              <a:gd name="connsiteX30" fmla="*/ 14898 w 1318770"/>
              <a:gd name="connsiteY30" fmla="*/ 483593 h 966193"/>
              <a:gd name="connsiteX31" fmla="*/ 31831 w 1318770"/>
              <a:gd name="connsiteY31" fmla="*/ 443377 h 966193"/>
              <a:gd name="connsiteX32" fmla="*/ 77339 w 1318770"/>
              <a:gd name="connsiteY32" fmla="*/ 478302 h 966193"/>
              <a:gd name="connsiteX33" fmla="*/ 113851 w 1318770"/>
              <a:gd name="connsiteY33" fmla="*/ 487297 h 966193"/>
              <a:gd name="connsiteX34" fmla="*/ 175764 w 1318770"/>
              <a:gd name="connsiteY34" fmla="*/ 458193 h 966193"/>
              <a:gd name="connsiteX35" fmla="*/ 206986 w 1318770"/>
              <a:gd name="connsiteY35" fmla="*/ 378290 h 966193"/>
              <a:gd name="connsiteX36" fmla="*/ 178939 w 1318770"/>
              <a:gd name="connsiteY36" fmla="*/ 296797 h 966193"/>
              <a:gd name="connsiteX37" fmla="*/ 126551 w 1318770"/>
              <a:gd name="connsiteY37" fmla="*/ 268223 h 966193"/>
              <a:gd name="connsiteX38" fmla="*/ 75751 w 1318770"/>
              <a:gd name="connsiteY38" fmla="*/ 289390 h 966193"/>
              <a:gd name="connsiteX39" fmla="*/ 17014 w 1318770"/>
              <a:gd name="connsiteY39" fmla="*/ 306322 h 966193"/>
              <a:gd name="connsiteX40" fmla="*/ 81 w 1318770"/>
              <a:gd name="connsiteY40" fmla="*/ 254993 h 966193"/>
              <a:gd name="connsiteX41" fmla="*/ 12781 w 1318770"/>
              <a:gd name="connsiteY41" fmla="*/ 163977 h 966193"/>
              <a:gd name="connsiteX42" fmla="*/ 57231 w 1318770"/>
              <a:gd name="connsiteY42" fmla="*/ 94127 h 966193"/>
              <a:gd name="connsiteX43" fmla="*/ 76281 w 1318770"/>
              <a:gd name="connsiteY43" fmla="*/ 66610 h 966193"/>
              <a:gd name="connsiteX44" fmla="*/ 108031 w 1318770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3665 w 1319253"/>
              <a:gd name="connsiteY7" fmla="*/ 401044 h 966193"/>
              <a:gd name="connsiteX8" fmla="*/ 1208698 w 1319253"/>
              <a:gd name="connsiteY8" fmla="*/ 394694 h 966193"/>
              <a:gd name="connsiteX9" fmla="*/ 1253148 w 1319253"/>
              <a:gd name="connsiteY9" fmla="*/ 365060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5060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2564 w 1319253"/>
              <a:gd name="connsiteY14" fmla="*/ 576727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1327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62427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68481 w 1319253"/>
              <a:gd name="connsiteY16" fmla="*/ 536510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6581 w 1319253"/>
              <a:gd name="connsiteY15" fmla="*/ 553443 h 966193"/>
              <a:gd name="connsiteX16" fmla="*/ 1171656 w 1319253"/>
              <a:gd name="connsiteY16" fmla="*/ 541273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4994 w 1319253"/>
              <a:gd name="connsiteY15" fmla="*/ 558206 h 966193"/>
              <a:gd name="connsiteX16" fmla="*/ 1171656 w 1319253"/>
              <a:gd name="connsiteY16" fmla="*/ 541273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47326 w 1319253"/>
              <a:gd name="connsiteY14" fmla="*/ 579902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1411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05277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8698 w 1319253"/>
              <a:gd name="connsiteY8" fmla="*/ 394694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711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204994 w 1319253"/>
              <a:gd name="connsiteY15" fmla="*/ 558206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711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197057 w 1319253"/>
              <a:gd name="connsiteY15" fmla="*/ 561381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53"/>
              <a:gd name="connsiteY0" fmla="*/ 17927 h 966193"/>
              <a:gd name="connsiteX1" fmla="*/ 539831 w 1319253"/>
              <a:gd name="connsiteY1" fmla="*/ 3110 h 966193"/>
              <a:gd name="connsiteX2" fmla="*/ 1037248 w 1319253"/>
              <a:gd name="connsiteY2" fmla="*/ 3110 h 966193"/>
              <a:gd name="connsiteX3" fmla="*/ 1166364 w 1319253"/>
              <a:gd name="connsiteY3" fmla="*/ 5227 h 966193"/>
              <a:gd name="connsiteX4" fmla="*/ 1183298 w 1319253"/>
              <a:gd name="connsiteY4" fmla="*/ 66610 h 966193"/>
              <a:gd name="connsiteX5" fmla="*/ 1153664 w 1319253"/>
              <a:gd name="connsiteY5" fmla="*/ 221127 h 966193"/>
              <a:gd name="connsiteX6" fmla="*/ 1138848 w 1319253"/>
              <a:gd name="connsiteY6" fmla="*/ 352360 h 966193"/>
              <a:gd name="connsiteX7" fmla="*/ 1152078 w 1319253"/>
              <a:gd name="connsiteY7" fmla="*/ 410569 h 966193"/>
              <a:gd name="connsiteX8" fmla="*/ 1200761 w 1319253"/>
              <a:gd name="connsiteY8" fmla="*/ 396282 h 966193"/>
              <a:gd name="connsiteX9" fmla="*/ 1253148 w 1319253"/>
              <a:gd name="connsiteY9" fmla="*/ 369822 h 966193"/>
              <a:gd name="connsiteX10" fmla="*/ 1284898 w 1319253"/>
              <a:gd name="connsiteY10" fmla="*/ 376174 h 966193"/>
              <a:gd name="connsiteX11" fmla="*/ 1308181 w 1319253"/>
              <a:gd name="connsiteY11" fmla="*/ 413214 h 966193"/>
              <a:gd name="connsiteX12" fmla="*/ 1318765 w 1319253"/>
              <a:gd name="connsiteY12" fmla="*/ 473539 h 966193"/>
              <a:gd name="connsiteX13" fmla="*/ 1293365 w 1319253"/>
              <a:gd name="connsiteY13" fmla="*/ 556090 h 966193"/>
              <a:gd name="connsiteX14" fmla="*/ 1258438 w 1319253"/>
              <a:gd name="connsiteY14" fmla="*/ 583077 h 966193"/>
              <a:gd name="connsiteX15" fmla="*/ 1197057 w 1319253"/>
              <a:gd name="connsiteY15" fmla="*/ 561381 h 966193"/>
              <a:gd name="connsiteX16" fmla="*/ 1158956 w 1319253"/>
              <a:gd name="connsiteY16" fmla="*/ 552385 h 966193"/>
              <a:gd name="connsiteX17" fmla="*/ 1140964 w 1319253"/>
              <a:gd name="connsiteY17" fmla="*/ 595777 h 966193"/>
              <a:gd name="connsiteX18" fmla="*/ 1147314 w 1319253"/>
              <a:gd name="connsiteY18" fmla="*/ 688910 h 966193"/>
              <a:gd name="connsiteX19" fmla="*/ 1168481 w 1319253"/>
              <a:gd name="connsiteY19" fmla="*/ 811677 h 966193"/>
              <a:gd name="connsiteX20" fmla="*/ 1185414 w 1319253"/>
              <a:gd name="connsiteY20" fmla="*/ 892110 h 966193"/>
              <a:gd name="connsiteX21" fmla="*/ 1115564 w 1319253"/>
              <a:gd name="connsiteY21" fmla="*/ 955610 h 966193"/>
              <a:gd name="connsiteX22" fmla="*/ 800181 w 1319253"/>
              <a:gd name="connsiteY22" fmla="*/ 966193 h 966193"/>
              <a:gd name="connsiteX23" fmla="*/ 519722 w 1319253"/>
              <a:gd name="connsiteY23" fmla="*/ 964076 h 966193"/>
              <a:gd name="connsiteX24" fmla="*/ 307527 w 1319253"/>
              <a:gd name="connsiteY24" fmla="*/ 959312 h 966193"/>
              <a:gd name="connsiteX25" fmla="*/ 101152 w 1319253"/>
              <a:gd name="connsiteY25" fmla="*/ 953494 h 966193"/>
              <a:gd name="connsiteX26" fmla="*/ 49294 w 1319253"/>
              <a:gd name="connsiteY26" fmla="*/ 894227 h 966193"/>
              <a:gd name="connsiteX27" fmla="*/ 29714 w 1319253"/>
              <a:gd name="connsiteY27" fmla="*/ 792098 h 966193"/>
              <a:gd name="connsiteX28" fmla="*/ 9606 w 1319253"/>
              <a:gd name="connsiteY28" fmla="*/ 702139 h 966193"/>
              <a:gd name="connsiteX29" fmla="*/ 6960 w 1319253"/>
              <a:gd name="connsiteY29" fmla="*/ 557677 h 966193"/>
              <a:gd name="connsiteX30" fmla="*/ 14898 w 1319253"/>
              <a:gd name="connsiteY30" fmla="*/ 483593 h 966193"/>
              <a:gd name="connsiteX31" fmla="*/ 31831 w 1319253"/>
              <a:gd name="connsiteY31" fmla="*/ 443377 h 966193"/>
              <a:gd name="connsiteX32" fmla="*/ 77339 w 1319253"/>
              <a:gd name="connsiteY32" fmla="*/ 478302 h 966193"/>
              <a:gd name="connsiteX33" fmla="*/ 113851 w 1319253"/>
              <a:gd name="connsiteY33" fmla="*/ 487297 h 966193"/>
              <a:gd name="connsiteX34" fmla="*/ 175764 w 1319253"/>
              <a:gd name="connsiteY34" fmla="*/ 458193 h 966193"/>
              <a:gd name="connsiteX35" fmla="*/ 206986 w 1319253"/>
              <a:gd name="connsiteY35" fmla="*/ 378290 h 966193"/>
              <a:gd name="connsiteX36" fmla="*/ 178939 w 1319253"/>
              <a:gd name="connsiteY36" fmla="*/ 296797 h 966193"/>
              <a:gd name="connsiteX37" fmla="*/ 126551 w 1319253"/>
              <a:gd name="connsiteY37" fmla="*/ 268223 h 966193"/>
              <a:gd name="connsiteX38" fmla="*/ 75751 w 1319253"/>
              <a:gd name="connsiteY38" fmla="*/ 289390 h 966193"/>
              <a:gd name="connsiteX39" fmla="*/ 17014 w 1319253"/>
              <a:gd name="connsiteY39" fmla="*/ 306322 h 966193"/>
              <a:gd name="connsiteX40" fmla="*/ 81 w 1319253"/>
              <a:gd name="connsiteY40" fmla="*/ 254993 h 966193"/>
              <a:gd name="connsiteX41" fmla="*/ 12781 w 1319253"/>
              <a:gd name="connsiteY41" fmla="*/ 163977 h 966193"/>
              <a:gd name="connsiteX42" fmla="*/ 57231 w 1319253"/>
              <a:gd name="connsiteY42" fmla="*/ 94127 h 966193"/>
              <a:gd name="connsiteX43" fmla="*/ 76281 w 1319253"/>
              <a:gd name="connsiteY43" fmla="*/ 66610 h 966193"/>
              <a:gd name="connsiteX44" fmla="*/ 108031 w 1319253"/>
              <a:gd name="connsiteY44" fmla="*/ 17927 h 966193"/>
              <a:gd name="connsiteX0" fmla="*/ 108031 w 1319266"/>
              <a:gd name="connsiteY0" fmla="*/ 17927 h 966193"/>
              <a:gd name="connsiteX1" fmla="*/ 539831 w 1319266"/>
              <a:gd name="connsiteY1" fmla="*/ 3110 h 966193"/>
              <a:gd name="connsiteX2" fmla="*/ 1037248 w 1319266"/>
              <a:gd name="connsiteY2" fmla="*/ 3110 h 966193"/>
              <a:gd name="connsiteX3" fmla="*/ 1166364 w 1319266"/>
              <a:gd name="connsiteY3" fmla="*/ 5227 h 966193"/>
              <a:gd name="connsiteX4" fmla="*/ 1183298 w 1319266"/>
              <a:gd name="connsiteY4" fmla="*/ 66610 h 966193"/>
              <a:gd name="connsiteX5" fmla="*/ 1153664 w 1319266"/>
              <a:gd name="connsiteY5" fmla="*/ 221127 h 966193"/>
              <a:gd name="connsiteX6" fmla="*/ 1138848 w 1319266"/>
              <a:gd name="connsiteY6" fmla="*/ 352360 h 966193"/>
              <a:gd name="connsiteX7" fmla="*/ 1152078 w 1319266"/>
              <a:gd name="connsiteY7" fmla="*/ 410569 h 966193"/>
              <a:gd name="connsiteX8" fmla="*/ 1200761 w 1319266"/>
              <a:gd name="connsiteY8" fmla="*/ 396282 h 966193"/>
              <a:gd name="connsiteX9" fmla="*/ 1253148 w 1319266"/>
              <a:gd name="connsiteY9" fmla="*/ 369822 h 966193"/>
              <a:gd name="connsiteX10" fmla="*/ 1283310 w 1319266"/>
              <a:gd name="connsiteY10" fmla="*/ 380936 h 966193"/>
              <a:gd name="connsiteX11" fmla="*/ 1308181 w 1319266"/>
              <a:gd name="connsiteY11" fmla="*/ 413214 h 966193"/>
              <a:gd name="connsiteX12" fmla="*/ 1318765 w 1319266"/>
              <a:gd name="connsiteY12" fmla="*/ 473539 h 966193"/>
              <a:gd name="connsiteX13" fmla="*/ 1293365 w 1319266"/>
              <a:gd name="connsiteY13" fmla="*/ 556090 h 966193"/>
              <a:gd name="connsiteX14" fmla="*/ 1258438 w 1319266"/>
              <a:gd name="connsiteY14" fmla="*/ 583077 h 966193"/>
              <a:gd name="connsiteX15" fmla="*/ 1197057 w 1319266"/>
              <a:gd name="connsiteY15" fmla="*/ 561381 h 966193"/>
              <a:gd name="connsiteX16" fmla="*/ 1158956 w 1319266"/>
              <a:gd name="connsiteY16" fmla="*/ 552385 h 966193"/>
              <a:gd name="connsiteX17" fmla="*/ 1140964 w 1319266"/>
              <a:gd name="connsiteY17" fmla="*/ 595777 h 966193"/>
              <a:gd name="connsiteX18" fmla="*/ 1147314 w 1319266"/>
              <a:gd name="connsiteY18" fmla="*/ 688910 h 966193"/>
              <a:gd name="connsiteX19" fmla="*/ 1168481 w 1319266"/>
              <a:gd name="connsiteY19" fmla="*/ 811677 h 966193"/>
              <a:gd name="connsiteX20" fmla="*/ 1185414 w 1319266"/>
              <a:gd name="connsiteY20" fmla="*/ 892110 h 966193"/>
              <a:gd name="connsiteX21" fmla="*/ 1115564 w 1319266"/>
              <a:gd name="connsiteY21" fmla="*/ 955610 h 966193"/>
              <a:gd name="connsiteX22" fmla="*/ 800181 w 1319266"/>
              <a:gd name="connsiteY22" fmla="*/ 966193 h 966193"/>
              <a:gd name="connsiteX23" fmla="*/ 519722 w 1319266"/>
              <a:gd name="connsiteY23" fmla="*/ 964076 h 966193"/>
              <a:gd name="connsiteX24" fmla="*/ 307527 w 1319266"/>
              <a:gd name="connsiteY24" fmla="*/ 959312 h 966193"/>
              <a:gd name="connsiteX25" fmla="*/ 101152 w 1319266"/>
              <a:gd name="connsiteY25" fmla="*/ 953494 h 966193"/>
              <a:gd name="connsiteX26" fmla="*/ 49294 w 1319266"/>
              <a:gd name="connsiteY26" fmla="*/ 894227 h 966193"/>
              <a:gd name="connsiteX27" fmla="*/ 29714 w 1319266"/>
              <a:gd name="connsiteY27" fmla="*/ 792098 h 966193"/>
              <a:gd name="connsiteX28" fmla="*/ 9606 w 1319266"/>
              <a:gd name="connsiteY28" fmla="*/ 702139 h 966193"/>
              <a:gd name="connsiteX29" fmla="*/ 6960 w 1319266"/>
              <a:gd name="connsiteY29" fmla="*/ 557677 h 966193"/>
              <a:gd name="connsiteX30" fmla="*/ 14898 w 1319266"/>
              <a:gd name="connsiteY30" fmla="*/ 483593 h 966193"/>
              <a:gd name="connsiteX31" fmla="*/ 31831 w 1319266"/>
              <a:gd name="connsiteY31" fmla="*/ 443377 h 966193"/>
              <a:gd name="connsiteX32" fmla="*/ 77339 w 1319266"/>
              <a:gd name="connsiteY32" fmla="*/ 478302 h 966193"/>
              <a:gd name="connsiteX33" fmla="*/ 113851 w 1319266"/>
              <a:gd name="connsiteY33" fmla="*/ 487297 h 966193"/>
              <a:gd name="connsiteX34" fmla="*/ 175764 w 1319266"/>
              <a:gd name="connsiteY34" fmla="*/ 458193 h 966193"/>
              <a:gd name="connsiteX35" fmla="*/ 206986 w 1319266"/>
              <a:gd name="connsiteY35" fmla="*/ 378290 h 966193"/>
              <a:gd name="connsiteX36" fmla="*/ 178939 w 1319266"/>
              <a:gd name="connsiteY36" fmla="*/ 296797 h 966193"/>
              <a:gd name="connsiteX37" fmla="*/ 126551 w 1319266"/>
              <a:gd name="connsiteY37" fmla="*/ 268223 h 966193"/>
              <a:gd name="connsiteX38" fmla="*/ 75751 w 1319266"/>
              <a:gd name="connsiteY38" fmla="*/ 289390 h 966193"/>
              <a:gd name="connsiteX39" fmla="*/ 17014 w 1319266"/>
              <a:gd name="connsiteY39" fmla="*/ 306322 h 966193"/>
              <a:gd name="connsiteX40" fmla="*/ 81 w 1319266"/>
              <a:gd name="connsiteY40" fmla="*/ 254993 h 966193"/>
              <a:gd name="connsiteX41" fmla="*/ 12781 w 1319266"/>
              <a:gd name="connsiteY41" fmla="*/ 163977 h 966193"/>
              <a:gd name="connsiteX42" fmla="*/ 57231 w 1319266"/>
              <a:gd name="connsiteY42" fmla="*/ 94127 h 966193"/>
              <a:gd name="connsiteX43" fmla="*/ 76281 w 1319266"/>
              <a:gd name="connsiteY43" fmla="*/ 66610 h 966193"/>
              <a:gd name="connsiteX44" fmla="*/ 108031 w 1319266"/>
              <a:gd name="connsiteY44" fmla="*/ 17927 h 966193"/>
              <a:gd name="connsiteX0" fmla="*/ 108031 w 1319266"/>
              <a:gd name="connsiteY0" fmla="*/ 17927 h 966193"/>
              <a:gd name="connsiteX1" fmla="*/ 539831 w 1319266"/>
              <a:gd name="connsiteY1" fmla="*/ 3110 h 966193"/>
              <a:gd name="connsiteX2" fmla="*/ 1037248 w 1319266"/>
              <a:gd name="connsiteY2" fmla="*/ 3110 h 966193"/>
              <a:gd name="connsiteX3" fmla="*/ 1166364 w 1319266"/>
              <a:gd name="connsiteY3" fmla="*/ 5227 h 966193"/>
              <a:gd name="connsiteX4" fmla="*/ 1183298 w 1319266"/>
              <a:gd name="connsiteY4" fmla="*/ 66610 h 966193"/>
              <a:gd name="connsiteX5" fmla="*/ 1153664 w 1319266"/>
              <a:gd name="connsiteY5" fmla="*/ 221127 h 966193"/>
              <a:gd name="connsiteX6" fmla="*/ 1138848 w 1319266"/>
              <a:gd name="connsiteY6" fmla="*/ 352360 h 966193"/>
              <a:gd name="connsiteX7" fmla="*/ 1152078 w 1319266"/>
              <a:gd name="connsiteY7" fmla="*/ 410569 h 966193"/>
              <a:gd name="connsiteX8" fmla="*/ 1200761 w 1319266"/>
              <a:gd name="connsiteY8" fmla="*/ 396282 h 966193"/>
              <a:gd name="connsiteX9" fmla="*/ 1253148 w 1319266"/>
              <a:gd name="connsiteY9" fmla="*/ 376172 h 966193"/>
              <a:gd name="connsiteX10" fmla="*/ 1283310 w 1319266"/>
              <a:gd name="connsiteY10" fmla="*/ 380936 h 966193"/>
              <a:gd name="connsiteX11" fmla="*/ 1308181 w 1319266"/>
              <a:gd name="connsiteY11" fmla="*/ 413214 h 966193"/>
              <a:gd name="connsiteX12" fmla="*/ 1318765 w 1319266"/>
              <a:gd name="connsiteY12" fmla="*/ 473539 h 966193"/>
              <a:gd name="connsiteX13" fmla="*/ 1293365 w 1319266"/>
              <a:gd name="connsiteY13" fmla="*/ 556090 h 966193"/>
              <a:gd name="connsiteX14" fmla="*/ 1258438 w 1319266"/>
              <a:gd name="connsiteY14" fmla="*/ 583077 h 966193"/>
              <a:gd name="connsiteX15" fmla="*/ 1197057 w 1319266"/>
              <a:gd name="connsiteY15" fmla="*/ 561381 h 966193"/>
              <a:gd name="connsiteX16" fmla="*/ 1158956 w 1319266"/>
              <a:gd name="connsiteY16" fmla="*/ 552385 h 966193"/>
              <a:gd name="connsiteX17" fmla="*/ 1140964 w 1319266"/>
              <a:gd name="connsiteY17" fmla="*/ 595777 h 966193"/>
              <a:gd name="connsiteX18" fmla="*/ 1147314 w 1319266"/>
              <a:gd name="connsiteY18" fmla="*/ 688910 h 966193"/>
              <a:gd name="connsiteX19" fmla="*/ 1168481 w 1319266"/>
              <a:gd name="connsiteY19" fmla="*/ 811677 h 966193"/>
              <a:gd name="connsiteX20" fmla="*/ 1185414 w 1319266"/>
              <a:gd name="connsiteY20" fmla="*/ 892110 h 966193"/>
              <a:gd name="connsiteX21" fmla="*/ 1115564 w 1319266"/>
              <a:gd name="connsiteY21" fmla="*/ 955610 h 966193"/>
              <a:gd name="connsiteX22" fmla="*/ 800181 w 1319266"/>
              <a:gd name="connsiteY22" fmla="*/ 966193 h 966193"/>
              <a:gd name="connsiteX23" fmla="*/ 519722 w 1319266"/>
              <a:gd name="connsiteY23" fmla="*/ 964076 h 966193"/>
              <a:gd name="connsiteX24" fmla="*/ 307527 w 1319266"/>
              <a:gd name="connsiteY24" fmla="*/ 959312 h 966193"/>
              <a:gd name="connsiteX25" fmla="*/ 101152 w 1319266"/>
              <a:gd name="connsiteY25" fmla="*/ 953494 h 966193"/>
              <a:gd name="connsiteX26" fmla="*/ 49294 w 1319266"/>
              <a:gd name="connsiteY26" fmla="*/ 894227 h 966193"/>
              <a:gd name="connsiteX27" fmla="*/ 29714 w 1319266"/>
              <a:gd name="connsiteY27" fmla="*/ 792098 h 966193"/>
              <a:gd name="connsiteX28" fmla="*/ 9606 w 1319266"/>
              <a:gd name="connsiteY28" fmla="*/ 702139 h 966193"/>
              <a:gd name="connsiteX29" fmla="*/ 6960 w 1319266"/>
              <a:gd name="connsiteY29" fmla="*/ 557677 h 966193"/>
              <a:gd name="connsiteX30" fmla="*/ 14898 w 1319266"/>
              <a:gd name="connsiteY30" fmla="*/ 483593 h 966193"/>
              <a:gd name="connsiteX31" fmla="*/ 31831 w 1319266"/>
              <a:gd name="connsiteY31" fmla="*/ 443377 h 966193"/>
              <a:gd name="connsiteX32" fmla="*/ 77339 w 1319266"/>
              <a:gd name="connsiteY32" fmla="*/ 478302 h 966193"/>
              <a:gd name="connsiteX33" fmla="*/ 113851 w 1319266"/>
              <a:gd name="connsiteY33" fmla="*/ 487297 h 966193"/>
              <a:gd name="connsiteX34" fmla="*/ 175764 w 1319266"/>
              <a:gd name="connsiteY34" fmla="*/ 458193 h 966193"/>
              <a:gd name="connsiteX35" fmla="*/ 206986 w 1319266"/>
              <a:gd name="connsiteY35" fmla="*/ 378290 h 966193"/>
              <a:gd name="connsiteX36" fmla="*/ 178939 w 1319266"/>
              <a:gd name="connsiteY36" fmla="*/ 296797 h 966193"/>
              <a:gd name="connsiteX37" fmla="*/ 126551 w 1319266"/>
              <a:gd name="connsiteY37" fmla="*/ 268223 h 966193"/>
              <a:gd name="connsiteX38" fmla="*/ 75751 w 1319266"/>
              <a:gd name="connsiteY38" fmla="*/ 289390 h 966193"/>
              <a:gd name="connsiteX39" fmla="*/ 17014 w 1319266"/>
              <a:gd name="connsiteY39" fmla="*/ 306322 h 966193"/>
              <a:gd name="connsiteX40" fmla="*/ 81 w 1319266"/>
              <a:gd name="connsiteY40" fmla="*/ 254993 h 966193"/>
              <a:gd name="connsiteX41" fmla="*/ 12781 w 1319266"/>
              <a:gd name="connsiteY41" fmla="*/ 163977 h 966193"/>
              <a:gd name="connsiteX42" fmla="*/ 57231 w 1319266"/>
              <a:gd name="connsiteY42" fmla="*/ 94127 h 966193"/>
              <a:gd name="connsiteX43" fmla="*/ 76281 w 1319266"/>
              <a:gd name="connsiteY43" fmla="*/ 66610 h 966193"/>
              <a:gd name="connsiteX44" fmla="*/ 108031 w 1319266"/>
              <a:gd name="connsiteY44" fmla="*/ 17927 h 966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319266" h="966193">
                <a:moveTo>
                  <a:pt x="108031" y="17927"/>
                </a:moveTo>
                <a:cubicBezTo>
                  <a:pt x="128139" y="-11706"/>
                  <a:pt x="384962" y="5579"/>
                  <a:pt x="539831" y="3110"/>
                </a:cubicBezTo>
                <a:cubicBezTo>
                  <a:pt x="694700" y="641"/>
                  <a:pt x="932826" y="2757"/>
                  <a:pt x="1037248" y="3110"/>
                </a:cubicBezTo>
                <a:cubicBezTo>
                  <a:pt x="1141670" y="3463"/>
                  <a:pt x="1142022" y="-5356"/>
                  <a:pt x="1166364" y="5227"/>
                </a:cubicBezTo>
                <a:cubicBezTo>
                  <a:pt x="1190706" y="15810"/>
                  <a:pt x="1185415" y="30627"/>
                  <a:pt x="1183298" y="66610"/>
                </a:cubicBezTo>
                <a:cubicBezTo>
                  <a:pt x="1181181" y="102593"/>
                  <a:pt x="1161072" y="173502"/>
                  <a:pt x="1153664" y="221127"/>
                </a:cubicBezTo>
                <a:cubicBezTo>
                  <a:pt x="1146256" y="268752"/>
                  <a:pt x="1139112" y="320786"/>
                  <a:pt x="1138848" y="352360"/>
                </a:cubicBezTo>
                <a:cubicBezTo>
                  <a:pt x="1138584" y="383934"/>
                  <a:pt x="1141759" y="403249"/>
                  <a:pt x="1152078" y="410569"/>
                </a:cubicBezTo>
                <a:cubicBezTo>
                  <a:pt x="1162397" y="417889"/>
                  <a:pt x="1183916" y="402015"/>
                  <a:pt x="1200761" y="396282"/>
                </a:cubicBezTo>
                <a:cubicBezTo>
                  <a:pt x="1217606" y="390549"/>
                  <a:pt x="1239390" y="378730"/>
                  <a:pt x="1253148" y="376172"/>
                </a:cubicBezTo>
                <a:cubicBezTo>
                  <a:pt x="1266906" y="373614"/>
                  <a:pt x="1274138" y="374762"/>
                  <a:pt x="1283310" y="380936"/>
                </a:cubicBezTo>
                <a:cubicBezTo>
                  <a:pt x="1292482" y="387110"/>
                  <a:pt x="1302272" y="397780"/>
                  <a:pt x="1308181" y="413214"/>
                </a:cubicBezTo>
                <a:cubicBezTo>
                  <a:pt x="1314090" y="428648"/>
                  <a:pt x="1321234" y="449726"/>
                  <a:pt x="1318765" y="473539"/>
                </a:cubicBezTo>
                <a:cubicBezTo>
                  <a:pt x="1316296" y="497352"/>
                  <a:pt x="1303420" y="537834"/>
                  <a:pt x="1293365" y="556090"/>
                </a:cubicBezTo>
                <a:cubicBezTo>
                  <a:pt x="1283311" y="574346"/>
                  <a:pt x="1274489" y="582195"/>
                  <a:pt x="1258438" y="583077"/>
                </a:cubicBezTo>
                <a:cubicBezTo>
                  <a:pt x="1242387" y="583959"/>
                  <a:pt x="1213637" y="566496"/>
                  <a:pt x="1197057" y="561381"/>
                </a:cubicBezTo>
                <a:cubicBezTo>
                  <a:pt x="1180477" y="556266"/>
                  <a:pt x="1168305" y="546652"/>
                  <a:pt x="1158956" y="552385"/>
                </a:cubicBezTo>
                <a:cubicBezTo>
                  <a:pt x="1149607" y="558118"/>
                  <a:pt x="1142904" y="573023"/>
                  <a:pt x="1140964" y="595777"/>
                </a:cubicBezTo>
                <a:cubicBezTo>
                  <a:pt x="1139024" y="618531"/>
                  <a:pt x="1142728" y="652927"/>
                  <a:pt x="1147314" y="688910"/>
                </a:cubicBezTo>
                <a:cubicBezTo>
                  <a:pt x="1151900" y="724893"/>
                  <a:pt x="1162131" y="777810"/>
                  <a:pt x="1168481" y="811677"/>
                </a:cubicBezTo>
                <a:cubicBezTo>
                  <a:pt x="1174831" y="845544"/>
                  <a:pt x="1189471" y="866534"/>
                  <a:pt x="1185414" y="892110"/>
                </a:cubicBezTo>
                <a:cubicBezTo>
                  <a:pt x="1181357" y="917686"/>
                  <a:pt x="1179769" y="943263"/>
                  <a:pt x="1115564" y="955610"/>
                </a:cubicBezTo>
                <a:cubicBezTo>
                  <a:pt x="1051359" y="967957"/>
                  <a:pt x="899488" y="964782"/>
                  <a:pt x="800181" y="966193"/>
                </a:cubicBezTo>
                <a:lnTo>
                  <a:pt x="519722" y="964076"/>
                </a:lnTo>
                <a:lnTo>
                  <a:pt x="307527" y="959312"/>
                </a:lnTo>
                <a:lnTo>
                  <a:pt x="101152" y="953494"/>
                </a:lnTo>
                <a:cubicBezTo>
                  <a:pt x="58113" y="942647"/>
                  <a:pt x="61200" y="921126"/>
                  <a:pt x="49294" y="894227"/>
                </a:cubicBezTo>
                <a:cubicBezTo>
                  <a:pt x="37388" y="867328"/>
                  <a:pt x="36329" y="824113"/>
                  <a:pt x="29714" y="792098"/>
                </a:cubicBezTo>
                <a:cubicBezTo>
                  <a:pt x="23099" y="760083"/>
                  <a:pt x="13398" y="741209"/>
                  <a:pt x="9606" y="702139"/>
                </a:cubicBezTo>
                <a:cubicBezTo>
                  <a:pt x="5814" y="663069"/>
                  <a:pt x="6078" y="594101"/>
                  <a:pt x="6960" y="557677"/>
                </a:cubicBezTo>
                <a:cubicBezTo>
                  <a:pt x="7842" y="521253"/>
                  <a:pt x="10753" y="502643"/>
                  <a:pt x="14898" y="483593"/>
                </a:cubicBezTo>
                <a:cubicBezTo>
                  <a:pt x="19043" y="464543"/>
                  <a:pt x="21424" y="444259"/>
                  <a:pt x="31831" y="443377"/>
                </a:cubicBezTo>
                <a:cubicBezTo>
                  <a:pt x="42238" y="442495"/>
                  <a:pt x="63669" y="470982"/>
                  <a:pt x="77339" y="478302"/>
                </a:cubicBezTo>
                <a:cubicBezTo>
                  <a:pt x="91009" y="485622"/>
                  <a:pt x="97447" y="490649"/>
                  <a:pt x="113851" y="487297"/>
                </a:cubicBezTo>
                <a:cubicBezTo>
                  <a:pt x="130255" y="483946"/>
                  <a:pt x="160242" y="476361"/>
                  <a:pt x="175764" y="458193"/>
                </a:cubicBezTo>
                <a:cubicBezTo>
                  <a:pt x="191286" y="440025"/>
                  <a:pt x="206457" y="405189"/>
                  <a:pt x="206986" y="378290"/>
                </a:cubicBezTo>
                <a:cubicBezTo>
                  <a:pt x="207515" y="351391"/>
                  <a:pt x="192345" y="315141"/>
                  <a:pt x="178939" y="296797"/>
                </a:cubicBezTo>
                <a:cubicBezTo>
                  <a:pt x="165533" y="278453"/>
                  <a:pt x="143749" y="269458"/>
                  <a:pt x="126551" y="268223"/>
                </a:cubicBezTo>
                <a:cubicBezTo>
                  <a:pt x="109353" y="266989"/>
                  <a:pt x="94007" y="283040"/>
                  <a:pt x="75751" y="289390"/>
                </a:cubicBezTo>
                <a:cubicBezTo>
                  <a:pt x="57495" y="295740"/>
                  <a:pt x="29626" y="312055"/>
                  <a:pt x="17014" y="306322"/>
                </a:cubicBezTo>
                <a:cubicBezTo>
                  <a:pt x="4402" y="300589"/>
                  <a:pt x="786" y="278717"/>
                  <a:pt x="81" y="254993"/>
                </a:cubicBezTo>
                <a:cubicBezTo>
                  <a:pt x="-624" y="231269"/>
                  <a:pt x="3256" y="190788"/>
                  <a:pt x="12781" y="163977"/>
                </a:cubicBezTo>
                <a:cubicBezTo>
                  <a:pt x="22306" y="137166"/>
                  <a:pt x="46648" y="110355"/>
                  <a:pt x="57231" y="94127"/>
                </a:cubicBezTo>
                <a:cubicBezTo>
                  <a:pt x="67814" y="77899"/>
                  <a:pt x="69226" y="76135"/>
                  <a:pt x="76281" y="66610"/>
                </a:cubicBezTo>
                <a:cubicBezTo>
                  <a:pt x="83336" y="57085"/>
                  <a:pt x="87923" y="47560"/>
                  <a:pt x="108031" y="17927"/>
                </a:cubicBez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728DF1-D3AB-F155-01A3-0276E4E132B0}"/>
              </a:ext>
            </a:extLst>
          </p:cNvPr>
          <p:cNvSpPr/>
          <p:nvPr/>
        </p:nvSpPr>
        <p:spPr>
          <a:xfrm>
            <a:off x="5567833" y="4664896"/>
            <a:ext cx="1167670" cy="969448"/>
          </a:xfrm>
          <a:custGeom>
            <a:avLst/>
            <a:gdLst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51156 w 1112680"/>
              <a:gd name="connsiteY16" fmla="*/ 8487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59623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8156 w 1112680"/>
              <a:gd name="connsiteY22" fmla="*/ 469900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298450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3856 w 1112680"/>
              <a:gd name="connsiteY25" fmla="*/ 315384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29573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988839 w 1112680"/>
              <a:gd name="connsiteY10" fmla="*/ 874184 h 969448"/>
              <a:gd name="connsiteX11" fmla="*/ 978256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680"/>
              <a:gd name="connsiteY0" fmla="*/ 4234 h 969448"/>
              <a:gd name="connsiteX1" fmla="*/ 436389 w 1112680"/>
              <a:gd name="connsiteY1" fmla="*/ 0 h 969448"/>
              <a:gd name="connsiteX2" fmla="*/ 660756 w 1112680"/>
              <a:gd name="connsiteY2" fmla="*/ 0 h 969448"/>
              <a:gd name="connsiteX3" fmla="*/ 863956 w 1112680"/>
              <a:gd name="connsiteY3" fmla="*/ 2117 h 969448"/>
              <a:gd name="connsiteX4" fmla="*/ 929573 w 1112680"/>
              <a:gd name="connsiteY4" fmla="*/ 25400 h 969448"/>
              <a:gd name="connsiteX5" fmla="*/ 1001539 w 1112680"/>
              <a:gd name="connsiteY5" fmla="*/ 167217 h 969448"/>
              <a:gd name="connsiteX6" fmla="*/ 1084089 w 1112680"/>
              <a:gd name="connsiteY6" fmla="*/ 381000 h 969448"/>
              <a:gd name="connsiteX7" fmla="*/ 1111606 w 1112680"/>
              <a:gd name="connsiteY7" fmla="*/ 450850 h 969448"/>
              <a:gd name="connsiteX8" fmla="*/ 1101023 w 1112680"/>
              <a:gd name="connsiteY8" fmla="*/ 524934 h 969448"/>
              <a:gd name="connsiteX9" fmla="*/ 1045989 w 1112680"/>
              <a:gd name="connsiteY9" fmla="*/ 721784 h 969448"/>
              <a:gd name="connsiteX10" fmla="*/ 1024822 w 1112680"/>
              <a:gd name="connsiteY10" fmla="*/ 874184 h 969448"/>
              <a:gd name="connsiteX11" fmla="*/ 978256 w 1112680"/>
              <a:gd name="connsiteY11" fmla="*/ 954617 h 969448"/>
              <a:gd name="connsiteX12" fmla="*/ 838556 w 1112680"/>
              <a:gd name="connsiteY12" fmla="*/ 969434 h 969448"/>
              <a:gd name="connsiteX13" fmla="*/ 381356 w 1112680"/>
              <a:gd name="connsiteY13" fmla="*/ 963084 h 969448"/>
              <a:gd name="connsiteX14" fmla="*/ 190856 w 1112680"/>
              <a:gd name="connsiteY14" fmla="*/ 954617 h 969448"/>
              <a:gd name="connsiteX15" fmla="*/ 67560 w 1112680"/>
              <a:gd name="connsiteY15" fmla="*/ 931334 h 969448"/>
              <a:gd name="connsiteX16" fmla="*/ 49568 w 1112680"/>
              <a:gd name="connsiteY16" fmla="*/ 861484 h 969448"/>
              <a:gd name="connsiteX17" fmla="*/ 13056 w 1112680"/>
              <a:gd name="connsiteY17" fmla="*/ 694267 h 969448"/>
              <a:gd name="connsiteX18" fmla="*/ 4589 w 1112680"/>
              <a:gd name="connsiteY18" fmla="*/ 613834 h 969448"/>
              <a:gd name="connsiteX19" fmla="*/ 23639 w 1112680"/>
              <a:gd name="connsiteY19" fmla="*/ 505884 h 969448"/>
              <a:gd name="connsiteX20" fmla="*/ 65973 w 1112680"/>
              <a:gd name="connsiteY20" fmla="*/ 524934 h 969448"/>
              <a:gd name="connsiteX21" fmla="*/ 123123 w 1112680"/>
              <a:gd name="connsiteY21" fmla="*/ 527050 h 969448"/>
              <a:gd name="connsiteX22" fmla="*/ 173394 w 1112680"/>
              <a:gd name="connsiteY22" fmla="*/ 468312 h 969448"/>
              <a:gd name="connsiteX23" fmla="*/ 171806 w 1112680"/>
              <a:gd name="connsiteY23" fmla="*/ 374650 h 969448"/>
              <a:gd name="connsiteX24" fmla="*/ 140056 w 1112680"/>
              <a:gd name="connsiteY24" fmla="*/ 303212 h 969448"/>
              <a:gd name="connsiteX25" fmla="*/ 68619 w 1112680"/>
              <a:gd name="connsiteY25" fmla="*/ 320146 h 969448"/>
              <a:gd name="connsiteX26" fmla="*/ 29989 w 1112680"/>
              <a:gd name="connsiteY26" fmla="*/ 364067 h 969448"/>
              <a:gd name="connsiteX27" fmla="*/ 356 w 1112680"/>
              <a:gd name="connsiteY27" fmla="*/ 347134 h 969448"/>
              <a:gd name="connsiteX28" fmla="*/ 15173 w 1112680"/>
              <a:gd name="connsiteY28" fmla="*/ 237067 h 969448"/>
              <a:gd name="connsiteX29" fmla="*/ 38456 w 1112680"/>
              <a:gd name="connsiteY29" fmla="*/ 103717 h 969448"/>
              <a:gd name="connsiteX30" fmla="*/ 49039 w 1112680"/>
              <a:gd name="connsiteY30" fmla="*/ 59267 h 969448"/>
              <a:gd name="connsiteX31" fmla="*/ 46923 w 1112680"/>
              <a:gd name="connsiteY31" fmla="*/ 4234 h 969448"/>
              <a:gd name="connsiteX0" fmla="*/ 46923 w 1112067"/>
              <a:gd name="connsiteY0" fmla="*/ 4234 h 969448"/>
              <a:gd name="connsiteX1" fmla="*/ 436389 w 1112067"/>
              <a:gd name="connsiteY1" fmla="*/ 0 h 969448"/>
              <a:gd name="connsiteX2" fmla="*/ 660756 w 1112067"/>
              <a:gd name="connsiteY2" fmla="*/ 0 h 969448"/>
              <a:gd name="connsiteX3" fmla="*/ 863956 w 1112067"/>
              <a:gd name="connsiteY3" fmla="*/ 2117 h 969448"/>
              <a:gd name="connsiteX4" fmla="*/ 929573 w 1112067"/>
              <a:gd name="connsiteY4" fmla="*/ 25400 h 969448"/>
              <a:gd name="connsiteX5" fmla="*/ 1001539 w 1112067"/>
              <a:gd name="connsiteY5" fmla="*/ 167217 h 969448"/>
              <a:gd name="connsiteX6" fmla="*/ 1084089 w 1112067"/>
              <a:gd name="connsiteY6" fmla="*/ 381000 h 969448"/>
              <a:gd name="connsiteX7" fmla="*/ 1111606 w 1112067"/>
              <a:gd name="connsiteY7" fmla="*/ 450850 h 969448"/>
              <a:gd name="connsiteX8" fmla="*/ 1101023 w 1112067"/>
              <a:gd name="connsiteY8" fmla="*/ 524934 h 969448"/>
              <a:gd name="connsiteX9" fmla="*/ 1096789 w 1112067"/>
              <a:gd name="connsiteY9" fmla="*/ 723900 h 969448"/>
              <a:gd name="connsiteX10" fmla="*/ 1024822 w 1112067"/>
              <a:gd name="connsiteY10" fmla="*/ 874184 h 969448"/>
              <a:gd name="connsiteX11" fmla="*/ 978256 w 1112067"/>
              <a:gd name="connsiteY11" fmla="*/ 954617 h 969448"/>
              <a:gd name="connsiteX12" fmla="*/ 838556 w 1112067"/>
              <a:gd name="connsiteY12" fmla="*/ 969434 h 969448"/>
              <a:gd name="connsiteX13" fmla="*/ 381356 w 1112067"/>
              <a:gd name="connsiteY13" fmla="*/ 963084 h 969448"/>
              <a:gd name="connsiteX14" fmla="*/ 190856 w 1112067"/>
              <a:gd name="connsiteY14" fmla="*/ 954617 h 969448"/>
              <a:gd name="connsiteX15" fmla="*/ 67560 w 1112067"/>
              <a:gd name="connsiteY15" fmla="*/ 931334 h 969448"/>
              <a:gd name="connsiteX16" fmla="*/ 49568 w 1112067"/>
              <a:gd name="connsiteY16" fmla="*/ 861484 h 969448"/>
              <a:gd name="connsiteX17" fmla="*/ 13056 w 1112067"/>
              <a:gd name="connsiteY17" fmla="*/ 694267 h 969448"/>
              <a:gd name="connsiteX18" fmla="*/ 4589 w 1112067"/>
              <a:gd name="connsiteY18" fmla="*/ 613834 h 969448"/>
              <a:gd name="connsiteX19" fmla="*/ 23639 w 1112067"/>
              <a:gd name="connsiteY19" fmla="*/ 505884 h 969448"/>
              <a:gd name="connsiteX20" fmla="*/ 65973 w 1112067"/>
              <a:gd name="connsiteY20" fmla="*/ 524934 h 969448"/>
              <a:gd name="connsiteX21" fmla="*/ 123123 w 1112067"/>
              <a:gd name="connsiteY21" fmla="*/ 527050 h 969448"/>
              <a:gd name="connsiteX22" fmla="*/ 173394 w 1112067"/>
              <a:gd name="connsiteY22" fmla="*/ 468312 h 969448"/>
              <a:gd name="connsiteX23" fmla="*/ 171806 w 1112067"/>
              <a:gd name="connsiteY23" fmla="*/ 374650 h 969448"/>
              <a:gd name="connsiteX24" fmla="*/ 140056 w 1112067"/>
              <a:gd name="connsiteY24" fmla="*/ 303212 h 969448"/>
              <a:gd name="connsiteX25" fmla="*/ 68619 w 1112067"/>
              <a:gd name="connsiteY25" fmla="*/ 320146 h 969448"/>
              <a:gd name="connsiteX26" fmla="*/ 29989 w 1112067"/>
              <a:gd name="connsiteY26" fmla="*/ 364067 h 969448"/>
              <a:gd name="connsiteX27" fmla="*/ 356 w 1112067"/>
              <a:gd name="connsiteY27" fmla="*/ 347134 h 969448"/>
              <a:gd name="connsiteX28" fmla="*/ 15173 w 1112067"/>
              <a:gd name="connsiteY28" fmla="*/ 237067 h 969448"/>
              <a:gd name="connsiteX29" fmla="*/ 38456 w 1112067"/>
              <a:gd name="connsiteY29" fmla="*/ 103717 h 969448"/>
              <a:gd name="connsiteX30" fmla="*/ 49039 w 1112067"/>
              <a:gd name="connsiteY30" fmla="*/ 59267 h 969448"/>
              <a:gd name="connsiteX31" fmla="*/ 46923 w 1112067"/>
              <a:gd name="connsiteY31" fmla="*/ 4234 h 969448"/>
              <a:gd name="connsiteX0" fmla="*/ 46923 w 1154070"/>
              <a:gd name="connsiteY0" fmla="*/ 4234 h 969448"/>
              <a:gd name="connsiteX1" fmla="*/ 436389 w 1154070"/>
              <a:gd name="connsiteY1" fmla="*/ 0 h 969448"/>
              <a:gd name="connsiteX2" fmla="*/ 660756 w 1154070"/>
              <a:gd name="connsiteY2" fmla="*/ 0 h 969448"/>
              <a:gd name="connsiteX3" fmla="*/ 863956 w 1154070"/>
              <a:gd name="connsiteY3" fmla="*/ 2117 h 969448"/>
              <a:gd name="connsiteX4" fmla="*/ 929573 w 1154070"/>
              <a:gd name="connsiteY4" fmla="*/ 25400 h 969448"/>
              <a:gd name="connsiteX5" fmla="*/ 1001539 w 1154070"/>
              <a:gd name="connsiteY5" fmla="*/ 167217 h 969448"/>
              <a:gd name="connsiteX6" fmla="*/ 1084089 w 1154070"/>
              <a:gd name="connsiteY6" fmla="*/ 381000 h 969448"/>
              <a:gd name="connsiteX7" fmla="*/ 1111606 w 1154070"/>
              <a:gd name="connsiteY7" fmla="*/ 450850 h 969448"/>
              <a:gd name="connsiteX8" fmla="*/ 1153940 w 1154070"/>
              <a:gd name="connsiteY8" fmla="*/ 529168 h 969448"/>
              <a:gd name="connsiteX9" fmla="*/ 1096789 w 1154070"/>
              <a:gd name="connsiteY9" fmla="*/ 723900 h 969448"/>
              <a:gd name="connsiteX10" fmla="*/ 1024822 w 1154070"/>
              <a:gd name="connsiteY10" fmla="*/ 874184 h 969448"/>
              <a:gd name="connsiteX11" fmla="*/ 978256 w 1154070"/>
              <a:gd name="connsiteY11" fmla="*/ 954617 h 969448"/>
              <a:gd name="connsiteX12" fmla="*/ 838556 w 1154070"/>
              <a:gd name="connsiteY12" fmla="*/ 969434 h 969448"/>
              <a:gd name="connsiteX13" fmla="*/ 381356 w 1154070"/>
              <a:gd name="connsiteY13" fmla="*/ 963084 h 969448"/>
              <a:gd name="connsiteX14" fmla="*/ 190856 w 1154070"/>
              <a:gd name="connsiteY14" fmla="*/ 954617 h 969448"/>
              <a:gd name="connsiteX15" fmla="*/ 67560 w 1154070"/>
              <a:gd name="connsiteY15" fmla="*/ 931334 h 969448"/>
              <a:gd name="connsiteX16" fmla="*/ 49568 w 1154070"/>
              <a:gd name="connsiteY16" fmla="*/ 861484 h 969448"/>
              <a:gd name="connsiteX17" fmla="*/ 13056 w 1154070"/>
              <a:gd name="connsiteY17" fmla="*/ 694267 h 969448"/>
              <a:gd name="connsiteX18" fmla="*/ 4589 w 1154070"/>
              <a:gd name="connsiteY18" fmla="*/ 613834 h 969448"/>
              <a:gd name="connsiteX19" fmla="*/ 23639 w 1154070"/>
              <a:gd name="connsiteY19" fmla="*/ 505884 h 969448"/>
              <a:gd name="connsiteX20" fmla="*/ 65973 w 1154070"/>
              <a:gd name="connsiteY20" fmla="*/ 524934 h 969448"/>
              <a:gd name="connsiteX21" fmla="*/ 123123 w 1154070"/>
              <a:gd name="connsiteY21" fmla="*/ 527050 h 969448"/>
              <a:gd name="connsiteX22" fmla="*/ 173394 w 1154070"/>
              <a:gd name="connsiteY22" fmla="*/ 468312 h 969448"/>
              <a:gd name="connsiteX23" fmla="*/ 171806 w 1154070"/>
              <a:gd name="connsiteY23" fmla="*/ 374650 h 969448"/>
              <a:gd name="connsiteX24" fmla="*/ 140056 w 1154070"/>
              <a:gd name="connsiteY24" fmla="*/ 303212 h 969448"/>
              <a:gd name="connsiteX25" fmla="*/ 68619 w 1154070"/>
              <a:gd name="connsiteY25" fmla="*/ 320146 h 969448"/>
              <a:gd name="connsiteX26" fmla="*/ 29989 w 1154070"/>
              <a:gd name="connsiteY26" fmla="*/ 364067 h 969448"/>
              <a:gd name="connsiteX27" fmla="*/ 356 w 1154070"/>
              <a:gd name="connsiteY27" fmla="*/ 347134 h 969448"/>
              <a:gd name="connsiteX28" fmla="*/ 15173 w 1154070"/>
              <a:gd name="connsiteY28" fmla="*/ 237067 h 969448"/>
              <a:gd name="connsiteX29" fmla="*/ 38456 w 1154070"/>
              <a:gd name="connsiteY29" fmla="*/ 103717 h 969448"/>
              <a:gd name="connsiteX30" fmla="*/ 49039 w 1154070"/>
              <a:gd name="connsiteY30" fmla="*/ 59267 h 969448"/>
              <a:gd name="connsiteX31" fmla="*/ 46923 w 1154070"/>
              <a:gd name="connsiteY31" fmla="*/ 4234 h 969448"/>
              <a:gd name="connsiteX0" fmla="*/ 46923 w 1171251"/>
              <a:gd name="connsiteY0" fmla="*/ 4234 h 969448"/>
              <a:gd name="connsiteX1" fmla="*/ 436389 w 1171251"/>
              <a:gd name="connsiteY1" fmla="*/ 0 h 969448"/>
              <a:gd name="connsiteX2" fmla="*/ 660756 w 1171251"/>
              <a:gd name="connsiteY2" fmla="*/ 0 h 969448"/>
              <a:gd name="connsiteX3" fmla="*/ 863956 w 1171251"/>
              <a:gd name="connsiteY3" fmla="*/ 2117 h 969448"/>
              <a:gd name="connsiteX4" fmla="*/ 929573 w 1171251"/>
              <a:gd name="connsiteY4" fmla="*/ 25400 h 969448"/>
              <a:gd name="connsiteX5" fmla="*/ 1001539 w 1171251"/>
              <a:gd name="connsiteY5" fmla="*/ 167217 h 969448"/>
              <a:gd name="connsiteX6" fmla="*/ 1084089 w 1171251"/>
              <a:gd name="connsiteY6" fmla="*/ 381000 h 969448"/>
              <a:gd name="connsiteX7" fmla="*/ 1166640 w 1171251"/>
              <a:gd name="connsiteY7" fmla="*/ 457200 h 969448"/>
              <a:gd name="connsiteX8" fmla="*/ 1153940 w 1171251"/>
              <a:gd name="connsiteY8" fmla="*/ 529168 h 969448"/>
              <a:gd name="connsiteX9" fmla="*/ 1096789 w 1171251"/>
              <a:gd name="connsiteY9" fmla="*/ 723900 h 969448"/>
              <a:gd name="connsiteX10" fmla="*/ 1024822 w 1171251"/>
              <a:gd name="connsiteY10" fmla="*/ 874184 h 969448"/>
              <a:gd name="connsiteX11" fmla="*/ 978256 w 1171251"/>
              <a:gd name="connsiteY11" fmla="*/ 954617 h 969448"/>
              <a:gd name="connsiteX12" fmla="*/ 838556 w 1171251"/>
              <a:gd name="connsiteY12" fmla="*/ 969434 h 969448"/>
              <a:gd name="connsiteX13" fmla="*/ 381356 w 1171251"/>
              <a:gd name="connsiteY13" fmla="*/ 963084 h 969448"/>
              <a:gd name="connsiteX14" fmla="*/ 190856 w 1171251"/>
              <a:gd name="connsiteY14" fmla="*/ 954617 h 969448"/>
              <a:gd name="connsiteX15" fmla="*/ 67560 w 1171251"/>
              <a:gd name="connsiteY15" fmla="*/ 931334 h 969448"/>
              <a:gd name="connsiteX16" fmla="*/ 49568 w 1171251"/>
              <a:gd name="connsiteY16" fmla="*/ 861484 h 969448"/>
              <a:gd name="connsiteX17" fmla="*/ 13056 w 1171251"/>
              <a:gd name="connsiteY17" fmla="*/ 694267 h 969448"/>
              <a:gd name="connsiteX18" fmla="*/ 4589 w 1171251"/>
              <a:gd name="connsiteY18" fmla="*/ 613834 h 969448"/>
              <a:gd name="connsiteX19" fmla="*/ 23639 w 1171251"/>
              <a:gd name="connsiteY19" fmla="*/ 505884 h 969448"/>
              <a:gd name="connsiteX20" fmla="*/ 65973 w 1171251"/>
              <a:gd name="connsiteY20" fmla="*/ 524934 h 969448"/>
              <a:gd name="connsiteX21" fmla="*/ 123123 w 1171251"/>
              <a:gd name="connsiteY21" fmla="*/ 527050 h 969448"/>
              <a:gd name="connsiteX22" fmla="*/ 173394 w 1171251"/>
              <a:gd name="connsiteY22" fmla="*/ 468312 h 969448"/>
              <a:gd name="connsiteX23" fmla="*/ 171806 w 1171251"/>
              <a:gd name="connsiteY23" fmla="*/ 374650 h 969448"/>
              <a:gd name="connsiteX24" fmla="*/ 140056 w 1171251"/>
              <a:gd name="connsiteY24" fmla="*/ 303212 h 969448"/>
              <a:gd name="connsiteX25" fmla="*/ 68619 w 1171251"/>
              <a:gd name="connsiteY25" fmla="*/ 320146 h 969448"/>
              <a:gd name="connsiteX26" fmla="*/ 29989 w 1171251"/>
              <a:gd name="connsiteY26" fmla="*/ 364067 h 969448"/>
              <a:gd name="connsiteX27" fmla="*/ 356 w 1171251"/>
              <a:gd name="connsiteY27" fmla="*/ 347134 h 969448"/>
              <a:gd name="connsiteX28" fmla="*/ 15173 w 1171251"/>
              <a:gd name="connsiteY28" fmla="*/ 237067 h 969448"/>
              <a:gd name="connsiteX29" fmla="*/ 38456 w 1171251"/>
              <a:gd name="connsiteY29" fmla="*/ 103717 h 969448"/>
              <a:gd name="connsiteX30" fmla="*/ 49039 w 1171251"/>
              <a:gd name="connsiteY30" fmla="*/ 59267 h 969448"/>
              <a:gd name="connsiteX31" fmla="*/ 46923 w 1171251"/>
              <a:gd name="connsiteY31" fmla="*/ 4234 h 969448"/>
              <a:gd name="connsiteX0" fmla="*/ 46923 w 1169121"/>
              <a:gd name="connsiteY0" fmla="*/ 4234 h 969448"/>
              <a:gd name="connsiteX1" fmla="*/ 436389 w 1169121"/>
              <a:gd name="connsiteY1" fmla="*/ 0 h 969448"/>
              <a:gd name="connsiteX2" fmla="*/ 660756 w 1169121"/>
              <a:gd name="connsiteY2" fmla="*/ 0 h 969448"/>
              <a:gd name="connsiteX3" fmla="*/ 863956 w 1169121"/>
              <a:gd name="connsiteY3" fmla="*/ 2117 h 969448"/>
              <a:gd name="connsiteX4" fmla="*/ 929573 w 1169121"/>
              <a:gd name="connsiteY4" fmla="*/ 25400 h 969448"/>
              <a:gd name="connsiteX5" fmla="*/ 1001539 w 1169121"/>
              <a:gd name="connsiteY5" fmla="*/ 167217 h 969448"/>
              <a:gd name="connsiteX6" fmla="*/ 1113723 w 1169121"/>
              <a:gd name="connsiteY6" fmla="*/ 381000 h 969448"/>
              <a:gd name="connsiteX7" fmla="*/ 1166640 w 1169121"/>
              <a:gd name="connsiteY7" fmla="*/ 457200 h 969448"/>
              <a:gd name="connsiteX8" fmla="*/ 1153940 w 1169121"/>
              <a:gd name="connsiteY8" fmla="*/ 529168 h 969448"/>
              <a:gd name="connsiteX9" fmla="*/ 1096789 w 1169121"/>
              <a:gd name="connsiteY9" fmla="*/ 723900 h 969448"/>
              <a:gd name="connsiteX10" fmla="*/ 1024822 w 1169121"/>
              <a:gd name="connsiteY10" fmla="*/ 874184 h 969448"/>
              <a:gd name="connsiteX11" fmla="*/ 978256 w 1169121"/>
              <a:gd name="connsiteY11" fmla="*/ 954617 h 969448"/>
              <a:gd name="connsiteX12" fmla="*/ 838556 w 1169121"/>
              <a:gd name="connsiteY12" fmla="*/ 969434 h 969448"/>
              <a:gd name="connsiteX13" fmla="*/ 381356 w 1169121"/>
              <a:gd name="connsiteY13" fmla="*/ 963084 h 969448"/>
              <a:gd name="connsiteX14" fmla="*/ 190856 w 1169121"/>
              <a:gd name="connsiteY14" fmla="*/ 954617 h 969448"/>
              <a:gd name="connsiteX15" fmla="*/ 67560 w 1169121"/>
              <a:gd name="connsiteY15" fmla="*/ 931334 h 969448"/>
              <a:gd name="connsiteX16" fmla="*/ 49568 w 1169121"/>
              <a:gd name="connsiteY16" fmla="*/ 861484 h 969448"/>
              <a:gd name="connsiteX17" fmla="*/ 13056 w 1169121"/>
              <a:gd name="connsiteY17" fmla="*/ 694267 h 969448"/>
              <a:gd name="connsiteX18" fmla="*/ 4589 w 1169121"/>
              <a:gd name="connsiteY18" fmla="*/ 613834 h 969448"/>
              <a:gd name="connsiteX19" fmla="*/ 23639 w 1169121"/>
              <a:gd name="connsiteY19" fmla="*/ 505884 h 969448"/>
              <a:gd name="connsiteX20" fmla="*/ 65973 w 1169121"/>
              <a:gd name="connsiteY20" fmla="*/ 524934 h 969448"/>
              <a:gd name="connsiteX21" fmla="*/ 123123 w 1169121"/>
              <a:gd name="connsiteY21" fmla="*/ 527050 h 969448"/>
              <a:gd name="connsiteX22" fmla="*/ 173394 w 1169121"/>
              <a:gd name="connsiteY22" fmla="*/ 468312 h 969448"/>
              <a:gd name="connsiteX23" fmla="*/ 171806 w 1169121"/>
              <a:gd name="connsiteY23" fmla="*/ 374650 h 969448"/>
              <a:gd name="connsiteX24" fmla="*/ 140056 w 1169121"/>
              <a:gd name="connsiteY24" fmla="*/ 303212 h 969448"/>
              <a:gd name="connsiteX25" fmla="*/ 68619 w 1169121"/>
              <a:gd name="connsiteY25" fmla="*/ 320146 h 969448"/>
              <a:gd name="connsiteX26" fmla="*/ 29989 w 1169121"/>
              <a:gd name="connsiteY26" fmla="*/ 364067 h 969448"/>
              <a:gd name="connsiteX27" fmla="*/ 356 w 1169121"/>
              <a:gd name="connsiteY27" fmla="*/ 347134 h 969448"/>
              <a:gd name="connsiteX28" fmla="*/ 15173 w 1169121"/>
              <a:gd name="connsiteY28" fmla="*/ 237067 h 969448"/>
              <a:gd name="connsiteX29" fmla="*/ 38456 w 1169121"/>
              <a:gd name="connsiteY29" fmla="*/ 103717 h 969448"/>
              <a:gd name="connsiteX30" fmla="*/ 49039 w 1169121"/>
              <a:gd name="connsiteY30" fmla="*/ 59267 h 969448"/>
              <a:gd name="connsiteX31" fmla="*/ 46923 w 1169121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29573 w 1167944"/>
              <a:gd name="connsiteY4" fmla="*/ 25400 h 969448"/>
              <a:gd name="connsiteX5" fmla="*/ 10015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29573 w 1167944"/>
              <a:gd name="connsiteY4" fmla="*/ 25400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863956 w 1167944"/>
              <a:gd name="connsiteY3" fmla="*/ 2117 h 969448"/>
              <a:gd name="connsiteX4" fmla="*/ 967673 w 1167944"/>
              <a:gd name="connsiteY4" fmla="*/ 33867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26939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23639 w 1167944"/>
              <a:gd name="connsiteY19" fmla="*/ 505884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24934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3123 w 1167944"/>
              <a:gd name="connsiteY21" fmla="*/ 527050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73394 w 1167944"/>
              <a:gd name="connsiteY22" fmla="*/ 4683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77627 w 1167944"/>
              <a:gd name="connsiteY22" fmla="*/ 544512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1806 w 1167944"/>
              <a:gd name="connsiteY23" fmla="*/ 374650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40056 w 1167944"/>
              <a:gd name="connsiteY24" fmla="*/ 303212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33706 w 1167944"/>
              <a:gd name="connsiteY24" fmla="*/ 370946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68619 w 1167944"/>
              <a:gd name="connsiteY25" fmla="*/ 320146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81319 w 1167944"/>
              <a:gd name="connsiteY25" fmla="*/ 387879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6923 w 1167944"/>
              <a:gd name="connsiteY0" fmla="*/ 4234 h 969448"/>
              <a:gd name="connsiteX1" fmla="*/ 436389 w 1167944"/>
              <a:gd name="connsiteY1" fmla="*/ 0 h 969448"/>
              <a:gd name="connsiteX2" fmla="*/ 660756 w 1167944"/>
              <a:gd name="connsiteY2" fmla="*/ 0 h 969448"/>
              <a:gd name="connsiteX3" fmla="*/ 906290 w 1167944"/>
              <a:gd name="connsiteY3" fmla="*/ 4233 h 969448"/>
              <a:gd name="connsiteX4" fmla="*/ 967673 w 1167944"/>
              <a:gd name="connsiteY4" fmla="*/ 33867 h 969448"/>
              <a:gd name="connsiteX5" fmla="*/ 1037523 w 1167944"/>
              <a:gd name="connsiteY5" fmla="*/ 167217 h 969448"/>
              <a:gd name="connsiteX6" fmla="*/ 1130656 w 1167944"/>
              <a:gd name="connsiteY6" fmla="*/ 372533 h 969448"/>
              <a:gd name="connsiteX7" fmla="*/ 1166640 w 1167944"/>
              <a:gd name="connsiteY7" fmla="*/ 457200 h 969448"/>
              <a:gd name="connsiteX8" fmla="*/ 1153940 w 1167944"/>
              <a:gd name="connsiteY8" fmla="*/ 529168 h 969448"/>
              <a:gd name="connsiteX9" fmla="*/ 1096789 w 1167944"/>
              <a:gd name="connsiteY9" fmla="*/ 723900 h 969448"/>
              <a:gd name="connsiteX10" fmla="*/ 1024822 w 1167944"/>
              <a:gd name="connsiteY10" fmla="*/ 874184 h 969448"/>
              <a:gd name="connsiteX11" fmla="*/ 978256 w 1167944"/>
              <a:gd name="connsiteY11" fmla="*/ 954617 h 969448"/>
              <a:gd name="connsiteX12" fmla="*/ 838556 w 1167944"/>
              <a:gd name="connsiteY12" fmla="*/ 969434 h 969448"/>
              <a:gd name="connsiteX13" fmla="*/ 381356 w 1167944"/>
              <a:gd name="connsiteY13" fmla="*/ 963084 h 969448"/>
              <a:gd name="connsiteX14" fmla="*/ 190856 w 1167944"/>
              <a:gd name="connsiteY14" fmla="*/ 954617 h 969448"/>
              <a:gd name="connsiteX15" fmla="*/ 67560 w 1167944"/>
              <a:gd name="connsiteY15" fmla="*/ 931334 h 969448"/>
              <a:gd name="connsiteX16" fmla="*/ 49568 w 1167944"/>
              <a:gd name="connsiteY16" fmla="*/ 861484 h 969448"/>
              <a:gd name="connsiteX17" fmla="*/ 13056 w 1167944"/>
              <a:gd name="connsiteY17" fmla="*/ 694267 h 969448"/>
              <a:gd name="connsiteX18" fmla="*/ 4589 w 1167944"/>
              <a:gd name="connsiteY18" fmla="*/ 613834 h 969448"/>
              <a:gd name="connsiteX19" fmla="*/ 13055 w 1167944"/>
              <a:gd name="connsiteY19" fmla="*/ 552451 h 969448"/>
              <a:gd name="connsiteX20" fmla="*/ 65973 w 1167944"/>
              <a:gd name="connsiteY20" fmla="*/ 577850 h 969448"/>
              <a:gd name="connsiteX21" fmla="*/ 129473 w 1167944"/>
              <a:gd name="connsiteY21" fmla="*/ 605367 h 969448"/>
              <a:gd name="connsiteX22" fmla="*/ 169160 w 1167944"/>
              <a:gd name="connsiteY22" fmla="*/ 546629 h 969448"/>
              <a:gd name="connsiteX23" fmla="*/ 178156 w 1167944"/>
              <a:gd name="connsiteY23" fmla="*/ 446617 h 969448"/>
              <a:gd name="connsiteX24" fmla="*/ 161223 w 1167944"/>
              <a:gd name="connsiteY24" fmla="*/ 362479 h 969448"/>
              <a:gd name="connsiteX25" fmla="*/ 96136 w 1167944"/>
              <a:gd name="connsiteY25" fmla="*/ 368829 h 969448"/>
              <a:gd name="connsiteX26" fmla="*/ 29989 w 1167944"/>
              <a:gd name="connsiteY26" fmla="*/ 364067 h 969448"/>
              <a:gd name="connsiteX27" fmla="*/ 356 w 1167944"/>
              <a:gd name="connsiteY27" fmla="*/ 347134 h 969448"/>
              <a:gd name="connsiteX28" fmla="*/ 15173 w 1167944"/>
              <a:gd name="connsiteY28" fmla="*/ 237067 h 969448"/>
              <a:gd name="connsiteX29" fmla="*/ 38456 w 1167944"/>
              <a:gd name="connsiteY29" fmla="*/ 103717 h 969448"/>
              <a:gd name="connsiteX30" fmla="*/ 49039 w 1167944"/>
              <a:gd name="connsiteY30" fmla="*/ 59267 h 969448"/>
              <a:gd name="connsiteX31" fmla="*/ 46923 w 1167944"/>
              <a:gd name="connsiteY31" fmla="*/ 4234 h 969448"/>
              <a:gd name="connsiteX0" fmla="*/ 47636 w 1168657"/>
              <a:gd name="connsiteY0" fmla="*/ 4234 h 969448"/>
              <a:gd name="connsiteX1" fmla="*/ 437102 w 1168657"/>
              <a:gd name="connsiteY1" fmla="*/ 0 h 969448"/>
              <a:gd name="connsiteX2" fmla="*/ 661469 w 1168657"/>
              <a:gd name="connsiteY2" fmla="*/ 0 h 969448"/>
              <a:gd name="connsiteX3" fmla="*/ 907003 w 1168657"/>
              <a:gd name="connsiteY3" fmla="*/ 4233 h 969448"/>
              <a:gd name="connsiteX4" fmla="*/ 968386 w 1168657"/>
              <a:gd name="connsiteY4" fmla="*/ 33867 h 969448"/>
              <a:gd name="connsiteX5" fmla="*/ 1038236 w 1168657"/>
              <a:gd name="connsiteY5" fmla="*/ 167217 h 969448"/>
              <a:gd name="connsiteX6" fmla="*/ 1131369 w 1168657"/>
              <a:gd name="connsiteY6" fmla="*/ 372533 h 969448"/>
              <a:gd name="connsiteX7" fmla="*/ 1167353 w 1168657"/>
              <a:gd name="connsiteY7" fmla="*/ 457200 h 969448"/>
              <a:gd name="connsiteX8" fmla="*/ 1154653 w 1168657"/>
              <a:gd name="connsiteY8" fmla="*/ 529168 h 969448"/>
              <a:gd name="connsiteX9" fmla="*/ 1097502 w 1168657"/>
              <a:gd name="connsiteY9" fmla="*/ 723900 h 969448"/>
              <a:gd name="connsiteX10" fmla="*/ 1025535 w 1168657"/>
              <a:gd name="connsiteY10" fmla="*/ 874184 h 969448"/>
              <a:gd name="connsiteX11" fmla="*/ 978969 w 1168657"/>
              <a:gd name="connsiteY11" fmla="*/ 954617 h 969448"/>
              <a:gd name="connsiteX12" fmla="*/ 839269 w 1168657"/>
              <a:gd name="connsiteY12" fmla="*/ 969434 h 969448"/>
              <a:gd name="connsiteX13" fmla="*/ 382069 w 1168657"/>
              <a:gd name="connsiteY13" fmla="*/ 963084 h 969448"/>
              <a:gd name="connsiteX14" fmla="*/ 191569 w 1168657"/>
              <a:gd name="connsiteY14" fmla="*/ 954617 h 969448"/>
              <a:gd name="connsiteX15" fmla="*/ 68273 w 1168657"/>
              <a:gd name="connsiteY15" fmla="*/ 931334 h 969448"/>
              <a:gd name="connsiteX16" fmla="*/ 50281 w 1168657"/>
              <a:gd name="connsiteY16" fmla="*/ 861484 h 969448"/>
              <a:gd name="connsiteX17" fmla="*/ 13769 w 1168657"/>
              <a:gd name="connsiteY17" fmla="*/ 694267 h 969448"/>
              <a:gd name="connsiteX18" fmla="*/ 5302 w 1168657"/>
              <a:gd name="connsiteY18" fmla="*/ 613834 h 969448"/>
              <a:gd name="connsiteX19" fmla="*/ 13768 w 1168657"/>
              <a:gd name="connsiteY19" fmla="*/ 552451 h 969448"/>
              <a:gd name="connsiteX20" fmla="*/ 66686 w 1168657"/>
              <a:gd name="connsiteY20" fmla="*/ 577850 h 969448"/>
              <a:gd name="connsiteX21" fmla="*/ 130186 w 1168657"/>
              <a:gd name="connsiteY21" fmla="*/ 605367 h 969448"/>
              <a:gd name="connsiteX22" fmla="*/ 169873 w 1168657"/>
              <a:gd name="connsiteY22" fmla="*/ 546629 h 969448"/>
              <a:gd name="connsiteX23" fmla="*/ 178869 w 1168657"/>
              <a:gd name="connsiteY23" fmla="*/ 446617 h 969448"/>
              <a:gd name="connsiteX24" fmla="*/ 161936 w 1168657"/>
              <a:gd name="connsiteY24" fmla="*/ 362479 h 969448"/>
              <a:gd name="connsiteX25" fmla="*/ 96849 w 1168657"/>
              <a:gd name="connsiteY25" fmla="*/ 368829 h 969448"/>
              <a:gd name="connsiteX26" fmla="*/ 45519 w 1168657"/>
              <a:gd name="connsiteY26" fmla="*/ 408517 h 969448"/>
              <a:gd name="connsiteX27" fmla="*/ 1069 w 1168657"/>
              <a:gd name="connsiteY27" fmla="*/ 347134 h 969448"/>
              <a:gd name="connsiteX28" fmla="*/ 15886 w 1168657"/>
              <a:gd name="connsiteY28" fmla="*/ 237067 h 969448"/>
              <a:gd name="connsiteX29" fmla="*/ 39169 w 1168657"/>
              <a:gd name="connsiteY29" fmla="*/ 103717 h 969448"/>
              <a:gd name="connsiteX30" fmla="*/ 49752 w 1168657"/>
              <a:gd name="connsiteY30" fmla="*/ 59267 h 969448"/>
              <a:gd name="connsiteX31" fmla="*/ 47636 w 1168657"/>
              <a:gd name="connsiteY31" fmla="*/ 4234 h 969448"/>
              <a:gd name="connsiteX0" fmla="*/ 47636 w 1168657"/>
              <a:gd name="connsiteY0" fmla="*/ 4234 h 969448"/>
              <a:gd name="connsiteX1" fmla="*/ 437102 w 1168657"/>
              <a:gd name="connsiteY1" fmla="*/ 0 h 969448"/>
              <a:gd name="connsiteX2" fmla="*/ 661469 w 1168657"/>
              <a:gd name="connsiteY2" fmla="*/ 0 h 969448"/>
              <a:gd name="connsiteX3" fmla="*/ 907003 w 1168657"/>
              <a:gd name="connsiteY3" fmla="*/ 4233 h 969448"/>
              <a:gd name="connsiteX4" fmla="*/ 968386 w 1168657"/>
              <a:gd name="connsiteY4" fmla="*/ 33867 h 969448"/>
              <a:gd name="connsiteX5" fmla="*/ 1038236 w 1168657"/>
              <a:gd name="connsiteY5" fmla="*/ 167217 h 969448"/>
              <a:gd name="connsiteX6" fmla="*/ 1131369 w 1168657"/>
              <a:gd name="connsiteY6" fmla="*/ 372533 h 969448"/>
              <a:gd name="connsiteX7" fmla="*/ 1167353 w 1168657"/>
              <a:gd name="connsiteY7" fmla="*/ 457200 h 969448"/>
              <a:gd name="connsiteX8" fmla="*/ 1154653 w 1168657"/>
              <a:gd name="connsiteY8" fmla="*/ 529168 h 969448"/>
              <a:gd name="connsiteX9" fmla="*/ 1097502 w 1168657"/>
              <a:gd name="connsiteY9" fmla="*/ 723900 h 969448"/>
              <a:gd name="connsiteX10" fmla="*/ 1025535 w 1168657"/>
              <a:gd name="connsiteY10" fmla="*/ 874184 h 969448"/>
              <a:gd name="connsiteX11" fmla="*/ 978969 w 1168657"/>
              <a:gd name="connsiteY11" fmla="*/ 954617 h 969448"/>
              <a:gd name="connsiteX12" fmla="*/ 839269 w 1168657"/>
              <a:gd name="connsiteY12" fmla="*/ 969434 h 969448"/>
              <a:gd name="connsiteX13" fmla="*/ 382069 w 1168657"/>
              <a:gd name="connsiteY13" fmla="*/ 963084 h 969448"/>
              <a:gd name="connsiteX14" fmla="*/ 191569 w 1168657"/>
              <a:gd name="connsiteY14" fmla="*/ 954617 h 969448"/>
              <a:gd name="connsiteX15" fmla="*/ 68273 w 1168657"/>
              <a:gd name="connsiteY15" fmla="*/ 931334 h 969448"/>
              <a:gd name="connsiteX16" fmla="*/ 50281 w 1168657"/>
              <a:gd name="connsiteY16" fmla="*/ 861484 h 969448"/>
              <a:gd name="connsiteX17" fmla="*/ 13769 w 1168657"/>
              <a:gd name="connsiteY17" fmla="*/ 694267 h 969448"/>
              <a:gd name="connsiteX18" fmla="*/ 5302 w 1168657"/>
              <a:gd name="connsiteY18" fmla="*/ 613834 h 969448"/>
              <a:gd name="connsiteX19" fmla="*/ 13768 w 1168657"/>
              <a:gd name="connsiteY19" fmla="*/ 552451 h 969448"/>
              <a:gd name="connsiteX20" fmla="*/ 66686 w 1168657"/>
              <a:gd name="connsiteY20" fmla="*/ 577850 h 969448"/>
              <a:gd name="connsiteX21" fmla="*/ 130186 w 1168657"/>
              <a:gd name="connsiteY21" fmla="*/ 605367 h 969448"/>
              <a:gd name="connsiteX22" fmla="*/ 169873 w 1168657"/>
              <a:gd name="connsiteY22" fmla="*/ 546629 h 969448"/>
              <a:gd name="connsiteX23" fmla="*/ 178869 w 1168657"/>
              <a:gd name="connsiteY23" fmla="*/ 446617 h 969448"/>
              <a:gd name="connsiteX24" fmla="*/ 161936 w 1168657"/>
              <a:gd name="connsiteY24" fmla="*/ 362479 h 969448"/>
              <a:gd name="connsiteX25" fmla="*/ 96849 w 1168657"/>
              <a:gd name="connsiteY25" fmla="*/ 368829 h 969448"/>
              <a:gd name="connsiteX26" fmla="*/ 45519 w 1168657"/>
              <a:gd name="connsiteY26" fmla="*/ 423334 h 969448"/>
              <a:gd name="connsiteX27" fmla="*/ 1069 w 1168657"/>
              <a:gd name="connsiteY27" fmla="*/ 347134 h 969448"/>
              <a:gd name="connsiteX28" fmla="*/ 15886 w 1168657"/>
              <a:gd name="connsiteY28" fmla="*/ 237067 h 969448"/>
              <a:gd name="connsiteX29" fmla="*/ 39169 w 1168657"/>
              <a:gd name="connsiteY29" fmla="*/ 103717 h 969448"/>
              <a:gd name="connsiteX30" fmla="*/ 49752 w 1168657"/>
              <a:gd name="connsiteY30" fmla="*/ 59267 h 969448"/>
              <a:gd name="connsiteX31" fmla="*/ 47636 w 1168657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60949 w 1167670"/>
              <a:gd name="connsiteY24" fmla="*/ 362479 h 969448"/>
              <a:gd name="connsiteX25" fmla="*/ 95862 w 1167670"/>
              <a:gd name="connsiteY25" fmla="*/ 3688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60949 w 1167670"/>
              <a:gd name="connsiteY24" fmla="*/ 3624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65699 w 1167670"/>
              <a:gd name="connsiteY20" fmla="*/ 5778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82633 w 1167670"/>
              <a:gd name="connsiteY20" fmla="*/ 552450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9199 w 1167670"/>
              <a:gd name="connsiteY21" fmla="*/ 605367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0732 w 1167670"/>
              <a:gd name="connsiteY21" fmla="*/ 596900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2781 w 1167670"/>
              <a:gd name="connsiteY19" fmla="*/ 552451 h 969448"/>
              <a:gd name="connsiteX20" fmla="*/ 76283 w 1167670"/>
              <a:gd name="connsiteY20" fmla="*/ 55456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76283 w 1167670"/>
              <a:gd name="connsiteY20" fmla="*/ 55456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9199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8886 w 1167670"/>
              <a:gd name="connsiteY22" fmla="*/ 546629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87396 w 1167670"/>
              <a:gd name="connsiteY25" fmla="*/ 385762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65700 w 1167670"/>
              <a:gd name="connsiteY20" fmla="*/ 54821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55117 w 1167670"/>
              <a:gd name="connsiteY20" fmla="*/ 554567 h 969448"/>
              <a:gd name="connsiteX21" fmla="*/ 120733 w 1167670"/>
              <a:gd name="connsiteY21" fmla="*/ 579966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  <a:gd name="connsiteX0" fmla="*/ 46649 w 1167670"/>
              <a:gd name="connsiteY0" fmla="*/ 4234 h 969448"/>
              <a:gd name="connsiteX1" fmla="*/ 436115 w 1167670"/>
              <a:gd name="connsiteY1" fmla="*/ 0 h 969448"/>
              <a:gd name="connsiteX2" fmla="*/ 660482 w 1167670"/>
              <a:gd name="connsiteY2" fmla="*/ 0 h 969448"/>
              <a:gd name="connsiteX3" fmla="*/ 906016 w 1167670"/>
              <a:gd name="connsiteY3" fmla="*/ 4233 h 969448"/>
              <a:gd name="connsiteX4" fmla="*/ 967399 w 1167670"/>
              <a:gd name="connsiteY4" fmla="*/ 33867 h 969448"/>
              <a:gd name="connsiteX5" fmla="*/ 1037249 w 1167670"/>
              <a:gd name="connsiteY5" fmla="*/ 167217 h 969448"/>
              <a:gd name="connsiteX6" fmla="*/ 1130382 w 1167670"/>
              <a:gd name="connsiteY6" fmla="*/ 372533 h 969448"/>
              <a:gd name="connsiteX7" fmla="*/ 1166366 w 1167670"/>
              <a:gd name="connsiteY7" fmla="*/ 457200 h 969448"/>
              <a:gd name="connsiteX8" fmla="*/ 1153666 w 1167670"/>
              <a:gd name="connsiteY8" fmla="*/ 529168 h 969448"/>
              <a:gd name="connsiteX9" fmla="*/ 1096515 w 1167670"/>
              <a:gd name="connsiteY9" fmla="*/ 723900 h 969448"/>
              <a:gd name="connsiteX10" fmla="*/ 1024548 w 1167670"/>
              <a:gd name="connsiteY10" fmla="*/ 874184 h 969448"/>
              <a:gd name="connsiteX11" fmla="*/ 977982 w 1167670"/>
              <a:gd name="connsiteY11" fmla="*/ 954617 h 969448"/>
              <a:gd name="connsiteX12" fmla="*/ 838282 w 1167670"/>
              <a:gd name="connsiteY12" fmla="*/ 969434 h 969448"/>
              <a:gd name="connsiteX13" fmla="*/ 381082 w 1167670"/>
              <a:gd name="connsiteY13" fmla="*/ 963084 h 969448"/>
              <a:gd name="connsiteX14" fmla="*/ 190582 w 1167670"/>
              <a:gd name="connsiteY14" fmla="*/ 954617 h 969448"/>
              <a:gd name="connsiteX15" fmla="*/ 67286 w 1167670"/>
              <a:gd name="connsiteY15" fmla="*/ 931334 h 969448"/>
              <a:gd name="connsiteX16" fmla="*/ 49294 w 1167670"/>
              <a:gd name="connsiteY16" fmla="*/ 861484 h 969448"/>
              <a:gd name="connsiteX17" fmla="*/ 12782 w 1167670"/>
              <a:gd name="connsiteY17" fmla="*/ 694267 h 969448"/>
              <a:gd name="connsiteX18" fmla="*/ 4315 w 1167670"/>
              <a:gd name="connsiteY18" fmla="*/ 613834 h 969448"/>
              <a:gd name="connsiteX19" fmla="*/ 17015 w 1167670"/>
              <a:gd name="connsiteY19" fmla="*/ 543984 h 969448"/>
              <a:gd name="connsiteX20" fmla="*/ 55117 w 1167670"/>
              <a:gd name="connsiteY20" fmla="*/ 554567 h 969448"/>
              <a:gd name="connsiteX21" fmla="*/ 103800 w 1167670"/>
              <a:gd name="connsiteY21" fmla="*/ 575732 h 969448"/>
              <a:gd name="connsiteX22" fmla="*/ 162536 w 1167670"/>
              <a:gd name="connsiteY22" fmla="*/ 544513 h 969448"/>
              <a:gd name="connsiteX23" fmla="*/ 177882 w 1167670"/>
              <a:gd name="connsiteY23" fmla="*/ 446617 h 969448"/>
              <a:gd name="connsiteX24" fmla="*/ 148249 w 1167670"/>
              <a:gd name="connsiteY24" fmla="*/ 375179 h 969448"/>
              <a:gd name="connsiteX25" fmla="*/ 74696 w 1167670"/>
              <a:gd name="connsiteY25" fmla="*/ 381529 h 969448"/>
              <a:gd name="connsiteX26" fmla="*/ 21248 w 1167670"/>
              <a:gd name="connsiteY26" fmla="*/ 410634 h 969448"/>
              <a:gd name="connsiteX27" fmla="*/ 82 w 1167670"/>
              <a:gd name="connsiteY27" fmla="*/ 347134 h 969448"/>
              <a:gd name="connsiteX28" fmla="*/ 14899 w 1167670"/>
              <a:gd name="connsiteY28" fmla="*/ 237067 h 969448"/>
              <a:gd name="connsiteX29" fmla="*/ 38182 w 1167670"/>
              <a:gd name="connsiteY29" fmla="*/ 103717 h 969448"/>
              <a:gd name="connsiteX30" fmla="*/ 48765 w 1167670"/>
              <a:gd name="connsiteY30" fmla="*/ 59267 h 969448"/>
              <a:gd name="connsiteX31" fmla="*/ 46649 w 1167670"/>
              <a:gd name="connsiteY31" fmla="*/ 4234 h 969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167670" h="969448">
                <a:moveTo>
                  <a:pt x="46649" y="4234"/>
                </a:moveTo>
                <a:lnTo>
                  <a:pt x="436115" y="0"/>
                </a:lnTo>
                <a:lnTo>
                  <a:pt x="660482" y="0"/>
                </a:lnTo>
                <a:lnTo>
                  <a:pt x="906016" y="4233"/>
                </a:lnTo>
                <a:cubicBezTo>
                  <a:pt x="950819" y="8466"/>
                  <a:pt x="945527" y="6703"/>
                  <a:pt x="967399" y="33867"/>
                </a:cubicBezTo>
                <a:cubicBezTo>
                  <a:pt x="989271" y="61031"/>
                  <a:pt x="1010085" y="110773"/>
                  <a:pt x="1037249" y="167217"/>
                </a:cubicBezTo>
                <a:cubicBezTo>
                  <a:pt x="1064413" y="223661"/>
                  <a:pt x="1108863" y="324203"/>
                  <a:pt x="1130382" y="372533"/>
                </a:cubicBezTo>
                <a:cubicBezTo>
                  <a:pt x="1151901" y="420863"/>
                  <a:pt x="1162485" y="431094"/>
                  <a:pt x="1166366" y="457200"/>
                </a:cubicBezTo>
                <a:cubicBezTo>
                  <a:pt x="1170247" y="483306"/>
                  <a:pt x="1165308" y="484718"/>
                  <a:pt x="1153666" y="529168"/>
                </a:cubicBezTo>
                <a:cubicBezTo>
                  <a:pt x="1142024" y="573618"/>
                  <a:pt x="1118035" y="666397"/>
                  <a:pt x="1096515" y="723900"/>
                </a:cubicBezTo>
                <a:cubicBezTo>
                  <a:pt x="1074995" y="781403"/>
                  <a:pt x="1044304" y="835731"/>
                  <a:pt x="1024548" y="874184"/>
                </a:cubicBezTo>
                <a:cubicBezTo>
                  <a:pt x="1004792" y="912637"/>
                  <a:pt x="1009026" y="938742"/>
                  <a:pt x="977982" y="954617"/>
                </a:cubicBezTo>
                <a:cubicBezTo>
                  <a:pt x="946938" y="970492"/>
                  <a:pt x="838282" y="969434"/>
                  <a:pt x="838282" y="969434"/>
                </a:cubicBezTo>
                <a:lnTo>
                  <a:pt x="381082" y="963084"/>
                </a:lnTo>
                <a:cubicBezTo>
                  <a:pt x="273132" y="960615"/>
                  <a:pt x="242881" y="959909"/>
                  <a:pt x="190582" y="954617"/>
                </a:cubicBezTo>
                <a:cubicBezTo>
                  <a:pt x="138283" y="949325"/>
                  <a:pt x="78134" y="946856"/>
                  <a:pt x="67286" y="931334"/>
                </a:cubicBezTo>
                <a:cubicBezTo>
                  <a:pt x="56438" y="915812"/>
                  <a:pt x="58378" y="900995"/>
                  <a:pt x="49294" y="861484"/>
                </a:cubicBezTo>
                <a:cubicBezTo>
                  <a:pt x="40210" y="821973"/>
                  <a:pt x="20279" y="735542"/>
                  <a:pt x="12782" y="694267"/>
                </a:cubicBezTo>
                <a:cubicBezTo>
                  <a:pt x="5286" y="652992"/>
                  <a:pt x="3610" y="638881"/>
                  <a:pt x="4315" y="613834"/>
                </a:cubicBezTo>
                <a:cubicBezTo>
                  <a:pt x="5020" y="588787"/>
                  <a:pt x="8548" y="553862"/>
                  <a:pt x="17015" y="543984"/>
                </a:cubicBezTo>
                <a:cubicBezTo>
                  <a:pt x="25482" y="534106"/>
                  <a:pt x="40653" y="549276"/>
                  <a:pt x="55117" y="554567"/>
                </a:cubicBezTo>
                <a:cubicBezTo>
                  <a:pt x="69581" y="559858"/>
                  <a:pt x="85897" y="577408"/>
                  <a:pt x="103800" y="575732"/>
                </a:cubicBezTo>
                <a:cubicBezTo>
                  <a:pt x="121703" y="574056"/>
                  <a:pt x="150189" y="566032"/>
                  <a:pt x="162536" y="544513"/>
                </a:cubicBezTo>
                <a:cubicBezTo>
                  <a:pt x="174883" y="522994"/>
                  <a:pt x="180263" y="474839"/>
                  <a:pt x="177882" y="446617"/>
                </a:cubicBezTo>
                <a:cubicBezTo>
                  <a:pt x="175501" y="418395"/>
                  <a:pt x="165447" y="386027"/>
                  <a:pt x="148249" y="375179"/>
                </a:cubicBezTo>
                <a:cubicBezTo>
                  <a:pt x="131051" y="364331"/>
                  <a:pt x="95863" y="375620"/>
                  <a:pt x="74696" y="381529"/>
                </a:cubicBezTo>
                <a:cubicBezTo>
                  <a:pt x="53529" y="387438"/>
                  <a:pt x="33684" y="416366"/>
                  <a:pt x="21248" y="410634"/>
                </a:cubicBezTo>
                <a:cubicBezTo>
                  <a:pt x="8812" y="404902"/>
                  <a:pt x="1140" y="376062"/>
                  <a:pt x="82" y="347134"/>
                </a:cubicBezTo>
                <a:cubicBezTo>
                  <a:pt x="-976" y="318206"/>
                  <a:pt x="8549" y="277636"/>
                  <a:pt x="14899" y="237067"/>
                </a:cubicBezTo>
                <a:cubicBezTo>
                  <a:pt x="21249" y="196498"/>
                  <a:pt x="32538" y="133350"/>
                  <a:pt x="38182" y="103717"/>
                </a:cubicBezTo>
                <a:cubicBezTo>
                  <a:pt x="43826" y="74084"/>
                  <a:pt x="46296" y="73025"/>
                  <a:pt x="48765" y="59267"/>
                </a:cubicBezTo>
                <a:cubicBezTo>
                  <a:pt x="51234" y="45509"/>
                  <a:pt x="52116" y="33338"/>
                  <a:pt x="46649" y="4234"/>
                </a:cubicBezTo>
                <a:close/>
              </a:path>
            </a:pathLst>
          </a:custGeom>
          <a:solidFill>
            <a:srgbClr val="50EEDF">
              <a:alpha val="30000"/>
            </a:srgbClr>
          </a:solidFill>
          <a:ln>
            <a:solidFill>
              <a:srgbClr val="50EED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393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D368-589C-219D-4BD3-F02E19AE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4F8A9E-C6D4-263C-883A-C201F79B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1967"/>
            <a:ext cx="6858000" cy="1202066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3A710EC-7AB1-D905-DC20-FD56029A08E2}"/>
              </a:ext>
            </a:extLst>
          </p:cNvPr>
          <p:cNvSpPr/>
          <p:nvPr/>
        </p:nvSpPr>
        <p:spPr>
          <a:xfrm>
            <a:off x="67623" y="4294267"/>
            <a:ext cx="1740798" cy="1266215"/>
          </a:xfrm>
          <a:custGeom>
            <a:avLst/>
            <a:gdLst>
              <a:gd name="connsiteX0" fmla="*/ 66166 w 1794153"/>
              <a:gd name="connsiteY0" fmla="*/ 2758 h 1262174"/>
              <a:gd name="connsiteX1" fmla="*/ 963633 w 1794153"/>
              <a:gd name="connsiteY1" fmla="*/ 15458 h 1262174"/>
              <a:gd name="connsiteX2" fmla="*/ 1509733 w 1794153"/>
              <a:gd name="connsiteY2" fmla="*/ 2758 h 1262174"/>
              <a:gd name="connsiteX3" fmla="*/ 1670600 w 1794153"/>
              <a:gd name="connsiteY3" fmla="*/ 23924 h 1262174"/>
              <a:gd name="connsiteX4" fmla="*/ 1725633 w 1794153"/>
              <a:gd name="connsiteY4" fmla="*/ 167858 h 1262174"/>
              <a:gd name="connsiteX5" fmla="*/ 1759500 w 1794153"/>
              <a:gd name="connsiteY5" fmla="*/ 341424 h 1262174"/>
              <a:gd name="connsiteX6" fmla="*/ 1784900 w 1794153"/>
              <a:gd name="connsiteY6" fmla="*/ 459958 h 1262174"/>
              <a:gd name="connsiteX7" fmla="*/ 1789133 w 1794153"/>
              <a:gd name="connsiteY7" fmla="*/ 561558 h 1262174"/>
              <a:gd name="connsiteX8" fmla="*/ 1717166 w 1794153"/>
              <a:gd name="connsiteY8" fmla="*/ 536158 h 1262174"/>
              <a:gd name="connsiteX9" fmla="*/ 1619800 w 1794153"/>
              <a:gd name="connsiteY9" fmla="*/ 519224 h 1262174"/>
              <a:gd name="connsiteX10" fmla="*/ 1577466 w 1794153"/>
              <a:gd name="connsiteY10" fmla="*/ 603891 h 1262174"/>
              <a:gd name="connsiteX11" fmla="*/ 1573233 w 1794153"/>
              <a:gd name="connsiteY11" fmla="*/ 718191 h 1262174"/>
              <a:gd name="connsiteX12" fmla="*/ 1624033 w 1794153"/>
              <a:gd name="connsiteY12" fmla="*/ 794391 h 1262174"/>
              <a:gd name="connsiteX13" fmla="*/ 1696000 w 1794153"/>
              <a:gd name="connsiteY13" fmla="*/ 819791 h 1262174"/>
              <a:gd name="connsiteX14" fmla="*/ 1763733 w 1794153"/>
              <a:gd name="connsiteY14" fmla="*/ 773224 h 1262174"/>
              <a:gd name="connsiteX15" fmla="*/ 1746800 w 1794153"/>
              <a:gd name="connsiteY15" fmla="*/ 1001824 h 1262174"/>
              <a:gd name="connsiteX16" fmla="*/ 1687533 w 1794153"/>
              <a:gd name="connsiteY16" fmla="*/ 1141524 h 1262174"/>
              <a:gd name="connsiteX17" fmla="*/ 1619800 w 1794153"/>
              <a:gd name="connsiteY17" fmla="*/ 1221958 h 1262174"/>
              <a:gd name="connsiteX18" fmla="*/ 1543600 w 1794153"/>
              <a:gd name="connsiteY18" fmla="*/ 1243124 h 1262174"/>
              <a:gd name="connsiteX19" fmla="*/ 1099100 w 1794153"/>
              <a:gd name="connsiteY19" fmla="*/ 1260058 h 1262174"/>
              <a:gd name="connsiteX20" fmla="*/ 612266 w 1794153"/>
              <a:gd name="connsiteY20" fmla="*/ 1260058 h 1262174"/>
              <a:gd name="connsiteX21" fmla="*/ 294766 w 1794153"/>
              <a:gd name="connsiteY21" fmla="*/ 1243124 h 1262174"/>
              <a:gd name="connsiteX22" fmla="*/ 150833 w 1794153"/>
              <a:gd name="connsiteY22" fmla="*/ 1230424 h 1262174"/>
              <a:gd name="connsiteX23" fmla="*/ 87333 w 1794153"/>
              <a:gd name="connsiteY23" fmla="*/ 1149991 h 1262174"/>
              <a:gd name="connsiteX24" fmla="*/ 61933 w 1794153"/>
              <a:gd name="connsiteY24" fmla="*/ 925624 h 1262174"/>
              <a:gd name="connsiteX25" fmla="*/ 53466 w 1794153"/>
              <a:gd name="connsiteY25" fmla="*/ 616591 h 1262174"/>
              <a:gd name="connsiteX26" fmla="*/ 57700 w 1794153"/>
              <a:gd name="connsiteY26" fmla="*/ 392224 h 1262174"/>
              <a:gd name="connsiteX27" fmla="*/ 66166 w 1794153"/>
              <a:gd name="connsiteY27" fmla="*/ 189024 h 1262174"/>
              <a:gd name="connsiteX28" fmla="*/ 66166 w 1794153"/>
              <a:gd name="connsiteY28" fmla="*/ 78958 h 1262174"/>
              <a:gd name="connsiteX29" fmla="*/ 66166 w 1794153"/>
              <a:gd name="connsiteY29" fmla="*/ 2758 h 1262174"/>
              <a:gd name="connsiteX0" fmla="*/ 66166 w 1794153"/>
              <a:gd name="connsiteY0" fmla="*/ 2758 h 1262174"/>
              <a:gd name="connsiteX1" fmla="*/ 963633 w 1794153"/>
              <a:gd name="connsiteY1" fmla="*/ 15458 h 1262174"/>
              <a:gd name="connsiteX2" fmla="*/ 1509733 w 1794153"/>
              <a:gd name="connsiteY2" fmla="*/ 2758 h 1262174"/>
              <a:gd name="connsiteX3" fmla="*/ 1670600 w 1794153"/>
              <a:gd name="connsiteY3" fmla="*/ 23924 h 1262174"/>
              <a:gd name="connsiteX4" fmla="*/ 1725633 w 1794153"/>
              <a:gd name="connsiteY4" fmla="*/ 167858 h 1262174"/>
              <a:gd name="connsiteX5" fmla="*/ 1759500 w 1794153"/>
              <a:gd name="connsiteY5" fmla="*/ 341424 h 1262174"/>
              <a:gd name="connsiteX6" fmla="*/ 1784900 w 1794153"/>
              <a:gd name="connsiteY6" fmla="*/ 459958 h 1262174"/>
              <a:gd name="connsiteX7" fmla="*/ 1789133 w 1794153"/>
              <a:gd name="connsiteY7" fmla="*/ 561558 h 1262174"/>
              <a:gd name="connsiteX8" fmla="*/ 1717166 w 1794153"/>
              <a:gd name="connsiteY8" fmla="*/ 536158 h 1262174"/>
              <a:gd name="connsiteX9" fmla="*/ 1627738 w 1794153"/>
              <a:gd name="connsiteY9" fmla="*/ 523987 h 1262174"/>
              <a:gd name="connsiteX10" fmla="*/ 1577466 w 1794153"/>
              <a:gd name="connsiteY10" fmla="*/ 603891 h 1262174"/>
              <a:gd name="connsiteX11" fmla="*/ 1573233 w 1794153"/>
              <a:gd name="connsiteY11" fmla="*/ 718191 h 1262174"/>
              <a:gd name="connsiteX12" fmla="*/ 1624033 w 1794153"/>
              <a:gd name="connsiteY12" fmla="*/ 794391 h 1262174"/>
              <a:gd name="connsiteX13" fmla="*/ 1696000 w 1794153"/>
              <a:gd name="connsiteY13" fmla="*/ 819791 h 1262174"/>
              <a:gd name="connsiteX14" fmla="*/ 1763733 w 1794153"/>
              <a:gd name="connsiteY14" fmla="*/ 773224 h 1262174"/>
              <a:gd name="connsiteX15" fmla="*/ 1746800 w 1794153"/>
              <a:gd name="connsiteY15" fmla="*/ 1001824 h 1262174"/>
              <a:gd name="connsiteX16" fmla="*/ 1687533 w 1794153"/>
              <a:gd name="connsiteY16" fmla="*/ 1141524 h 1262174"/>
              <a:gd name="connsiteX17" fmla="*/ 1619800 w 1794153"/>
              <a:gd name="connsiteY17" fmla="*/ 1221958 h 1262174"/>
              <a:gd name="connsiteX18" fmla="*/ 1543600 w 1794153"/>
              <a:gd name="connsiteY18" fmla="*/ 1243124 h 1262174"/>
              <a:gd name="connsiteX19" fmla="*/ 1099100 w 1794153"/>
              <a:gd name="connsiteY19" fmla="*/ 1260058 h 1262174"/>
              <a:gd name="connsiteX20" fmla="*/ 612266 w 1794153"/>
              <a:gd name="connsiteY20" fmla="*/ 1260058 h 1262174"/>
              <a:gd name="connsiteX21" fmla="*/ 294766 w 1794153"/>
              <a:gd name="connsiteY21" fmla="*/ 1243124 h 1262174"/>
              <a:gd name="connsiteX22" fmla="*/ 150833 w 1794153"/>
              <a:gd name="connsiteY22" fmla="*/ 1230424 h 1262174"/>
              <a:gd name="connsiteX23" fmla="*/ 87333 w 1794153"/>
              <a:gd name="connsiteY23" fmla="*/ 1149991 h 1262174"/>
              <a:gd name="connsiteX24" fmla="*/ 61933 w 1794153"/>
              <a:gd name="connsiteY24" fmla="*/ 925624 h 1262174"/>
              <a:gd name="connsiteX25" fmla="*/ 53466 w 1794153"/>
              <a:gd name="connsiteY25" fmla="*/ 616591 h 1262174"/>
              <a:gd name="connsiteX26" fmla="*/ 57700 w 1794153"/>
              <a:gd name="connsiteY26" fmla="*/ 392224 h 1262174"/>
              <a:gd name="connsiteX27" fmla="*/ 66166 w 1794153"/>
              <a:gd name="connsiteY27" fmla="*/ 189024 h 1262174"/>
              <a:gd name="connsiteX28" fmla="*/ 66166 w 1794153"/>
              <a:gd name="connsiteY28" fmla="*/ 78958 h 1262174"/>
              <a:gd name="connsiteX29" fmla="*/ 66166 w 1794153"/>
              <a:gd name="connsiteY29" fmla="*/ 2758 h 1262174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4458 h 1274986"/>
              <a:gd name="connsiteX1" fmla="*/ 910278 w 1740798"/>
              <a:gd name="connsiteY1" fmla="*/ 13030 h 1274986"/>
              <a:gd name="connsiteX2" fmla="*/ 1456378 w 1740798"/>
              <a:gd name="connsiteY2" fmla="*/ 15570 h 1274986"/>
              <a:gd name="connsiteX3" fmla="*/ 1617245 w 1740798"/>
              <a:gd name="connsiteY3" fmla="*/ 36736 h 1274986"/>
              <a:gd name="connsiteX4" fmla="*/ 1672278 w 1740798"/>
              <a:gd name="connsiteY4" fmla="*/ 180670 h 1274986"/>
              <a:gd name="connsiteX5" fmla="*/ 1706145 w 1740798"/>
              <a:gd name="connsiteY5" fmla="*/ 354236 h 1274986"/>
              <a:gd name="connsiteX6" fmla="*/ 1731545 w 1740798"/>
              <a:gd name="connsiteY6" fmla="*/ 472770 h 1274986"/>
              <a:gd name="connsiteX7" fmla="*/ 1735778 w 1740798"/>
              <a:gd name="connsiteY7" fmla="*/ 574370 h 1274986"/>
              <a:gd name="connsiteX8" fmla="*/ 1663811 w 1740798"/>
              <a:gd name="connsiteY8" fmla="*/ 548970 h 1274986"/>
              <a:gd name="connsiteX9" fmla="*/ 1574383 w 1740798"/>
              <a:gd name="connsiteY9" fmla="*/ 536799 h 1274986"/>
              <a:gd name="connsiteX10" fmla="*/ 1524111 w 1740798"/>
              <a:gd name="connsiteY10" fmla="*/ 616703 h 1274986"/>
              <a:gd name="connsiteX11" fmla="*/ 1519878 w 1740798"/>
              <a:gd name="connsiteY11" fmla="*/ 731003 h 1274986"/>
              <a:gd name="connsiteX12" fmla="*/ 1570678 w 1740798"/>
              <a:gd name="connsiteY12" fmla="*/ 807203 h 1274986"/>
              <a:gd name="connsiteX13" fmla="*/ 1642645 w 1740798"/>
              <a:gd name="connsiteY13" fmla="*/ 832603 h 1274986"/>
              <a:gd name="connsiteX14" fmla="*/ 1710378 w 1740798"/>
              <a:gd name="connsiteY14" fmla="*/ 786036 h 1274986"/>
              <a:gd name="connsiteX15" fmla="*/ 1693445 w 1740798"/>
              <a:gd name="connsiteY15" fmla="*/ 1014636 h 1274986"/>
              <a:gd name="connsiteX16" fmla="*/ 1634178 w 1740798"/>
              <a:gd name="connsiteY16" fmla="*/ 1154336 h 1274986"/>
              <a:gd name="connsiteX17" fmla="*/ 1566445 w 1740798"/>
              <a:gd name="connsiteY17" fmla="*/ 1234770 h 1274986"/>
              <a:gd name="connsiteX18" fmla="*/ 1490245 w 1740798"/>
              <a:gd name="connsiteY18" fmla="*/ 1255936 h 1274986"/>
              <a:gd name="connsiteX19" fmla="*/ 1045745 w 1740798"/>
              <a:gd name="connsiteY19" fmla="*/ 1272870 h 1274986"/>
              <a:gd name="connsiteX20" fmla="*/ 558911 w 1740798"/>
              <a:gd name="connsiteY20" fmla="*/ 1272870 h 1274986"/>
              <a:gd name="connsiteX21" fmla="*/ 241411 w 1740798"/>
              <a:gd name="connsiteY21" fmla="*/ 1255936 h 1274986"/>
              <a:gd name="connsiteX22" fmla="*/ 97478 w 1740798"/>
              <a:gd name="connsiteY22" fmla="*/ 1243236 h 1274986"/>
              <a:gd name="connsiteX23" fmla="*/ 33978 w 1740798"/>
              <a:gd name="connsiteY23" fmla="*/ 1162803 h 1274986"/>
              <a:gd name="connsiteX24" fmla="*/ 8578 w 1740798"/>
              <a:gd name="connsiteY24" fmla="*/ 938436 h 1274986"/>
              <a:gd name="connsiteX25" fmla="*/ 111 w 1740798"/>
              <a:gd name="connsiteY25" fmla="*/ 629403 h 1274986"/>
              <a:gd name="connsiteX26" fmla="*/ 4345 w 1740798"/>
              <a:gd name="connsiteY26" fmla="*/ 405036 h 1274986"/>
              <a:gd name="connsiteX27" fmla="*/ 12811 w 1740798"/>
              <a:gd name="connsiteY27" fmla="*/ 201836 h 1274986"/>
              <a:gd name="connsiteX28" fmla="*/ 12811 w 1740798"/>
              <a:gd name="connsiteY28" fmla="*/ 91770 h 1274986"/>
              <a:gd name="connsiteX29" fmla="*/ 123936 w 1740798"/>
              <a:gd name="connsiteY29" fmla="*/ 4458 h 1274986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12811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29745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29745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5227 h 1265595"/>
              <a:gd name="connsiteX1" fmla="*/ 910278 w 1740798"/>
              <a:gd name="connsiteY1" fmla="*/ 3639 h 1265595"/>
              <a:gd name="connsiteX2" fmla="*/ 1456378 w 1740798"/>
              <a:gd name="connsiteY2" fmla="*/ 6179 h 1265595"/>
              <a:gd name="connsiteX3" fmla="*/ 1617245 w 1740798"/>
              <a:gd name="connsiteY3" fmla="*/ 27345 h 1265595"/>
              <a:gd name="connsiteX4" fmla="*/ 1672278 w 1740798"/>
              <a:gd name="connsiteY4" fmla="*/ 171279 h 1265595"/>
              <a:gd name="connsiteX5" fmla="*/ 1706145 w 1740798"/>
              <a:gd name="connsiteY5" fmla="*/ 344845 h 1265595"/>
              <a:gd name="connsiteX6" fmla="*/ 1731545 w 1740798"/>
              <a:gd name="connsiteY6" fmla="*/ 463379 h 1265595"/>
              <a:gd name="connsiteX7" fmla="*/ 1735778 w 1740798"/>
              <a:gd name="connsiteY7" fmla="*/ 564979 h 1265595"/>
              <a:gd name="connsiteX8" fmla="*/ 1663811 w 1740798"/>
              <a:gd name="connsiteY8" fmla="*/ 539579 h 1265595"/>
              <a:gd name="connsiteX9" fmla="*/ 1574383 w 1740798"/>
              <a:gd name="connsiteY9" fmla="*/ 527408 h 1265595"/>
              <a:gd name="connsiteX10" fmla="*/ 1524111 w 1740798"/>
              <a:gd name="connsiteY10" fmla="*/ 607312 h 1265595"/>
              <a:gd name="connsiteX11" fmla="*/ 1519878 w 1740798"/>
              <a:gd name="connsiteY11" fmla="*/ 721612 h 1265595"/>
              <a:gd name="connsiteX12" fmla="*/ 1570678 w 1740798"/>
              <a:gd name="connsiteY12" fmla="*/ 797812 h 1265595"/>
              <a:gd name="connsiteX13" fmla="*/ 1642645 w 1740798"/>
              <a:gd name="connsiteY13" fmla="*/ 823212 h 1265595"/>
              <a:gd name="connsiteX14" fmla="*/ 1710378 w 1740798"/>
              <a:gd name="connsiteY14" fmla="*/ 776645 h 1265595"/>
              <a:gd name="connsiteX15" fmla="*/ 1693445 w 1740798"/>
              <a:gd name="connsiteY15" fmla="*/ 1005245 h 1265595"/>
              <a:gd name="connsiteX16" fmla="*/ 1634178 w 1740798"/>
              <a:gd name="connsiteY16" fmla="*/ 1144945 h 1265595"/>
              <a:gd name="connsiteX17" fmla="*/ 1566445 w 1740798"/>
              <a:gd name="connsiteY17" fmla="*/ 1225379 h 1265595"/>
              <a:gd name="connsiteX18" fmla="*/ 1490245 w 1740798"/>
              <a:gd name="connsiteY18" fmla="*/ 1246545 h 1265595"/>
              <a:gd name="connsiteX19" fmla="*/ 1045745 w 1740798"/>
              <a:gd name="connsiteY19" fmla="*/ 1263479 h 1265595"/>
              <a:gd name="connsiteX20" fmla="*/ 558911 w 1740798"/>
              <a:gd name="connsiteY20" fmla="*/ 1263479 h 1265595"/>
              <a:gd name="connsiteX21" fmla="*/ 241411 w 1740798"/>
              <a:gd name="connsiteY21" fmla="*/ 1246545 h 1265595"/>
              <a:gd name="connsiteX22" fmla="*/ 97478 w 1740798"/>
              <a:gd name="connsiteY22" fmla="*/ 1233845 h 1265595"/>
              <a:gd name="connsiteX23" fmla="*/ 33978 w 1740798"/>
              <a:gd name="connsiteY23" fmla="*/ 1153412 h 1265595"/>
              <a:gd name="connsiteX24" fmla="*/ 8578 w 1740798"/>
              <a:gd name="connsiteY24" fmla="*/ 929045 h 1265595"/>
              <a:gd name="connsiteX25" fmla="*/ 111 w 1740798"/>
              <a:gd name="connsiteY25" fmla="*/ 620012 h 1265595"/>
              <a:gd name="connsiteX26" fmla="*/ 4345 w 1740798"/>
              <a:gd name="connsiteY26" fmla="*/ 395645 h 1265595"/>
              <a:gd name="connsiteX27" fmla="*/ 12811 w 1740798"/>
              <a:gd name="connsiteY27" fmla="*/ 192445 h 1265595"/>
              <a:gd name="connsiteX28" fmla="*/ 25512 w 1740798"/>
              <a:gd name="connsiteY28" fmla="*/ 67562 h 1265595"/>
              <a:gd name="connsiteX29" fmla="*/ 139176 w 1740798"/>
              <a:gd name="connsiteY29" fmla="*/ 5227 h 1265595"/>
              <a:gd name="connsiteX0" fmla="*/ 139176 w 1740798"/>
              <a:gd name="connsiteY0" fmla="*/ 5227 h 1265595"/>
              <a:gd name="connsiteX1" fmla="*/ 910278 w 1740798"/>
              <a:gd name="connsiteY1" fmla="*/ 3639 h 1265595"/>
              <a:gd name="connsiteX2" fmla="*/ 1456378 w 1740798"/>
              <a:gd name="connsiteY2" fmla="*/ 6179 h 1265595"/>
              <a:gd name="connsiteX3" fmla="*/ 1617245 w 1740798"/>
              <a:gd name="connsiteY3" fmla="*/ 27345 h 1265595"/>
              <a:gd name="connsiteX4" fmla="*/ 1672278 w 1740798"/>
              <a:gd name="connsiteY4" fmla="*/ 171279 h 1265595"/>
              <a:gd name="connsiteX5" fmla="*/ 1706145 w 1740798"/>
              <a:gd name="connsiteY5" fmla="*/ 344845 h 1265595"/>
              <a:gd name="connsiteX6" fmla="*/ 1731545 w 1740798"/>
              <a:gd name="connsiteY6" fmla="*/ 463379 h 1265595"/>
              <a:gd name="connsiteX7" fmla="*/ 1735778 w 1740798"/>
              <a:gd name="connsiteY7" fmla="*/ 564979 h 1265595"/>
              <a:gd name="connsiteX8" fmla="*/ 1663811 w 1740798"/>
              <a:gd name="connsiteY8" fmla="*/ 539579 h 1265595"/>
              <a:gd name="connsiteX9" fmla="*/ 1574383 w 1740798"/>
              <a:gd name="connsiteY9" fmla="*/ 527408 h 1265595"/>
              <a:gd name="connsiteX10" fmla="*/ 1524111 w 1740798"/>
              <a:gd name="connsiteY10" fmla="*/ 607312 h 1265595"/>
              <a:gd name="connsiteX11" fmla="*/ 1519878 w 1740798"/>
              <a:gd name="connsiteY11" fmla="*/ 721612 h 1265595"/>
              <a:gd name="connsiteX12" fmla="*/ 1570678 w 1740798"/>
              <a:gd name="connsiteY12" fmla="*/ 797812 h 1265595"/>
              <a:gd name="connsiteX13" fmla="*/ 1642645 w 1740798"/>
              <a:gd name="connsiteY13" fmla="*/ 823212 h 1265595"/>
              <a:gd name="connsiteX14" fmla="*/ 1710378 w 1740798"/>
              <a:gd name="connsiteY14" fmla="*/ 776645 h 1265595"/>
              <a:gd name="connsiteX15" fmla="*/ 1693445 w 1740798"/>
              <a:gd name="connsiteY15" fmla="*/ 1005245 h 1265595"/>
              <a:gd name="connsiteX16" fmla="*/ 1634178 w 1740798"/>
              <a:gd name="connsiteY16" fmla="*/ 1144945 h 1265595"/>
              <a:gd name="connsiteX17" fmla="*/ 1566445 w 1740798"/>
              <a:gd name="connsiteY17" fmla="*/ 1225379 h 1265595"/>
              <a:gd name="connsiteX18" fmla="*/ 1490245 w 1740798"/>
              <a:gd name="connsiteY18" fmla="*/ 1246545 h 1265595"/>
              <a:gd name="connsiteX19" fmla="*/ 1045745 w 1740798"/>
              <a:gd name="connsiteY19" fmla="*/ 1263479 h 1265595"/>
              <a:gd name="connsiteX20" fmla="*/ 558911 w 1740798"/>
              <a:gd name="connsiteY20" fmla="*/ 1263479 h 1265595"/>
              <a:gd name="connsiteX21" fmla="*/ 241411 w 1740798"/>
              <a:gd name="connsiteY21" fmla="*/ 1246545 h 1265595"/>
              <a:gd name="connsiteX22" fmla="*/ 97478 w 1740798"/>
              <a:gd name="connsiteY22" fmla="*/ 1233845 h 1265595"/>
              <a:gd name="connsiteX23" fmla="*/ 33978 w 1740798"/>
              <a:gd name="connsiteY23" fmla="*/ 1153412 h 1265595"/>
              <a:gd name="connsiteX24" fmla="*/ 8578 w 1740798"/>
              <a:gd name="connsiteY24" fmla="*/ 929045 h 1265595"/>
              <a:gd name="connsiteX25" fmla="*/ 111 w 1740798"/>
              <a:gd name="connsiteY25" fmla="*/ 620012 h 1265595"/>
              <a:gd name="connsiteX26" fmla="*/ 4345 w 1740798"/>
              <a:gd name="connsiteY26" fmla="*/ 395645 h 1265595"/>
              <a:gd name="connsiteX27" fmla="*/ 12811 w 1740798"/>
              <a:gd name="connsiteY27" fmla="*/ 192445 h 1265595"/>
              <a:gd name="connsiteX28" fmla="*/ 25512 w 1740798"/>
              <a:gd name="connsiteY28" fmla="*/ 67562 h 1265595"/>
              <a:gd name="connsiteX29" fmla="*/ 139176 w 1740798"/>
              <a:gd name="connsiteY29" fmla="*/ 5227 h 1265595"/>
              <a:gd name="connsiteX0" fmla="*/ 139176 w 1740798"/>
              <a:gd name="connsiteY0" fmla="*/ 3077 h 1263445"/>
              <a:gd name="connsiteX1" fmla="*/ 910278 w 1740798"/>
              <a:gd name="connsiteY1" fmla="*/ 1489 h 1263445"/>
              <a:gd name="connsiteX2" fmla="*/ 1456378 w 1740798"/>
              <a:gd name="connsiteY2" fmla="*/ 4029 h 1263445"/>
              <a:gd name="connsiteX3" fmla="*/ 1617245 w 1740798"/>
              <a:gd name="connsiteY3" fmla="*/ 25195 h 1263445"/>
              <a:gd name="connsiteX4" fmla="*/ 1672278 w 1740798"/>
              <a:gd name="connsiteY4" fmla="*/ 169129 h 1263445"/>
              <a:gd name="connsiteX5" fmla="*/ 1706145 w 1740798"/>
              <a:gd name="connsiteY5" fmla="*/ 342695 h 1263445"/>
              <a:gd name="connsiteX6" fmla="*/ 1731545 w 1740798"/>
              <a:gd name="connsiteY6" fmla="*/ 461229 h 1263445"/>
              <a:gd name="connsiteX7" fmla="*/ 1735778 w 1740798"/>
              <a:gd name="connsiteY7" fmla="*/ 562829 h 1263445"/>
              <a:gd name="connsiteX8" fmla="*/ 1663811 w 1740798"/>
              <a:gd name="connsiteY8" fmla="*/ 537429 h 1263445"/>
              <a:gd name="connsiteX9" fmla="*/ 1574383 w 1740798"/>
              <a:gd name="connsiteY9" fmla="*/ 525258 h 1263445"/>
              <a:gd name="connsiteX10" fmla="*/ 1524111 w 1740798"/>
              <a:gd name="connsiteY10" fmla="*/ 605162 h 1263445"/>
              <a:gd name="connsiteX11" fmla="*/ 1519878 w 1740798"/>
              <a:gd name="connsiteY11" fmla="*/ 719462 h 1263445"/>
              <a:gd name="connsiteX12" fmla="*/ 1570678 w 1740798"/>
              <a:gd name="connsiteY12" fmla="*/ 795662 h 1263445"/>
              <a:gd name="connsiteX13" fmla="*/ 1642645 w 1740798"/>
              <a:gd name="connsiteY13" fmla="*/ 821062 h 1263445"/>
              <a:gd name="connsiteX14" fmla="*/ 1710378 w 1740798"/>
              <a:gd name="connsiteY14" fmla="*/ 774495 h 1263445"/>
              <a:gd name="connsiteX15" fmla="*/ 1693445 w 1740798"/>
              <a:gd name="connsiteY15" fmla="*/ 1003095 h 1263445"/>
              <a:gd name="connsiteX16" fmla="*/ 1634178 w 1740798"/>
              <a:gd name="connsiteY16" fmla="*/ 1142795 h 1263445"/>
              <a:gd name="connsiteX17" fmla="*/ 1566445 w 1740798"/>
              <a:gd name="connsiteY17" fmla="*/ 1223229 h 1263445"/>
              <a:gd name="connsiteX18" fmla="*/ 1490245 w 1740798"/>
              <a:gd name="connsiteY18" fmla="*/ 1244395 h 1263445"/>
              <a:gd name="connsiteX19" fmla="*/ 1045745 w 1740798"/>
              <a:gd name="connsiteY19" fmla="*/ 1261329 h 1263445"/>
              <a:gd name="connsiteX20" fmla="*/ 558911 w 1740798"/>
              <a:gd name="connsiteY20" fmla="*/ 1261329 h 1263445"/>
              <a:gd name="connsiteX21" fmla="*/ 241411 w 1740798"/>
              <a:gd name="connsiteY21" fmla="*/ 1244395 h 1263445"/>
              <a:gd name="connsiteX22" fmla="*/ 97478 w 1740798"/>
              <a:gd name="connsiteY22" fmla="*/ 1231695 h 1263445"/>
              <a:gd name="connsiteX23" fmla="*/ 33978 w 1740798"/>
              <a:gd name="connsiteY23" fmla="*/ 1151262 h 1263445"/>
              <a:gd name="connsiteX24" fmla="*/ 8578 w 1740798"/>
              <a:gd name="connsiteY24" fmla="*/ 926895 h 1263445"/>
              <a:gd name="connsiteX25" fmla="*/ 111 w 1740798"/>
              <a:gd name="connsiteY25" fmla="*/ 617862 h 1263445"/>
              <a:gd name="connsiteX26" fmla="*/ 4345 w 1740798"/>
              <a:gd name="connsiteY26" fmla="*/ 393495 h 1263445"/>
              <a:gd name="connsiteX27" fmla="*/ 12811 w 1740798"/>
              <a:gd name="connsiteY27" fmla="*/ 190295 h 1263445"/>
              <a:gd name="connsiteX28" fmla="*/ 29746 w 1740798"/>
              <a:gd name="connsiteY28" fmla="*/ 35779 h 1263445"/>
              <a:gd name="connsiteX29" fmla="*/ 139176 w 1740798"/>
              <a:gd name="connsiteY29" fmla="*/ 3077 h 1263445"/>
              <a:gd name="connsiteX0" fmla="*/ 139176 w 1740798"/>
              <a:gd name="connsiteY0" fmla="*/ 3077 h 1263445"/>
              <a:gd name="connsiteX1" fmla="*/ 910278 w 1740798"/>
              <a:gd name="connsiteY1" fmla="*/ 1489 h 1263445"/>
              <a:gd name="connsiteX2" fmla="*/ 1456378 w 1740798"/>
              <a:gd name="connsiteY2" fmla="*/ 4029 h 1263445"/>
              <a:gd name="connsiteX3" fmla="*/ 1617245 w 1740798"/>
              <a:gd name="connsiteY3" fmla="*/ 25195 h 1263445"/>
              <a:gd name="connsiteX4" fmla="*/ 1672278 w 1740798"/>
              <a:gd name="connsiteY4" fmla="*/ 169129 h 1263445"/>
              <a:gd name="connsiteX5" fmla="*/ 1706145 w 1740798"/>
              <a:gd name="connsiteY5" fmla="*/ 342695 h 1263445"/>
              <a:gd name="connsiteX6" fmla="*/ 1731545 w 1740798"/>
              <a:gd name="connsiteY6" fmla="*/ 461229 h 1263445"/>
              <a:gd name="connsiteX7" fmla="*/ 1735778 w 1740798"/>
              <a:gd name="connsiteY7" fmla="*/ 562829 h 1263445"/>
              <a:gd name="connsiteX8" fmla="*/ 1663811 w 1740798"/>
              <a:gd name="connsiteY8" fmla="*/ 537429 h 1263445"/>
              <a:gd name="connsiteX9" fmla="*/ 1574383 w 1740798"/>
              <a:gd name="connsiteY9" fmla="*/ 525258 h 1263445"/>
              <a:gd name="connsiteX10" fmla="*/ 1524111 w 1740798"/>
              <a:gd name="connsiteY10" fmla="*/ 605162 h 1263445"/>
              <a:gd name="connsiteX11" fmla="*/ 1519878 w 1740798"/>
              <a:gd name="connsiteY11" fmla="*/ 719462 h 1263445"/>
              <a:gd name="connsiteX12" fmla="*/ 1570678 w 1740798"/>
              <a:gd name="connsiteY12" fmla="*/ 795662 h 1263445"/>
              <a:gd name="connsiteX13" fmla="*/ 1642645 w 1740798"/>
              <a:gd name="connsiteY13" fmla="*/ 821062 h 1263445"/>
              <a:gd name="connsiteX14" fmla="*/ 1710378 w 1740798"/>
              <a:gd name="connsiteY14" fmla="*/ 774495 h 1263445"/>
              <a:gd name="connsiteX15" fmla="*/ 1693445 w 1740798"/>
              <a:gd name="connsiteY15" fmla="*/ 1003095 h 1263445"/>
              <a:gd name="connsiteX16" fmla="*/ 1634178 w 1740798"/>
              <a:gd name="connsiteY16" fmla="*/ 1142795 h 1263445"/>
              <a:gd name="connsiteX17" fmla="*/ 1566445 w 1740798"/>
              <a:gd name="connsiteY17" fmla="*/ 1223229 h 1263445"/>
              <a:gd name="connsiteX18" fmla="*/ 1490245 w 1740798"/>
              <a:gd name="connsiteY18" fmla="*/ 1244395 h 1263445"/>
              <a:gd name="connsiteX19" fmla="*/ 1045745 w 1740798"/>
              <a:gd name="connsiteY19" fmla="*/ 1261329 h 1263445"/>
              <a:gd name="connsiteX20" fmla="*/ 558911 w 1740798"/>
              <a:gd name="connsiteY20" fmla="*/ 1261329 h 1263445"/>
              <a:gd name="connsiteX21" fmla="*/ 241411 w 1740798"/>
              <a:gd name="connsiteY21" fmla="*/ 1244395 h 1263445"/>
              <a:gd name="connsiteX22" fmla="*/ 97478 w 1740798"/>
              <a:gd name="connsiteY22" fmla="*/ 1231695 h 1263445"/>
              <a:gd name="connsiteX23" fmla="*/ 33978 w 1740798"/>
              <a:gd name="connsiteY23" fmla="*/ 1151262 h 1263445"/>
              <a:gd name="connsiteX24" fmla="*/ 8578 w 1740798"/>
              <a:gd name="connsiteY24" fmla="*/ 926895 h 1263445"/>
              <a:gd name="connsiteX25" fmla="*/ 111 w 1740798"/>
              <a:gd name="connsiteY25" fmla="*/ 617862 h 1263445"/>
              <a:gd name="connsiteX26" fmla="*/ 4345 w 1740798"/>
              <a:gd name="connsiteY26" fmla="*/ 393495 h 1263445"/>
              <a:gd name="connsiteX27" fmla="*/ 12811 w 1740798"/>
              <a:gd name="connsiteY27" fmla="*/ 190295 h 1263445"/>
              <a:gd name="connsiteX28" fmla="*/ 29746 w 1740798"/>
              <a:gd name="connsiteY28" fmla="*/ 35779 h 1263445"/>
              <a:gd name="connsiteX29" fmla="*/ 139176 w 1740798"/>
              <a:gd name="connsiteY29" fmla="*/ 3077 h 1263445"/>
              <a:gd name="connsiteX0" fmla="*/ 139176 w 1740798"/>
              <a:gd name="connsiteY0" fmla="*/ 5847 h 1266215"/>
              <a:gd name="connsiteX1" fmla="*/ 910278 w 1740798"/>
              <a:gd name="connsiteY1" fmla="*/ 4259 h 1266215"/>
              <a:gd name="connsiteX2" fmla="*/ 1456378 w 1740798"/>
              <a:gd name="connsiteY2" fmla="*/ 6799 h 1266215"/>
              <a:gd name="connsiteX3" fmla="*/ 1617245 w 1740798"/>
              <a:gd name="connsiteY3" fmla="*/ 27965 h 1266215"/>
              <a:gd name="connsiteX4" fmla="*/ 1672278 w 1740798"/>
              <a:gd name="connsiteY4" fmla="*/ 171899 h 1266215"/>
              <a:gd name="connsiteX5" fmla="*/ 1706145 w 1740798"/>
              <a:gd name="connsiteY5" fmla="*/ 345465 h 1266215"/>
              <a:gd name="connsiteX6" fmla="*/ 1731545 w 1740798"/>
              <a:gd name="connsiteY6" fmla="*/ 463999 h 1266215"/>
              <a:gd name="connsiteX7" fmla="*/ 1735778 w 1740798"/>
              <a:gd name="connsiteY7" fmla="*/ 565599 h 1266215"/>
              <a:gd name="connsiteX8" fmla="*/ 1663811 w 1740798"/>
              <a:gd name="connsiteY8" fmla="*/ 540199 h 1266215"/>
              <a:gd name="connsiteX9" fmla="*/ 1574383 w 1740798"/>
              <a:gd name="connsiteY9" fmla="*/ 528028 h 1266215"/>
              <a:gd name="connsiteX10" fmla="*/ 1524111 w 1740798"/>
              <a:gd name="connsiteY10" fmla="*/ 607932 h 1266215"/>
              <a:gd name="connsiteX11" fmla="*/ 1519878 w 1740798"/>
              <a:gd name="connsiteY11" fmla="*/ 722232 h 1266215"/>
              <a:gd name="connsiteX12" fmla="*/ 1570678 w 1740798"/>
              <a:gd name="connsiteY12" fmla="*/ 798432 h 1266215"/>
              <a:gd name="connsiteX13" fmla="*/ 1642645 w 1740798"/>
              <a:gd name="connsiteY13" fmla="*/ 823832 h 1266215"/>
              <a:gd name="connsiteX14" fmla="*/ 1710378 w 1740798"/>
              <a:gd name="connsiteY14" fmla="*/ 777265 h 1266215"/>
              <a:gd name="connsiteX15" fmla="*/ 1693445 w 1740798"/>
              <a:gd name="connsiteY15" fmla="*/ 1005865 h 1266215"/>
              <a:gd name="connsiteX16" fmla="*/ 1634178 w 1740798"/>
              <a:gd name="connsiteY16" fmla="*/ 1145565 h 1266215"/>
              <a:gd name="connsiteX17" fmla="*/ 1566445 w 1740798"/>
              <a:gd name="connsiteY17" fmla="*/ 1225999 h 1266215"/>
              <a:gd name="connsiteX18" fmla="*/ 1490245 w 1740798"/>
              <a:gd name="connsiteY18" fmla="*/ 1247165 h 1266215"/>
              <a:gd name="connsiteX19" fmla="*/ 1045745 w 1740798"/>
              <a:gd name="connsiteY19" fmla="*/ 1264099 h 1266215"/>
              <a:gd name="connsiteX20" fmla="*/ 558911 w 1740798"/>
              <a:gd name="connsiteY20" fmla="*/ 1264099 h 1266215"/>
              <a:gd name="connsiteX21" fmla="*/ 241411 w 1740798"/>
              <a:gd name="connsiteY21" fmla="*/ 1247165 h 1266215"/>
              <a:gd name="connsiteX22" fmla="*/ 97478 w 1740798"/>
              <a:gd name="connsiteY22" fmla="*/ 1234465 h 1266215"/>
              <a:gd name="connsiteX23" fmla="*/ 33978 w 1740798"/>
              <a:gd name="connsiteY23" fmla="*/ 1154032 h 1266215"/>
              <a:gd name="connsiteX24" fmla="*/ 8578 w 1740798"/>
              <a:gd name="connsiteY24" fmla="*/ 929665 h 1266215"/>
              <a:gd name="connsiteX25" fmla="*/ 111 w 1740798"/>
              <a:gd name="connsiteY25" fmla="*/ 620632 h 1266215"/>
              <a:gd name="connsiteX26" fmla="*/ 4345 w 1740798"/>
              <a:gd name="connsiteY26" fmla="*/ 396265 h 1266215"/>
              <a:gd name="connsiteX27" fmla="*/ 12811 w 1740798"/>
              <a:gd name="connsiteY27" fmla="*/ 193065 h 1266215"/>
              <a:gd name="connsiteX28" fmla="*/ 29746 w 1740798"/>
              <a:gd name="connsiteY28" fmla="*/ 38549 h 1266215"/>
              <a:gd name="connsiteX29" fmla="*/ 139176 w 1740798"/>
              <a:gd name="connsiteY29" fmla="*/ 5847 h 1266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0798" h="1266215">
                <a:moveTo>
                  <a:pt x="139176" y="5847"/>
                </a:moveTo>
                <a:cubicBezTo>
                  <a:pt x="273231" y="-6218"/>
                  <a:pt x="690744" y="4100"/>
                  <a:pt x="910278" y="4259"/>
                </a:cubicBezTo>
                <a:lnTo>
                  <a:pt x="1456378" y="6799"/>
                </a:lnTo>
                <a:cubicBezTo>
                  <a:pt x="1574206" y="10750"/>
                  <a:pt x="1581262" y="448"/>
                  <a:pt x="1617245" y="27965"/>
                </a:cubicBezTo>
                <a:cubicBezTo>
                  <a:pt x="1653228" y="55482"/>
                  <a:pt x="1657461" y="118982"/>
                  <a:pt x="1672278" y="171899"/>
                </a:cubicBezTo>
                <a:cubicBezTo>
                  <a:pt x="1687095" y="224816"/>
                  <a:pt x="1696267" y="296782"/>
                  <a:pt x="1706145" y="345465"/>
                </a:cubicBezTo>
                <a:cubicBezTo>
                  <a:pt x="1716023" y="394148"/>
                  <a:pt x="1726606" y="427310"/>
                  <a:pt x="1731545" y="463999"/>
                </a:cubicBezTo>
                <a:cubicBezTo>
                  <a:pt x="1736484" y="500688"/>
                  <a:pt x="1747067" y="552899"/>
                  <a:pt x="1735778" y="565599"/>
                </a:cubicBezTo>
                <a:cubicBezTo>
                  <a:pt x="1724489" y="578299"/>
                  <a:pt x="1690710" y="546461"/>
                  <a:pt x="1663811" y="540199"/>
                </a:cubicBezTo>
                <a:cubicBezTo>
                  <a:pt x="1636912" y="533937"/>
                  <a:pt x="1597666" y="516739"/>
                  <a:pt x="1574383" y="528028"/>
                </a:cubicBezTo>
                <a:cubicBezTo>
                  <a:pt x="1551100" y="539317"/>
                  <a:pt x="1533195" y="575565"/>
                  <a:pt x="1524111" y="607932"/>
                </a:cubicBezTo>
                <a:cubicBezTo>
                  <a:pt x="1515027" y="640299"/>
                  <a:pt x="1512117" y="690482"/>
                  <a:pt x="1519878" y="722232"/>
                </a:cubicBezTo>
                <a:cubicBezTo>
                  <a:pt x="1527639" y="753982"/>
                  <a:pt x="1550217" y="781499"/>
                  <a:pt x="1570678" y="798432"/>
                </a:cubicBezTo>
                <a:cubicBezTo>
                  <a:pt x="1591139" y="815365"/>
                  <a:pt x="1619362" y="827360"/>
                  <a:pt x="1642645" y="823832"/>
                </a:cubicBezTo>
                <a:cubicBezTo>
                  <a:pt x="1665928" y="820304"/>
                  <a:pt x="1701911" y="746926"/>
                  <a:pt x="1710378" y="777265"/>
                </a:cubicBezTo>
                <a:cubicBezTo>
                  <a:pt x="1718845" y="807604"/>
                  <a:pt x="1706145" y="944482"/>
                  <a:pt x="1693445" y="1005865"/>
                </a:cubicBezTo>
                <a:cubicBezTo>
                  <a:pt x="1680745" y="1067248"/>
                  <a:pt x="1655345" y="1108876"/>
                  <a:pt x="1634178" y="1145565"/>
                </a:cubicBezTo>
                <a:cubicBezTo>
                  <a:pt x="1613011" y="1182254"/>
                  <a:pt x="1590434" y="1209066"/>
                  <a:pt x="1566445" y="1225999"/>
                </a:cubicBezTo>
                <a:cubicBezTo>
                  <a:pt x="1542456" y="1242932"/>
                  <a:pt x="1577028" y="1240815"/>
                  <a:pt x="1490245" y="1247165"/>
                </a:cubicBezTo>
                <a:cubicBezTo>
                  <a:pt x="1403462" y="1253515"/>
                  <a:pt x="1200967" y="1261277"/>
                  <a:pt x="1045745" y="1264099"/>
                </a:cubicBezTo>
                <a:cubicBezTo>
                  <a:pt x="890523" y="1266921"/>
                  <a:pt x="692967" y="1266921"/>
                  <a:pt x="558911" y="1264099"/>
                </a:cubicBezTo>
                <a:cubicBezTo>
                  <a:pt x="424855" y="1261277"/>
                  <a:pt x="318316" y="1252104"/>
                  <a:pt x="241411" y="1247165"/>
                </a:cubicBezTo>
                <a:cubicBezTo>
                  <a:pt x="164506" y="1242226"/>
                  <a:pt x="132050" y="1249987"/>
                  <a:pt x="97478" y="1234465"/>
                </a:cubicBezTo>
                <a:cubicBezTo>
                  <a:pt x="62906" y="1218943"/>
                  <a:pt x="48795" y="1204832"/>
                  <a:pt x="33978" y="1154032"/>
                </a:cubicBezTo>
                <a:cubicBezTo>
                  <a:pt x="19161" y="1103232"/>
                  <a:pt x="14222" y="1018565"/>
                  <a:pt x="8578" y="929665"/>
                </a:cubicBezTo>
                <a:cubicBezTo>
                  <a:pt x="2934" y="840765"/>
                  <a:pt x="816" y="709532"/>
                  <a:pt x="111" y="620632"/>
                </a:cubicBezTo>
                <a:cubicBezTo>
                  <a:pt x="-595" y="531732"/>
                  <a:pt x="2228" y="467526"/>
                  <a:pt x="4345" y="396265"/>
                </a:cubicBezTo>
                <a:cubicBezTo>
                  <a:pt x="6462" y="325004"/>
                  <a:pt x="11400" y="245276"/>
                  <a:pt x="12811" y="193065"/>
                </a:cubicBezTo>
                <a:cubicBezTo>
                  <a:pt x="14222" y="140854"/>
                  <a:pt x="6568" y="69751"/>
                  <a:pt x="29746" y="38549"/>
                </a:cubicBezTo>
                <a:cubicBezTo>
                  <a:pt x="52924" y="7347"/>
                  <a:pt x="5121" y="17912"/>
                  <a:pt x="139176" y="5847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AA2ED0E-886F-57BA-19BB-EDD31BE641E0}"/>
              </a:ext>
            </a:extLst>
          </p:cNvPr>
          <p:cNvSpPr/>
          <p:nvPr/>
        </p:nvSpPr>
        <p:spPr>
          <a:xfrm>
            <a:off x="1586713" y="4317999"/>
            <a:ext cx="1913949" cy="1247775"/>
          </a:xfrm>
          <a:custGeom>
            <a:avLst/>
            <a:gdLst>
              <a:gd name="connsiteX0" fmla="*/ 99211 w 1908961"/>
              <a:gd name="connsiteY0" fmla="*/ 0 h 1271662"/>
              <a:gd name="connsiteX1" fmla="*/ 591336 w 1908961"/>
              <a:gd name="connsiteY1" fmla="*/ 0 h 1271662"/>
              <a:gd name="connsiteX2" fmla="*/ 1267611 w 1908961"/>
              <a:gd name="connsiteY2" fmla="*/ 3175 h 1271662"/>
              <a:gd name="connsiteX3" fmla="*/ 1569236 w 1908961"/>
              <a:gd name="connsiteY3" fmla="*/ 3175 h 1271662"/>
              <a:gd name="connsiteX4" fmla="*/ 1756561 w 1908961"/>
              <a:gd name="connsiteY4" fmla="*/ 12700 h 1271662"/>
              <a:gd name="connsiteX5" fmla="*/ 1759736 w 1908961"/>
              <a:gd name="connsiteY5" fmla="*/ 82550 h 1271662"/>
              <a:gd name="connsiteX6" fmla="*/ 1724811 w 1908961"/>
              <a:gd name="connsiteY6" fmla="*/ 206375 h 1271662"/>
              <a:gd name="connsiteX7" fmla="*/ 1708936 w 1908961"/>
              <a:gd name="connsiteY7" fmla="*/ 374650 h 1271662"/>
              <a:gd name="connsiteX8" fmla="*/ 1699411 w 1908961"/>
              <a:gd name="connsiteY8" fmla="*/ 492125 h 1271662"/>
              <a:gd name="connsiteX9" fmla="*/ 1743861 w 1908961"/>
              <a:gd name="connsiteY9" fmla="*/ 501650 h 1271662"/>
              <a:gd name="connsiteX10" fmla="*/ 1816886 w 1908961"/>
              <a:gd name="connsiteY10" fmla="*/ 447675 h 1271662"/>
              <a:gd name="connsiteX11" fmla="*/ 1883561 w 1908961"/>
              <a:gd name="connsiteY11" fmla="*/ 460375 h 1271662"/>
              <a:gd name="connsiteX12" fmla="*/ 1908961 w 1908961"/>
              <a:gd name="connsiteY12" fmla="*/ 593725 h 1271662"/>
              <a:gd name="connsiteX13" fmla="*/ 1883561 w 1908961"/>
              <a:gd name="connsiteY13" fmla="*/ 746125 h 1271662"/>
              <a:gd name="connsiteX14" fmla="*/ 1801011 w 1908961"/>
              <a:gd name="connsiteY14" fmla="*/ 730250 h 1271662"/>
              <a:gd name="connsiteX15" fmla="*/ 1702586 w 1908961"/>
              <a:gd name="connsiteY15" fmla="*/ 692150 h 1271662"/>
              <a:gd name="connsiteX16" fmla="*/ 1686711 w 1908961"/>
              <a:gd name="connsiteY16" fmla="*/ 847725 h 1271662"/>
              <a:gd name="connsiteX17" fmla="*/ 1705761 w 1908961"/>
              <a:gd name="connsiteY17" fmla="*/ 993775 h 1271662"/>
              <a:gd name="connsiteX18" fmla="*/ 1769261 w 1908961"/>
              <a:gd name="connsiteY18" fmla="*/ 1143000 h 1271662"/>
              <a:gd name="connsiteX19" fmla="*/ 1804186 w 1908961"/>
              <a:gd name="connsiteY19" fmla="*/ 1225550 h 1271662"/>
              <a:gd name="connsiteX20" fmla="*/ 1702586 w 1908961"/>
              <a:gd name="connsiteY20" fmla="*/ 1263650 h 1271662"/>
              <a:gd name="connsiteX21" fmla="*/ 1543836 w 1908961"/>
              <a:gd name="connsiteY21" fmla="*/ 1270000 h 1271662"/>
              <a:gd name="connsiteX22" fmla="*/ 1077111 w 1908961"/>
              <a:gd name="connsiteY22" fmla="*/ 1241425 h 1271662"/>
              <a:gd name="connsiteX23" fmla="*/ 654836 w 1908961"/>
              <a:gd name="connsiteY23" fmla="*/ 1231900 h 1271662"/>
              <a:gd name="connsiteX24" fmla="*/ 327811 w 1908961"/>
              <a:gd name="connsiteY24" fmla="*/ 1222375 h 1271662"/>
              <a:gd name="connsiteX25" fmla="*/ 67461 w 1908961"/>
              <a:gd name="connsiteY25" fmla="*/ 1206500 h 1271662"/>
              <a:gd name="connsiteX26" fmla="*/ 108736 w 1908961"/>
              <a:gd name="connsiteY26" fmla="*/ 1133475 h 1271662"/>
              <a:gd name="connsiteX27" fmla="*/ 178586 w 1908961"/>
              <a:gd name="connsiteY27" fmla="*/ 987425 h 1271662"/>
              <a:gd name="connsiteX28" fmla="*/ 197636 w 1908961"/>
              <a:gd name="connsiteY28" fmla="*/ 825500 h 1271662"/>
              <a:gd name="connsiteX29" fmla="*/ 191286 w 1908961"/>
              <a:gd name="connsiteY29" fmla="*/ 742950 h 1271662"/>
              <a:gd name="connsiteX30" fmla="*/ 137311 w 1908961"/>
              <a:gd name="connsiteY30" fmla="*/ 787400 h 1271662"/>
              <a:gd name="connsiteX31" fmla="*/ 80161 w 1908961"/>
              <a:gd name="connsiteY31" fmla="*/ 800100 h 1271662"/>
              <a:gd name="connsiteX32" fmla="*/ 7136 w 1908961"/>
              <a:gd name="connsiteY32" fmla="*/ 727075 h 1271662"/>
              <a:gd name="connsiteX33" fmla="*/ 10311 w 1908961"/>
              <a:gd name="connsiteY33" fmla="*/ 561975 h 1271662"/>
              <a:gd name="connsiteX34" fmla="*/ 73811 w 1908961"/>
              <a:gd name="connsiteY34" fmla="*/ 495300 h 1271662"/>
              <a:gd name="connsiteX35" fmla="*/ 210336 w 1908961"/>
              <a:gd name="connsiteY35" fmla="*/ 536575 h 1271662"/>
              <a:gd name="connsiteX36" fmla="*/ 216686 w 1908961"/>
              <a:gd name="connsiteY36" fmla="*/ 460375 h 1271662"/>
              <a:gd name="connsiteX37" fmla="*/ 172236 w 1908961"/>
              <a:gd name="connsiteY37" fmla="*/ 244475 h 1271662"/>
              <a:gd name="connsiteX38" fmla="*/ 146836 w 1908961"/>
              <a:gd name="connsiteY38" fmla="*/ 101600 h 1271662"/>
              <a:gd name="connsiteX39" fmla="*/ 137311 w 1908961"/>
              <a:gd name="connsiteY39" fmla="*/ 50800 h 1271662"/>
              <a:gd name="connsiteX40" fmla="*/ 99211 w 1908961"/>
              <a:gd name="connsiteY40" fmla="*/ 0 h 1271662"/>
              <a:gd name="connsiteX0" fmla="*/ 99211 w 1908961"/>
              <a:gd name="connsiteY0" fmla="*/ 0 h 1264206"/>
              <a:gd name="connsiteX1" fmla="*/ 591336 w 1908961"/>
              <a:gd name="connsiteY1" fmla="*/ 0 h 1264206"/>
              <a:gd name="connsiteX2" fmla="*/ 1267611 w 1908961"/>
              <a:gd name="connsiteY2" fmla="*/ 3175 h 1264206"/>
              <a:gd name="connsiteX3" fmla="*/ 1569236 w 1908961"/>
              <a:gd name="connsiteY3" fmla="*/ 3175 h 1264206"/>
              <a:gd name="connsiteX4" fmla="*/ 1756561 w 1908961"/>
              <a:gd name="connsiteY4" fmla="*/ 12700 h 1264206"/>
              <a:gd name="connsiteX5" fmla="*/ 1759736 w 1908961"/>
              <a:gd name="connsiteY5" fmla="*/ 82550 h 1264206"/>
              <a:gd name="connsiteX6" fmla="*/ 1724811 w 1908961"/>
              <a:gd name="connsiteY6" fmla="*/ 206375 h 1264206"/>
              <a:gd name="connsiteX7" fmla="*/ 1708936 w 1908961"/>
              <a:gd name="connsiteY7" fmla="*/ 374650 h 1264206"/>
              <a:gd name="connsiteX8" fmla="*/ 1699411 w 1908961"/>
              <a:gd name="connsiteY8" fmla="*/ 492125 h 1264206"/>
              <a:gd name="connsiteX9" fmla="*/ 1743861 w 1908961"/>
              <a:gd name="connsiteY9" fmla="*/ 501650 h 1264206"/>
              <a:gd name="connsiteX10" fmla="*/ 1816886 w 1908961"/>
              <a:gd name="connsiteY10" fmla="*/ 447675 h 1264206"/>
              <a:gd name="connsiteX11" fmla="*/ 1883561 w 1908961"/>
              <a:gd name="connsiteY11" fmla="*/ 460375 h 1264206"/>
              <a:gd name="connsiteX12" fmla="*/ 1908961 w 1908961"/>
              <a:gd name="connsiteY12" fmla="*/ 593725 h 1264206"/>
              <a:gd name="connsiteX13" fmla="*/ 1883561 w 1908961"/>
              <a:gd name="connsiteY13" fmla="*/ 746125 h 1264206"/>
              <a:gd name="connsiteX14" fmla="*/ 1801011 w 1908961"/>
              <a:gd name="connsiteY14" fmla="*/ 730250 h 1264206"/>
              <a:gd name="connsiteX15" fmla="*/ 1702586 w 1908961"/>
              <a:gd name="connsiteY15" fmla="*/ 692150 h 1264206"/>
              <a:gd name="connsiteX16" fmla="*/ 1686711 w 1908961"/>
              <a:gd name="connsiteY16" fmla="*/ 847725 h 1264206"/>
              <a:gd name="connsiteX17" fmla="*/ 1705761 w 1908961"/>
              <a:gd name="connsiteY17" fmla="*/ 993775 h 1264206"/>
              <a:gd name="connsiteX18" fmla="*/ 1769261 w 1908961"/>
              <a:gd name="connsiteY18" fmla="*/ 1143000 h 1264206"/>
              <a:gd name="connsiteX19" fmla="*/ 1804186 w 1908961"/>
              <a:gd name="connsiteY19" fmla="*/ 1225550 h 1264206"/>
              <a:gd name="connsiteX20" fmla="*/ 1702586 w 1908961"/>
              <a:gd name="connsiteY20" fmla="*/ 1263650 h 1264206"/>
              <a:gd name="connsiteX21" fmla="*/ 1543836 w 1908961"/>
              <a:gd name="connsiteY21" fmla="*/ 1247775 h 1264206"/>
              <a:gd name="connsiteX22" fmla="*/ 1077111 w 1908961"/>
              <a:gd name="connsiteY22" fmla="*/ 1241425 h 1264206"/>
              <a:gd name="connsiteX23" fmla="*/ 654836 w 1908961"/>
              <a:gd name="connsiteY23" fmla="*/ 1231900 h 1264206"/>
              <a:gd name="connsiteX24" fmla="*/ 327811 w 1908961"/>
              <a:gd name="connsiteY24" fmla="*/ 1222375 h 1264206"/>
              <a:gd name="connsiteX25" fmla="*/ 67461 w 1908961"/>
              <a:gd name="connsiteY25" fmla="*/ 1206500 h 1264206"/>
              <a:gd name="connsiteX26" fmla="*/ 108736 w 1908961"/>
              <a:gd name="connsiteY26" fmla="*/ 1133475 h 1264206"/>
              <a:gd name="connsiteX27" fmla="*/ 178586 w 1908961"/>
              <a:gd name="connsiteY27" fmla="*/ 987425 h 1264206"/>
              <a:gd name="connsiteX28" fmla="*/ 197636 w 1908961"/>
              <a:gd name="connsiteY28" fmla="*/ 825500 h 1264206"/>
              <a:gd name="connsiteX29" fmla="*/ 191286 w 1908961"/>
              <a:gd name="connsiteY29" fmla="*/ 742950 h 1264206"/>
              <a:gd name="connsiteX30" fmla="*/ 137311 w 1908961"/>
              <a:gd name="connsiteY30" fmla="*/ 787400 h 1264206"/>
              <a:gd name="connsiteX31" fmla="*/ 80161 w 1908961"/>
              <a:gd name="connsiteY31" fmla="*/ 800100 h 1264206"/>
              <a:gd name="connsiteX32" fmla="*/ 7136 w 1908961"/>
              <a:gd name="connsiteY32" fmla="*/ 727075 h 1264206"/>
              <a:gd name="connsiteX33" fmla="*/ 10311 w 1908961"/>
              <a:gd name="connsiteY33" fmla="*/ 561975 h 1264206"/>
              <a:gd name="connsiteX34" fmla="*/ 73811 w 1908961"/>
              <a:gd name="connsiteY34" fmla="*/ 495300 h 1264206"/>
              <a:gd name="connsiteX35" fmla="*/ 210336 w 1908961"/>
              <a:gd name="connsiteY35" fmla="*/ 536575 h 1264206"/>
              <a:gd name="connsiteX36" fmla="*/ 216686 w 1908961"/>
              <a:gd name="connsiteY36" fmla="*/ 460375 h 1264206"/>
              <a:gd name="connsiteX37" fmla="*/ 172236 w 1908961"/>
              <a:gd name="connsiteY37" fmla="*/ 244475 h 1264206"/>
              <a:gd name="connsiteX38" fmla="*/ 146836 w 1908961"/>
              <a:gd name="connsiteY38" fmla="*/ 101600 h 1264206"/>
              <a:gd name="connsiteX39" fmla="*/ 137311 w 1908961"/>
              <a:gd name="connsiteY39" fmla="*/ 50800 h 1264206"/>
              <a:gd name="connsiteX40" fmla="*/ 99211 w 1908961"/>
              <a:gd name="connsiteY40" fmla="*/ 0 h 1264206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97636 w 1908961"/>
              <a:gd name="connsiteY28" fmla="*/ 825500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93403 w 1908961"/>
              <a:gd name="connsiteY28" fmla="*/ 8593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771377 w 1908961"/>
              <a:gd name="connsiteY14" fmla="*/ 73660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793603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771377 w 1908961"/>
              <a:gd name="connsiteY14" fmla="*/ 73660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9061"/>
              <a:gd name="connsiteY0" fmla="*/ 0 h 1247775"/>
              <a:gd name="connsiteX1" fmla="*/ 591336 w 1909061"/>
              <a:gd name="connsiteY1" fmla="*/ 0 h 1247775"/>
              <a:gd name="connsiteX2" fmla="*/ 1267611 w 1909061"/>
              <a:gd name="connsiteY2" fmla="*/ 3175 h 1247775"/>
              <a:gd name="connsiteX3" fmla="*/ 1569236 w 1909061"/>
              <a:gd name="connsiteY3" fmla="*/ 3175 h 1247775"/>
              <a:gd name="connsiteX4" fmla="*/ 1756561 w 1909061"/>
              <a:gd name="connsiteY4" fmla="*/ 12700 h 1247775"/>
              <a:gd name="connsiteX5" fmla="*/ 1759736 w 1909061"/>
              <a:gd name="connsiteY5" fmla="*/ 82550 h 1247775"/>
              <a:gd name="connsiteX6" fmla="*/ 1724811 w 1909061"/>
              <a:gd name="connsiteY6" fmla="*/ 206375 h 1247775"/>
              <a:gd name="connsiteX7" fmla="*/ 1708936 w 1909061"/>
              <a:gd name="connsiteY7" fmla="*/ 374650 h 1247775"/>
              <a:gd name="connsiteX8" fmla="*/ 1699411 w 1909061"/>
              <a:gd name="connsiteY8" fmla="*/ 492125 h 1247775"/>
              <a:gd name="connsiteX9" fmla="*/ 1743861 w 1909061"/>
              <a:gd name="connsiteY9" fmla="*/ 501650 h 1247775"/>
              <a:gd name="connsiteX10" fmla="*/ 1793603 w 1909061"/>
              <a:gd name="connsiteY10" fmla="*/ 447675 h 1247775"/>
              <a:gd name="connsiteX11" fmla="*/ 1883561 w 1909061"/>
              <a:gd name="connsiteY11" fmla="*/ 460375 h 1247775"/>
              <a:gd name="connsiteX12" fmla="*/ 1908961 w 1909061"/>
              <a:gd name="connsiteY12" fmla="*/ 593725 h 1247775"/>
              <a:gd name="connsiteX13" fmla="*/ 1877211 w 1909061"/>
              <a:gd name="connsiteY13" fmla="*/ 750358 h 1247775"/>
              <a:gd name="connsiteX14" fmla="*/ 1771377 w 1909061"/>
              <a:gd name="connsiteY14" fmla="*/ 736600 h 1247775"/>
              <a:gd name="connsiteX15" fmla="*/ 1702586 w 1909061"/>
              <a:gd name="connsiteY15" fmla="*/ 692150 h 1247775"/>
              <a:gd name="connsiteX16" fmla="*/ 1686711 w 1909061"/>
              <a:gd name="connsiteY16" fmla="*/ 847725 h 1247775"/>
              <a:gd name="connsiteX17" fmla="*/ 1705761 w 1909061"/>
              <a:gd name="connsiteY17" fmla="*/ 993775 h 1247775"/>
              <a:gd name="connsiteX18" fmla="*/ 1769261 w 1909061"/>
              <a:gd name="connsiteY18" fmla="*/ 1143000 h 1247775"/>
              <a:gd name="connsiteX19" fmla="*/ 1804186 w 1909061"/>
              <a:gd name="connsiteY19" fmla="*/ 1225550 h 1247775"/>
              <a:gd name="connsiteX20" fmla="*/ 1686711 w 1909061"/>
              <a:gd name="connsiteY20" fmla="*/ 1241425 h 1247775"/>
              <a:gd name="connsiteX21" fmla="*/ 1543836 w 1909061"/>
              <a:gd name="connsiteY21" fmla="*/ 1247775 h 1247775"/>
              <a:gd name="connsiteX22" fmla="*/ 1077111 w 1909061"/>
              <a:gd name="connsiteY22" fmla="*/ 1241425 h 1247775"/>
              <a:gd name="connsiteX23" fmla="*/ 654836 w 1909061"/>
              <a:gd name="connsiteY23" fmla="*/ 1231900 h 1247775"/>
              <a:gd name="connsiteX24" fmla="*/ 327811 w 1909061"/>
              <a:gd name="connsiteY24" fmla="*/ 1222375 h 1247775"/>
              <a:gd name="connsiteX25" fmla="*/ 67461 w 1909061"/>
              <a:gd name="connsiteY25" fmla="*/ 1206500 h 1247775"/>
              <a:gd name="connsiteX26" fmla="*/ 108736 w 1909061"/>
              <a:gd name="connsiteY26" fmla="*/ 1133475 h 1247775"/>
              <a:gd name="connsiteX27" fmla="*/ 180702 w 1909061"/>
              <a:gd name="connsiteY27" fmla="*/ 964142 h 1247775"/>
              <a:gd name="connsiteX28" fmla="*/ 189170 w 1909061"/>
              <a:gd name="connsiteY28" fmla="*/ 872067 h 1247775"/>
              <a:gd name="connsiteX29" fmla="*/ 191286 w 1909061"/>
              <a:gd name="connsiteY29" fmla="*/ 742950 h 1247775"/>
              <a:gd name="connsiteX30" fmla="*/ 137311 w 1909061"/>
              <a:gd name="connsiteY30" fmla="*/ 787400 h 1247775"/>
              <a:gd name="connsiteX31" fmla="*/ 80161 w 1909061"/>
              <a:gd name="connsiteY31" fmla="*/ 800100 h 1247775"/>
              <a:gd name="connsiteX32" fmla="*/ 7136 w 1909061"/>
              <a:gd name="connsiteY32" fmla="*/ 727075 h 1247775"/>
              <a:gd name="connsiteX33" fmla="*/ 10311 w 1909061"/>
              <a:gd name="connsiteY33" fmla="*/ 561975 h 1247775"/>
              <a:gd name="connsiteX34" fmla="*/ 73811 w 1909061"/>
              <a:gd name="connsiteY34" fmla="*/ 495300 h 1247775"/>
              <a:gd name="connsiteX35" fmla="*/ 210336 w 1909061"/>
              <a:gd name="connsiteY35" fmla="*/ 536575 h 1247775"/>
              <a:gd name="connsiteX36" fmla="*/ 216686 w 1909061"/>
              <a:gd name="connsiteY36" fmla="*/ 460375 h 1247775"/>
              <a:gd name="connsiteX37" fmla="*/ 172236 w 1909061"/>
              <a:gd name="connsiteY37" fmla="*/ 244475 h 1247775"/>
              <a:gd name="connsiteX38" fmla="*/ 146836 w 1909061"/>
              <a:gd name="connsiteY38" fmla="*/ 101600 h 1247775"/>
              <a:gd name="connsiteX39" fmla="*/ 130961 w 1909061"/>
              <a:gd name="connsiteY39" fmla="*/ 50800 h 1247775"/>
              <a:gd name="connsiteX40" fmla="*/ 99211 w 1909061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2586 w 1909373"/>
              <a:gd name="connsiteY15" fmla="*/ 692150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2586 w 1909373"/>
              <a:gd name="connsiteY15" fmla="*/ 692150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6820 w 1909373"/>
              <a:gd name="connsiteY15" fmla="*/ 740833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5610 w 1909373"/>
              <a:gd name="connsiteY14" fmla="*/ 797983 h 1247775"/>
              <a:gd name="connsiteX15" fmla="*/ 1706820 w 1909373"/>
              <a:gd name="connsiteY15" fmla="*/ 740833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5610 w 1909373"/>
              <a:gd name="connsiteY14" fmla="*/ 797983 h 1247775"/>
              <a:gd name="connsiteX15" fmla="*/ 1715287 w 1909373"/>
              <a:gd name="connsiteY15" fmla="*/ 751416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88310 w 1909373"/>
              <a:gd name="connsiteY14" fmla="*/ 804333 h 1247775"/>
              <a:gd name="connsiteX15" fmla="*/ 1715287 w 1909373"/>
              <a:gd name="connsiteY15" fmla="*/ 751416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699411 w 1908974"/>
              <a:gd name="connsiteY8" fmla="*/ 492125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697294 w 1908974"/>
              <a:gd name="connsiteY8" fmla="*/ 509059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701527 w 1908974"/>
              <a:gd name="connsiteY8" fmla="*/ 536576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701527 w 1908974"/>
              <a:gd name="connsiteY8" fmla="*/ 536576 h 1247775"/>
              <a:gd name="connsiteX9" fmla="*/ 1756561 w 1908974"/>
              <a:gd name="connsiteY9" fmla="*/ 52070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0"/>
              <a:gd name="connsiteY0" fmla="*/ 0 h 1247775"/>
              <a:gd name="connsiteX1" fmla="*/ 591336 w 1908970"/>
              <a:gd name="connsiteY1" fmla="*/ 0 h 1247775"/>
              <a:gd name="connsiteX2" fmla="*/ 1267611 w 1908970"/>
              <a:gd name="connsiteY2" fmla="*/ 3175 h 1247775"/>
              <a:gd name="connsiteX3" fmla="*/ 1569236 w 1908970"/>
              <a:gd name="connsiteY3" fmla="*/ 3175 h 1247775"/>
              <a:gd name="connsiteX4" fmla="*/ 1756561 w 1908970"/>
              <a:gd name="connsiteY4" fmla="*/ 12700 h 1247775"/>
              <a:gd name="connsiteX5" fmla="*/ 1759736 w 1908970"/>
              <a:gd name="connsiteY5" fmla="*/ 82550 h 1247775"/>
              <a:gd name="connsiteX6" fmla="*/ 1724811 w 1908970"/>
              <a:gd name="connsiteY6" fmla="*/ 206375 h 1247775"/>
              <a:gd name="connsiteX7" fmla="*/ 1708936 w 1908970"/>
              <a:gd name="connsiteY7" fmla="*/ 374650 h 1247775"/>
              <a:gd name="connsiteX8" fmla="*/ 1701527 w 1908970"/>
              <a:gd name="connsiteY8" fmla="*/ 536576 h 1247775"/>
              <a:gd name="connsiteX9" fmla="*/ 1756561 w 1908970"/>
              <a:gd name="connsiteY9" fmla="*/ 520700 h 1247775"/>
              <a:gd name="connsiteX10" fmla="*/ 1814770 w 1908970"/>
              <a:gd name="connsiteY10" fmla="*/ 466725 h 1247775"/>
              <a:gd name="connsiteX11" fmla="*/ 1883561 w 1908970"/>
              <a:gd name="connsiteY11" fmla="*/ 460375 h 1247775"/>
              <a:gd name="connsiteX12" fmla="*/ 1908961 w 1908970"/>
              <a:gd name="connsiteY12" fmla="*/ 593725 h 1247775"/>
              <a:gd name="connsiteX13" fmla="*/ 1881444 w 1908970"/>
              <a:gd name="connsiteY13" fmla="*/ 769408 h 1247775"/>
              <a:gd name="connsiteX14" fmla="*/ 1788310 w 1908970"/>
              <a:gd name="connsiteY14" fmla="*/ 804333 h 1247775"/>
              <a:gd name="connsiteX15" fmla="*/ 1715287 w 1908970"/>
              <a:gd name="connsiteY15" fmla="*/ 751416 h 1247775"/>
              <a:gd name="connsiteX16" fmla="*/ 1686711 w 1908970"/>
              <a:gd name="connsiteY16" fmla="*/ 847725 h 1247775"/>
              <a:gd name="connsiteX17" fmla="*/ 1705761 w 1908970"/>
              <a:gd name="connsiteY17" fmla="*/ 993775 h 1247775"/>
              <a:gd name="connsiteX18" fmla="*/ 1769261 w 1908970"/>
              <a:gd name="connsiteY18" fmla="*/ 1143000 h 1247775"/>
              <a:gd name="connsiteX19" fmla="*/ 1804186 w 1908970"/>
              <a:gd name="connsiteY19" fmla="*/ 1225550 h 1247775"/>
              <a:gd name="connsiteX20" fmla="*/ 1686711 w 1908970"/>
              <a:gd name="connsiteY20" fmla="*/ 1241425 h 1247775"/>
              <a:gd name="connsiteX21" fmla="*/ 1543836 w 1908970"/>
              <a:gd name="connsiteY21" fmla="*/ 1247775 h 1247775"/>
              <a:gd name="connsiteX22" fmla="*/ 1077111 w 1908970"/>
              <a:gd name="connsiteY22" fmla="*/ 1241425 h 1247775"/>
              <a:gd name="connsiteX23" fmla="*/ 654836 w 1908970"/>
              <a:gd name="connsiteY23" fmla="*/ 1231900 h 1247775"/>
              <a:gd name="connsiteX24" fmla="*/ 327811 w 1908970"/>
              <a:gd name="connsiteY24" fmla="*/ 1222375 h 1247775"/>
              <a:gd name="connsiteX25" fmla="*/ 67461 w 1908970"/>
              <a:gd name="connsiteY25" fmla="*/ 1206500 h 1247775"/>
              <a:gd name="connsiteX26" fmla="*/ 108736 w 1908970"/>
              <a:gd name="connsiteY26" fmla="*/ 1133475 h 1247775"/>
              <a:gd name="connsiteX27" fmla="*/ 180702 w 1908970"/>
              <a:gd name="connsiteY27" fmla="*/ 964142 h 1247775"/>
              <a:gd name="connsiteX28" fmla="*/ 189170 w 1908970"/>
              <a:gd name="connsiteY28" fmla="*/ 872067 h 1247775"/>
              <a:gd name="connsiteX29" fmla="*/ 191286 w 1908970"/>
              <a:gd name="connsiteY29" fmla="*/ 742950 h 1247775"/>
              <a:gd name="connsiteX30" fmla="*/ 137311 w 1908970"/>
              <a:gd name="connsiteY30" fmla="*/ 787400 h 1247775"/>
              <a:gd name="connsiteX31" fmla="*/ 80161 w 1908970"/>
              <a:gd name="connsiteY31" fmla="*/ 800100 h 1247775"/>
              <a:gd name="connsiteX32" fmla="*/ 7136 w 1908970"/>
              <a:gd name="connsiteY32" fmla="*/ 727075 h 1247775"/>
              <a:gd name="connsiteX33" fmla="*/ 10311 w 1908970"/>
              <a:gd name="connsiteY33" fmla="*/ 561975 h 1247775"/>
              <a:gd name="connsiteX34" fmla="*/ 73811 w 1908970"/>
              <a:gd name="connsiteY34" fmla="*/ 495300 h 1247775"/>
              <a:gd name="connsiteX35" fmla="*/ 210336 w 1908970"/>
              <a:gd name="connsiteY35" fmla="*/ 536575 h 1247775"/>
              <a:gd name="connsiteX36" fmla="*/ 216686 w 1908970"/>
              <a:gd name="connsiteY36" fmla="*/ 460375 h 1247775"/>
              <a:gd name="connsiteX37" fmla="*/ 172236 w 1908970"/>
              <a:gd name="connsiteY37" fmla="*/ 244475 h 1247775"/>
              <a:gd name="connsiteX38" fmla="*/ 146836 w 1908970"/>
              <a:gd name="connsiteY38" fmla="*/ 101600 h 1247775"/>
              <a:gd name="connsiteX39" fmla="*/ 130961 w 1908970"/>
              <a:gd name="connsiteY39" fmla="*/ 50800 h 1247775"/>
              <a:gd name="connsiteX40" fmla="*/ 99211 w 1908970"/>
              <a:gd name="connsiteY40" fmla="*/ 0 h 1247775"/>
              <a:gd name="connsiteX0" fmla="*/ 99211 w 1909002"/>
              <a:gd name="connsiteY0" fmla="*/ 0 h 1247775"/>
              <a:gd name="connsiteX1" fmla="*/ 591336 w 1909002"/>
              <a:gd name="connsiteY1" fmla="*/ 0 h 1247775"/>
              <a:gd name="connsiteX2" fmla="*/ 1267611 w 1909002"/>
              <a:gd name="connsiteY2" fmla="*/ 3175 h 1247775"/>
              <a:gd name="connsiteX3" fmla="*/ 1569236 w 1909002"/>
              <a:gd name="connsiteY3" fmla="*/ 3175 h 1247775"/>
              <a:gd name="connsiteX4" fmla="*/ 1756561 w 1909002"/>
              <a:gd name="connsiteY4" fmla="*/ 12700 h 1247775"/>
              <a:gd name="connsiteX5" fmla="*/ 1759736 w 1909002"/>
              <a:gd name="connsiteY5" fmla="*/ 82550 h 1247775"/>
              <a:gd name="connsiteX6" fmla="*/ 1724811 w 1909002"/>
              <a:gd name="connsiteY6" fmla="*/ 206375 h 1247775"/>
              <a:gd name="connsiteX7" fmla="*/ 1708936 w 1909002"/>
              <a:gd name="connsiteY7" fmla="*/ 374650 h 1247775"/>
              <a:gd name="connsiteX8" fmla="*/ 1701527 w 1909002"/>
              <a:gd name="connsiteY8" fmla="*/ 536576 h 1247775"/>
              <a:gd name="connsiteX9" fmla="*/ 1756561 w 1909002"/>
              <a:gd name="connsiteY9" fmla="*/ 520700 h 1247775"/>
              <a:gd name="connsiteX10" fmla="*/ 1814770 w 1909002"/>
              <a:gd name="connsiteY10" fmla="*/ 466725 h 1247775"/>
              <a:gd name="connsiteX11" fmla="*/ 1885678 w 1909002"/>
              <a:gd name="connsiteY11" fmla="*/ 481541 h 1247775"/>
              <a:gd name="connsiteX12" fmla="*/ 1908961 w 1909002"/>
              <a:gd name="connsiteY12" fmla="*/ 593725 h 1247775"/>
              <a:gd name="connsiteX13" fmla="*/ 1881444 w 1909002"/>
              <a:gd name="connsiteY13" fmla="*/ 769408 h 1247775"/>
              <a:gd name="connsiteX14" fmla="*/ 1788310 w 1909002"/>
              <a:gd name="connsiteY14" fmla="*/ 804333 h 1247775"/>
              <a:gd name="connsiteX15" fmla="*/ 1715287 w 1909002"/>
              <a:gd name="connsiteY15" fmla="*/ 751416 h 1247775"/>
              <a:gd name="connsiteX16" fmla="*/ 1686711 w 1909002"/>
              <a:gd name="connsiteY16" fmla="*/ 847725 h 1247775"/>
              <a:gd name="connsiteX17" fmla="*/ 1705761 w 1909002"/>
              <a:gd name="connsiteY17" fmla="*/ 993775 h 1247775"/>
              <a:gd name="connsiteX18" fmla="*/ 1769261 w 1909002"/>
              <a:gd name="connsiteY18" fmla="*/ 1143000 h 1247775"/>
              <a:gd name="connsiteX19" fmla="*/ 1804186 w 1909002"/>
              <a:gd name="connsiteY19" fmla="*/ 1225550 h 1247775"/>
              <a:gd name="connsiteX20" fmla="*/ 1686711 w 1909002"/>
              <a:gd name="connsiteY20" fmla="*/ 1241425 h 1247775"/>
              <a:gd name="connsiteX21" fmla="*/ 1543836 w 1909002"/>
              <a:gd name="connsiteY21" fmla="*/ 1247775 h 1247775"/>
              <a:gd name="connsiteX22" fmla="*/ 1077111 w 1909002"/>
              <a:gd name="connsiteY22" fmla="*/ 1241425 h 1247775"/>
              <a:gd name="connsiteX23" fmla="*/ 654836 w 1909002"/>
              <a:gd name="connsiteY23" fmla="*/ 1231900 h 1247775"/>
              <a:gd name="connsiteX24" fmla="*/ 327811 w 1909002"/>
              <a:gd name="connsiteY24" fmla="*/ 1222375 h 1247775"/>
              <a:gd name="connsiteX25" fmla="*/ 67461 w 1909002"/>
              <a:gd name="connsiteY25" fmla="*/ 1206500 h 1247775"/>
              <a:gd name="connsiteX26" fmla="*/ 108736 w 1909002"/>
              <a:gd name="connsiteY26" fmla="*/ 1133475 h 1247775"/>
              <a:gd name="connsiteX27" fmla="*/ 180702 w 1909002"/>
              <a:gd name="connsiteY27" fmla="*/ 964142 h 1247775"/>
              <a:gd name="connsiteX28" fmla="*/ 189170 w 1909002"/>
              <a:gd name="connsiteY28" fmla="*/ 872067 h 1247775"/>
              <a:gd name="connsiteX29" fmla="*/ 191286 w 1909002"/>
              <a:gd name="connsiteY29" fmla="*/ 742950 h 1247775"/>
              <a:gd name="connsiteX30" fmla="*/ 137311 w 1909002"/>
              <a:gd name="connsiteY30" fmla="*/ 787400 h 1247775"/>
              <a:gd name="connsiteX31" fmla="*/ 80161 w 1909002"/>
              <a:gd name="connsiteY31" fmla="*/ 800100 h 1247775"/>
              <a:gd name="connsiteX32" fmla="*/ 7136 w 1909002"/>
              <a:gd name="connsiteY32" fmla="*/ 727075 h 1247775"/>
              <a:gd name="connsiteX33" fmla="*/ 10311 w 1909002"/>
              <a:gd name="connsiteY33" fmla="*/ 561975 h 1247775"/>
              <a:gd name="connsiteX34" fmla="*/ 73811 w 1909002"/>
              <a:gd name="connsiteY34" fmla="*/ 495300 h 1247775"/>
              <a:gd name="connsiteX35" fmla="*/ 210336 w 1909002"/>
              <a:gd name="connsiteY35" fmla="*/ 536575 h 1247775"/>
              <a:gd name="connsiteX36" fmla="*/ 216686 w 1909002"/>
              <a:gd name="connsiteY36" fmla="*/ 460375 h 1247775"/>
              <a:gd name="connsiteX37" fmla="*/ 172236 w 1909002"/>
              <a:gd name="connsiteY37" fmla="*/ 244475 h 1247775"/>
              <a:gd name="connsiteX38" fmla="*/ 146836 w 1909002"/>
              <a:gd name="connsiteY38" fmla="*/ 101600 h 1247775"/>
              <a:gd name="connsiteX39" fmla="*/ 130961 w 1909002"/>
              <a:gd name="connsiteY39" fmla="*/ 50800 h 1247775"/>
              <a:gd name="connsiteX40" fmla="*/ 99211 w 1909002"/>
              <a:gd name="connsiteY40" fmla="*/ 0 h 1247775"/>
              <a:gd name="connsiteX0" fmla="*/ 99211 w 1910991"/>
              <a:gd name="connsiteY0" fmla="*/ 0 h 1247775"/>
              <a:gd name="connsiteX1" fmla="*/ 591336 w 1910991"/>
              <a:gd name="connsiteY1" fmla="*/ 0 h 1247775"/>
              <a:gd name="connsiteX2" fmla="*/ 1267611 w 1910991"/>
              <a:gd name="connsiteY2" fmla="*/ 3175 h 1247775"/>
              <a:gd name="connsiteX3" fmla="*/ 1569236 w 1910991"/>
              <a:gd name="connsiteY3" fmla="*/ 3175 h 1247775"/>
              <a:gd name="connsiteX4" fmla="*/ 1756561 w 1910991"/>
              <a:gd name="connsiteY4" fmla="*/ 12700 h 1247775"/>
              <a:gd name="connsiteX5" fmla="*/ 1759736 w 1910991"/>
              <a:gd name="connsiteY5" fmla="*/ 82550 h 1247775"/>
              <a:gd name="connsiteX6" fmla="*/ 1724811 w 1910991"/>
              <a:gd name="connsiteY6" fmla="*/ 206375 h 1247775"/>
              <a:gd name="connsiteX7" fmla="*/ 1708936 w 1910991"/>
              <a:gd name="connsiteY7" fmla="*/ 374650 h 1247775"/>
              <a:gd name="connsiteX8" fmla="*/ 1701527 w 1910991"/>
              <a:gd name="connsiteY8" fmla="*/ 536576 h 1247775"/>
              <a:gd name="connsiteX9" fmla="*/ 1756561 w 1910991"/>
              <a:gd name="connsiteY9" fmla="*/ 520700 h 1247775"/>
              <a:gd name="connsiteX10" fmla="*/ 1814770 w 1910991"/>
              <a:gd name="connsiteY10" fmla="*/ 466725 h 1247775"/>
              <a:gd name="connsiteX11" fmla="*/ 1898378 w 1910991"/>
              <a:gd name="connsiteY11" fmla="*/ 509058 h 1247775"/>
              <a:gd name="connsiteX12" fmla="*/ 1908961 w 1910991"/>
              <a:gd name="connsiteY12" fmla="*/ 593725 h 1247775"/>
              <a:gd name="connsiteX13" fmla="*/ 1881444 w 1910991"/>
              <a:gd name="connsiteY13" fmla="*/ 769408 h 1247775"/>
              <a:gd name="connsiteX14" fmla="*/ 1788310 w 1910991"/>
              <a:gd name="connsiteY14" fmla="*/ 804333 h 1247775"/>
              <a:gd name="connsiteX15" fmla="*/ 1715287 w 1910991"/>
              <a:gd name="connsiteY15" fmla="*/ 751416 h 1247775"/>
              <a:gd name="connsiteX16" fmla="*/ 1686711 w 1910991"/>
              <a:gd name="connsiteY16" fmla="*/ 847725 h 1247775"/>
              <a:gd name="connsiteX17" fmla="*/ 1705761 w 1910991"/>
              <a:gd name="connsiteY17" fmla="*/ 993775 h 1247775"/>
              <a:gd name="connsiteX18" fmla="*/ 1769261 w 1910991"/>
              <a:gd name="connsiteY18" fmla="*/ 1143000 h 1247775"/>
              <a:gd name="connsiteX19" fmla="*/ 1804186 w 1910991"/>
              <a:gd name="connsiteY19" fmla="*/ 1225550 h 1247775"/>
              <a:gd name="connsiteX20" fmla="*/ 1686711 w 1910991"/>
              <a:gd name="connsiteY20" fmla="*/ 1241425 h 1247775"/>
              <a:gd name="connsiteX21" fmla="*/ 1543836 w 1910991"/>
              <a:gd name="connsiteY21" fmla="*/ 1247775 h 1247775"/>
              <a:gd name="connsiteX22" fmla="*/ 1077111 w 1910991"/>
              <a:gd name="connsiteY22" fmla="*/ 1241425 h 1247775"/>
              <a:gd name="connsiteX23" fmla="*/ 654836 w 1910991"/>
              <a:gd name="connsiteY23" fmla="*/ 1231900 h 1247775"/>
              <a:gd name="connsiteX24" fmla="*/ 327811 w 1910991"/>
              <a:gd name="connsiteY24" fmla="*/ 1222375 h 1247775"/>
              <a:gd name="connsiteX25" fmla="*/ 67461 w 1910991"/>
              <a:gd name="connsiteY25" fmla="*/ 1206500 h 1247775"/>
              <a:gd name="connsiteX26" fmla="*/ 108736 w 1910991"/>
              <a:gd name="connsiteY26" fmla="*/ 1133475 h 1247775"/>
              <a:gd name="connsiteX27" fmla="*/ 180702 w 1910991"/>
              <a:gd name="connsiteY27" fmla="*/ 964142 h 1247775"/>
              <a:gd name="connsiteX28" fmla="*/ 189170 w 1910991"/>
              <a:gd name="connsiteY28" fmla="*/ 872067 h 1247775"/>
              <a:gd name="connsiteX29" fmla="*/ 191286 w 1910991"/>
              <a:gd name="connsiteY29" fmla="*/ 742950 h 1247775"/>
              <a:gd name="connsiteX30" fmla="*/ 137311 w 1910991"/>
              <a:gd name="connsiteY30" fmla="*/ 787400 h 1247775"/>
              <a:gd name="connsiteX31" fmla="*/ 80161 w 1910991"/>
              <a:gd name="connsiteY31" fmla="*/ 800100 h 1247775"/>
              <a:gd name="connsiteX32" fmla="*/ 7136 w 1910991"/>
              <a:gd name="connsiteY32" fmla="*/ 727075 h 1247775"/>
              <a:gd name="connsiteX33" fmla="*/ 10311 w 1910991"/>
              <a:gd name="connsiteY33" fmla="*/ 561975 h 1247775"/>
              <a:gd name="connsiteX34" fmla="*/ 73811 w 1910991"/>
              <a:gd name="connsiteY34" fmla="*/ 495300 h 1247775"/>
              <a:gd name="connsiteX35" fmla="*/ 210336 w 1910991"/>
              <a:gd name="connsiteY35" fmla="*/ 536575 h 1247775"/>
              <a:gd name="connsiteX36" fmla="*/ 216686 w 1910991"/>
              <a:gd name="connsiteY36" fmla="*/ 460375 h 1247775"/>
              <a:gd name="connsiteX37" fmla="*/ 172236 w 1910991"/>
              <a:gd name="connsiteY37" fmla="*/ 244475 h 1247775"/>
              <a:gd name="connsiteX38" fmla="*/ 146836 w 1910991"/>
              <a:gd name="connsiteY38" fmla="*/ 101600 h 1247775"/>
              <a:gd name="connsiteX39" fmla="*/ 130961 w 1910991"/>
              <a:gd name="connsiteY39" fmla="*/ 50800 h 1247775"/>
              <a:gd name="connsiteX40" fmla="*/ 99211 w 1910991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8936 w 1914377"/>
              <a:gd name="connsiteY7" fmla="*/ 374650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09058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8936 w 1914377"/>
              <a:gd name="connsiteY7" fmla="*/ 374650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49275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0470 w 1914377"/>
              <a:gd name="connsiteY7" fmla="*/ 372533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49275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56561 w 1913949"/>
              <a:gd name="connsiteY9" fmla="*/ 52070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69261 w 1913949"/>
              <a:gd name="connsiteY9" fmla="*/ 529166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3494 w 1913949"/>
              <a:gd name="connsiteY9" fmla="*/ 524933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1377 w 1913949"/>
              <a:gd name="connsiteY9" fmla="*/ 51435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1377 w 1913949"/>
              <a:gd name="connsiteY9" fmla="*/ 51435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13949" h="1247775">
                <a:moveTo>
                  <a:pt x="99211" y="0"/>
                </a:moveTo>
                <a:lnTo>
                  <a:pt x="591336" y="0"/>
                </a:lnTo>
                <a:lnTo>
                  <a:pt x="1267611" y="3175"/>
                </a:lnTo>
                <a:lnTo>
                  <a:pt x="1569236" y="3175"/>
                </a:lnTo>
                <a:cubicBezTo>
                  <a:pt x="1650728" y="4763"/>
                  <a:pt x="1724811" y="-529"/>
                  <a:pt x="1756561" y="12700"/>
                </a:cubicBezTo>
                <a:cubicBezTo>
                  <a:pt x="1788311" y="25929"/>
                  <a:pt x="1765028" y="50271"/>
                  <a:pt x="1759736" y="82550"/>
                </a:cubicBezTo>
                <a:cubicBezTo>
                  <a:pt x="1754444" y="114829"/>
                  <a:pt x="1734689" y="158045"/>
                  <a:pt x="1724811" y="206375"/>
                </a:cubicBezTo>
                <a:cubicBezTo>
                  <a:pt x="1714933" y="254705"/>
                  <a:pt x="1704351" y="317500"/>
                  <a:pt x="1700470" y="372533"/>
                </a:cubicBezTo>
                <a:cubicBezTo>
                  <a:pt x="1696589" y="427566"/>
                  <a:pt x="1689709" y="512940"/>
                  <a:pt x="1701527" y="536576"/>
                </a:cubicBezTo>
                <a:cubicBezTo>
                  <a:pt x="1713345" y="560212"/>
                  <a:pt x="1754973" y="525287"/>
                  <a:pt x="1771377" y="514350"/>
                </a:cubicBezTo>
                <a:cubicBezTo>
                  <a:pt x="1787781" y="503413"/>
                  <a:pt x="1816886" y="490538"/>
                  <a:pt x="1838053" y="496359"/>
                </a:cubicBezTo>
                <a:cubicBezTo>
                  <a:pt x="1859220" y="502180"/>
                  <a:pt x="1885855" y="527050"/>
                  <a:pt x="1898378" y="549275"/>
                </a:cubicBezTo>
                <a:cubicBezTo>
                  <a:pt x="1910902" y="571500"/>
                  <a:pt x="1916016" y="593019"/>
                  <a:pt x="1913194" y="629708"/>
                </a:cubicBezTo>
                <a:cubicBezTo>
                  <a:pt x="1910372" y="666397"/>
                  <a:pt x="1902258" y="740304"/>
                  <a:pt x="1881444" y="769408"/>
                </a:cubicBezTo>
                <a:cubicBezTo>
                  <a:pt x="1860630" y="798512"/>
                  <a:pt x="1816003" y="807332"/>
                  <a:pt x="1788310" y="804333"/>
                </a:cubicBezTo>
                <a:cubicBezTo>
                  <a:pt x="1760617" y="801334"/>
                  <a:pt x="1732220" y="744184"/>
                  <a:pt x="1715287" y="751416"/>
                </a:cubicBezTo>
                <a:cubicBezTo>
                  <a:pt x="1698354" y="758648"/>
                  <a:pt x="1688299" y="807332"/>
                  <a:pt x="1686711" y="847725"/>
                </a:cubicBezTo>
                <a:cubicBezTo>
                  <a:pt x="1685123" y="888118"/>
                  <a:pt x="1692003" y="944563"/>
                  <a:pt x="1705761" y="993775"/>
                </a:cubicBezTo>
                <a:cubicBezTo>
                  <a:pt x="1719519" y="1042987"/>
                  <a:pt x="1769261" y="1143000"/>
                  <a:pt x="1769261" y="1143000"/>
                </a:cubicBezTo>
                <a:cubicBezTo>
                  <a:pt x="1785665" y="1181629"/>
                  <a:pt x="1817944" y="1209146"/>
                  <a:pt x="1804186" y="1225550"/>
                </a:cubicBezTo>
                <a:cubicBezTo>
                  <a:pt x="1790428" y="1241954"/>
                  <a:pt x="1730103" y="1237721"/>
                  <a:pt x="1686711" y="1241425"/>
                </a:cubicBezTo>
                <a:cubicBezTo>
                  <a:pt x="1643319" y="1245129"/>
                  <a:pt x="1645436" y="1247775"/>
                  <a:pt x="1543836" y="1247775"/>
                </a:cubicBezTo>
                <a:cubicBezTo>
                  <a:pt x="1442236" y="1247775"/>
                  <a:pt x="1225278" y="1244071"/>
                  <a:pt x="1077111" y="1241425"/>
                </a:cubicBezTo>
                <a:lnTo>
                  <a:pt x="654836" y="1231900"/>
                </a:lnTo>
                <a:lnTo>
                  <a:pt x="327811" y="1222375"/>
                </a:lnTo>
                <a:cubicBezTo>
                  <a:pt x="229915" y="1218142"/>
                  <a:pt x="103973" y="1221317"/>
                  <a:pt x="67461" y="1206500"/>
                </a:cubicBezTo>
                <a:cubicBezTo>
                  <a:pt x="30949" y="1191683"/>
                  <a:pt x="89863" y="1173868"/>
                  <a:pt x="108736" y="1133475"/>
                </a:cubicBezTo>
                <a:cubicBezTo>
                  <a:pt x="127609" y="1093082"/>
                  <a:pt x="175763" y="1009827"/>
                  <a:pt x="180702" y="964142"/>
                </a:cubicBezTo>
                <a:cubicBezTo>
                  <a:pt x="185641" y="918457"/>
                  <a:pt x="187406" y="908932"/>
                  <a:pt x="189170" y="872067"/>
                </a:cubicBezTo>
                <a:cubicBezTo>
                  <a:pt x="190934" y="835202"/>
                  <a:pt x="199929" y="757061"/>
                  <a:pt x="191286" y="742950"/>
                </a:cubicBezTo>
                <a:cubicBezTo>
                  <a:pt x="182643" y="728839"/>
                  <a:pt x="155832" y="777875"/>
                  <a:pt x="137311" y="787400"/>
                </a:cubicBezTo>
                <a:cubicBezTo>
                  <a:pt x="118790" y="796925"/>
                  <a:pt x="101857" y="810154"/>
                  <a:pt x="80161" y="800100"/>
                </a:cubicBezTo>
                <a:cubicBezTo>
                  <a:pt x="58465" y="790046"/>
                  <a:pt x="18778" y="766763"/>
                  <a:pt x="7136" y="727075"/>
                </a:cubicBezTo>
                <a:cubicBezTo>
                  <a:pt x="-4506" y="687388"/>
                  <a:pt x="-801" y="600604"/>
                  <a:pt x="10311" y="561975"/>
                </a:cubicBezTo>
                <a:cubicBezTo>
                  <a:pt x="21423" y="523346"/>
                  <a:pt x="40473" y="499533"/>
                  <a:pt x="73811" y="495300"/>
                </a:cubicBezTo>
                <a:cubicBezTo>
                  <a:pt x="107149" y="491067"/>
                  <a:pt x="186523" y="542396"/>
                  <a:pt x="210336" y="536575"/>
                </a:cubicBezTo>
                <a:cubicBezTo>
                  <a:pt x="234149" y="530754"/>
                  <a:pt x="223036" y="509058"/>
                  <a:pt x="216686" y="460375"/>
                </a:cubicBezTo>
                <a:cubicBezTo>
                  <a:pt x="210336" y="411692"/>
                  <a:pt x="183878" y="304271"/>
                  <a:pt x="172236" y="244475"/>
                </a:cubicBezTo>
                <a:cubicBezTo>
                  <a:pt x="160594" y="184679"/>
                  <a:pt x="152657" y="133879"/>
                  <a:pt x="146836" y="101600"/>
                </a:cubicBezTo>
                <a:cubicBezTo>
                  <a:pt x="141015" y="69321"/>
                  <a:pt x="136253" y="67204"/>
                  <a:pt x="130961" y="50800"/>
                </a:cubicBezTo>
                <a:cubicBezTo>
                  <a:pt x="125669" y="34396"/>
                  <a:pt x="123552" y="18785"/>
                  <a:pt x="99211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87FCC3E-F4B8-D82C-CD26-AFB655C6A07F}"/>
              </a:ext>
            </a:extLst>
          </p:cNvPr>
          <p:cNvSpPr/>
          <p:nvPr/>
        </p:nvSpPr>
        <p:spPr>
          <a:xfrm>
            <a:off x="4874801" y="4330700"/>
            <a:ext cx="1739172" cy="1275170"/>
          </a:xfrm>
          <a:custGeom>
            <a:avLst/>
            <a:gdLst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75224 w 1739346"/>
              <a:gd name="connsiteY4" fmla="*/ 25400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56174 w 1739346"/>
              <a:gd name="connsiteY4" fmla="*/ 14816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98508 w 1739346"/>
              <a:gd name="connsiteY4" fmla="*/ 12699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98508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6444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6444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830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54399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4399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154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45933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154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39172" h="1275170">
                <a:moveTo>
                  <a:pt x="70790" y="0"/>
                </a:moveTo>
                <a:lnTo>
                  <a:pt x="754474" y="3175"/>
                </a:lnTo>
                <a:lnTo>
                  <a:pt x="1148174" y="9525"/>
                </a:lnTo>
                <a:lnTo>
                  <a:pt x="1494249" y="12700"/>
                </a:lnTo>
                <a:cubicBezTo>
                  <a:pt x="1582091" y="15346"/>
                  <a:pt x="1640475" y="6702"/>
                  <a:pt x="1675224" y="12699"/>
                </a:cubicBezTo>
                <a:cubicBezTo>
                  <a:pt x="1709973" y="18696"/>
                  <a:pt x="1718087" y="39158"/>
                  <a:pt x="1728141" y="99483"/>
                </a:cubicBezTo>
                <a:cubicBezTo>
                  <a:pt x="1738195" y="159808"/>
                  <a:pt x="1733785" y="273226"/>
                  <a:pt x="1735549" y="374650"/>
                </a:cubicBezTo>
                <a:cubicBezTo>
                  <a:pt x="1737313" y="476074"/>
                  <a:pt x="1740311" y="599546"/>
                  <a:pt x="1738724" y="708025"/>
                </a:cubicBezTo>
                <a:cubicBezTo>
                  <a:pt x="1737137" y="816504"/>
                  <a:pt x="1731316" y="939800"/>
                  <a:pt x="1726024" y="1025525"/>
                </a:cubicBezTo>
                <a:cubicBezTo>
                  <a:pt x="1720732" y="1111250"/>
                  <a:pt x="1731845" y="1181629"/>
                  <a:pt x="1706974" y="1222375"/>
                </a:cubicBezTo>
                <a:cubicBezTo>
                  <a:pt x="1682103" y="1263121"/>
                  <a:pt x="1659349" y="1261533"/>
                  <a:pt x="1576799" y="1270000"/>
                </a:cubicBezTo>
                <a:cubicBezTo>
                  <a:pt x="1494249" y="1278467"/>
                  <a:pt x="1339732" y="1274233"/>
                  <a:pt x="1211674" y="1273175"/>
                </a:cubicBezTo>
                <a:cubicBezTo>
                  <a:pt x="1083616" y="1272117"/>
                  <a:pt x="808449" y="1263650"/>
                  <a:pt x="808449" y="1263650"/>
                </a:cubicBezTo>
                <a:lnTo>
                  <a:pt x="500474" y="1260475"/>
                </a:lnTo>
                <a:cubicBezTo>
                  <a:pt x="416337" y="1258358"/>
                  <a:pt x="368711" y="1255712"/>
                  <a:pt x="303624" y="1250950"/>
                </a:cubicBezTo>
                <a:cubicBezTo>
                  <a:pt x="238537" y="1246188"/>
                  <a:pt x="136231" y="1247775"/>
                  <a:pt x="109949" y="1231900"/>
                </a:cubicBezTo>
                <a:cubicBezTo>
                  <a:pt x="83667" y="1216025"/>
                  <a:pt x="130058" y="1196446"/>
                  <a:pt x="145933" y="1155700"/>
                </a:cubicBezTo>
                <a:cubicBezTo>
                  <a:pt x="161808" y="1114954"/>
                  <a:pt x="191617" y="1033462"/>
                  <a:pt x="205199" y="987425"/>
                </a:cubicBezTo>
                <a:cubicBezTo>
                  <a:pt x="218781" y="941388"/>
                  <a:pt x="218957" y="918633"/>
                  <a:pt x="227424" y="879475"/>
                </a:cubicBezTo>
                <a:cubicBezTo>
                  <a:pt x="235891" y="840317"/>
                  <a:pt x="253882" y="784754"/>
                  <a:pt x="255999" y="752475"/>
                </a:cubicBezTo>
                <a:cubicBezTo>
                  <a:pt x="258116" y="720196"/>
                  <a:pt x="249120" y="690033"/>
                  <a:pt x="240124" y="685800"/>
                </a:cubicBezTo>
                <a:cubicBezTo>
                  <a:pt x="231128" y="681567"/>
                  <a:pt x="217370" y="714375"/>
                  <a:pt x="202024" y="727075"/>
                </a:cubicBezTo>
                <a:cubicBezTo>
                  <a:pt x="186678" y="739775"/>
                  <a:pt x="168686" y="755650"/>
                  <a:pt x="148049" y="762000"/>
                </a:cubicBezTo>
                <a:cubicBezTo>
                  <a:pt x="127412" y="768350"/>
                  <a:pt x="100953" y="777346"/>
                  <a:pt x="78199" y="765175"/>
                </a:cubicBezTo>
                <a:cubicBezTo>
                  <a:pt x="55445" y="753004"/>
                  <a:pt x="24224" y="720196"/>
                  <a:pt x="11524" y="688975"/>
                </a:cubicBezTo>
                <a:cubicBezTo>
                  <a:pt x="-1176" y="657754"/>
                  <a:pt x="-1705" y="609600"/>
                  <a:pt x="1999" y="577850"/>
                </a:cubicBezTo>
                <a:cubicBezTo>
                  <a:pt x="5703" y="546100"/>
                  <a:pt x="19991" y="518583"/>
                  <a:pt x="33749" y="498475"/>
                </a:cubicBezTo>
                <a:cubicBezTo>
                  <a:pt x="47507" y="478367"/>
                  <a:pt x="64793" y="460199"/>
                  <a:pt x="84549" y="457200"/>
                </a:cubicBezTo>
                <a:cubicBezTo>
                  <a:pt x="104305" y="454201"/>
                  <a:pt x="132704" y="472545"/>
                  <a:pt x="152283" y="480483"/>
                </a:cubicBezTo>
                <a:cubicBezTo>
                  <a:pt x="171862" y="488421"/>
                  <a:pt x="192146" y="519289"/>
                  <a:pt x="202024" y="504825"/>
                </a:cubicBezTo>
                <a:cubicBezTo>
                  <a:pt x="211902" y="490361"/>
                  <a:pt x="215606" y="433211"/>
                  <a:pt x="211549" y="393700"/>
                </a:cubicBezTo>
                <a:cubicBezTo>
                  <a:pt x="207492" y="354189"/>
                  <a:pt x="192500" y="312208"/>
                  <a:pt x="177683" y="267758"/>
                </a:cubicBezTo>
                <a:cubicBezTo>
                  <a:pt x="162866" y="223308"/>
                  <a:pt x="135878" y="151871"/>
                  <a:pt x="122649" y="127000"/>
                </a:cubicBezTo>
                <a:cubicBezTo>
                  <a:pt x="109420" y="102129"/>
                  <a:pt x="100601" y="97367"/>
                  <a:pt x="91958" y="76200"/>
                </a:cubicBezTo>
                <a:cubicBezTo>
                  <a:pt x="83315" y="55033"/>
                  <a:pt x="31897" y="6879"/>
                  <a:pt x="70790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85331D-3485-2361-11E5-2F0DF689501F}"/>
              </a:ext>
            </a:extLst>
          </p:cNvPr>
          <p:cNvSpPr/>
          <p:nvPr/>
        </p:nvSpPr>
        <p:spPr>
          <a:xfrm>
            <a:off x="3276476" y="4330700"/>
            <a:ext cx="1850100" cy="1251241"/>
          </a:xfrm>
          <a:custGeom>
            <a:avLst/>
            <a:gdLst>
              <a:gd name="connsiteX0" fmla="*/ 85824 w 1860733"/>
              <a:gd name="connsiteY0" fmla="*/ 3175 h 1251517"/>
              <a:gd name="connsiteX1" fmla="*/ 927199 w 1860733"/>
              <a:gd name="connsiteY1" fmla="*/ 3175 h 1251517"/>
              <a:gd name="connsiteX2" fmla="*/ 1349474 w 1860733"/>
              <a:gd name="connsiteY2" fmla="*/ 0 h 1251517"/>
              <a:gd name="connsiteX3" fmla="*/ 1533624 w 1860733"/>
              <a:gd name="connsiteY3" fmla="*/ 3175 h 1251517"/>
              <a:gd name="connsiteX4" fmla="*/ 1603474 w 1860733"/>
              <a:gd name="connsiteY4" fmla="*/ 6350 h 1251517"/>
              <a:gd name="connsiteX5" fmla="*/ 1651099 w 1860733"/>
              <a:gd name="connsiteY5" fmla="*/ 25400 h 1251517"/>
              <a:gd name="connsiteX6" fmla="*/ 1720949 w 1860733"/>
              <a:gd name="connsiteY6" fmla="*/ 127000 h 1251517"/>
              <a:gd name="connsiteX7" fmla="*/ 1778099 w 1860733"/>
              <a:gd name="connsiteY7" fmla="*/ 311150 h 1251517"/>
              <a:gd name="connsiteX8" fmla="*/ 1813024 w 1860733"/>
              <a:gd name="connsiteY8" fmla="*/ 434975 h 1251517"/>
              <a:gd name="connsiteX9" fmla="*/ 1813024 w 1860733"/>
              <a:gd name="connsiteY9" fmla="*/ 514350 h 1251517"/>
              <a:gd name="connsiteX10" fmla="*/ 1765399 w 1860733"/>
              <a:gd name="connsiteY10" fmla="*/ 523875 h 1251517"/>
              <a:gd name="connsiteX11" fmla="*/ 1686024 w 1860733"/>
              <a:gd name="connsiteY11" fmla="*/ 460375 h 1251517"/>
              <a:gd name="connsiteX12" fmla="*/ 1616174 w 1860733"/>
              <a:gd name="connsiteY12" fmla="*/ 492125 h 1251517"/>
              <a:gd name="connsiteX13" fmla="*/ 1587599 w 1860733"/>
              <a:gd name="connsiteY13" fmla="*/ 561975 h 1251517"/>
              <a:gd name="connsiteX14" fmla="*/ 1609824 w 1860733"/>
              <a:gd name="connsiteY14" fmla="*/ 647700 h 1251517"/>
              <a:gd name="connsiteX15" fmla="*/ 1654274 w 1860733"/>
              <a:gd name="connsiteY15" fmla="*/ 727075 h 1251517"/>
              <a:gd name="connsiteX16" fmla="*/ 1752699 w 1860733"/>
              <a:gd name="connsiteY16" fmla="*/ 752475 h 1251517"/>
              <a:gd name="connsiteX17" fmla="*/ 1813024 w 1860733"/>
              <a:gd name="connsiteY17" fmla="*/ 733425 h 1251517"/>
              <a:gd name="connsiteX18" fmla="*/ 1832074 w 1860733"/>
              <a:gd name="connsiteY18" fmla="*/ 692150 h 1251517"/>
              <a:gd name="connsiteX19" fmla="*/ 1860649 w 1860733"/>
              <a:gd name="connsiteY19" fmla="*/ 730250 h 1251517"/>
              <a:gd name="connsiteX20" fmla="*/ 1838424 w 1860733"/>
              <a:gd name="connsiteY20" fmla="*/ 866775 h 1251517"/>
              <a:gd name="connsiteX21" fmla="*/ 1774924 w 1860733"/>
              <a:gd name="connsiteY21" fmla="*/ 1082675 h 1251517"/>
              <a:gd name="connsiteX22" fmla="*/ 1708249 w 1860733"/>
              <a:gd name="connsiteY22" fmla="*/ 1203325 h 1251517"/>
              <a:gd name="connsiteX23" fmla="*/ 1606649 w 1860733"/>
              <a:gd name="connsiteY23" fmla="*/ 1241425 h 1251517"/>
              <a:gd name="connsiteX24" fmla="*/ 1441549 w 1860733"/>
              <a:gd name="connsiteY24" fmla="*/ 1241425 h 1251517"/>
              <a:gd name="connsiteX25" fmla="*/ 870049 w 1860733"/>
              <a:gd name="connsiteY25" fmla="*/ 1241425 h 1251517"/>
              <a:gd name="connsiteX26" fmla="*/ 403324 w 1860733"/>
              <a:gd name="connsiteY26" fmla="*/ 1250950 h 1251517"/>
              <a:gd name="connsiteX27" fmla="*/ 114399 w 1860733"/>
              <a:gd name="connsiteY27" fmla="*/ 1222375 h 1251517"/>
              <a:gd name="connsiteX28" fmla="*/ 76299 w 1860733"/>
              <a:gd name="connsiteY28" fmla="*/ 1136650 h 1251517"/>
              <a:gd name="connsiteX29" fmla="*/ 19149 w 1860733"/>
              <a:gd name="connsiteY29" fmla="*/ 974725 h 1251517"/>
              <a:gd name="connsiteX30" fmla="*/ 99 w 1860733"/>
              <a:gd name="connsiteY30" fmla="*/ 841375 h 1251517"/>
              <a:gd name="connsiteX31" fmla="*/ 25499 w 1860733"/>
              <a:gd name="connsiteY31" fmla="*/ 733425 h 1251517"/>
              <a:gd name="connsiteX32" fmla="*/ 76299 w 1860733"/>
              <a:gd name="connsiteY32" fmla="*/ 777875 h 1251517"/>
              <a:gd name="connsiteX33" fmla="*/ 152499 w 1860733"/>
              <a:gd name="connsiteY33" fmla="*/ 784225 h 1251517"/>
              <a:gd name="connsiteX34" fmla="*/ 215999 w 1860733"/>
              <a:gd name="connsiteY34" fmla="*/ 708025 h 1251517"/>
              <a:gd name="connsiteX35" fmla="*/ 228699 w 1860733"/>
              <a:gd name="connsiteY35" fmla="*/ 584200 h 1251517"/>
              <a:gd name="connsiteX36" fmla="*/ 187424 w 1860733"/>
              <a:gd name="connsiteY36" fmla="*/ 492125 h 1251517"/>
              <a:gd name="connsiteX37" fmla="*/ 92174 w 1860733"/>
              <a:gd name="connsiteY37" fmla="*/ 488950 h 1251517"/>
              <a:gd name="connsiteX38" fmla="*/ 38199 w 1860733"/>
              <a:gd name="connsiteY38" fmla="*/ 523875 h 1251517"/>
              <a:gd name="connsiteX39" fmla="*/ 6449 w 1860733"/>
              <a:gd name="connsiteY39" fmla="*/ 495300 h 1251517"/>
              <a:gd name="connsiteX40" fmla="*/ 15974 w 1860733"/>
              <a:gd name="connsiteY40" fmla="*/ 333375 h 1251517"/>
              <a:gd name="connsiteX41" fmla="*/ 35024 w 1860733"/>
              <a:gd name="connsiteY41" fmla="*/ 200025 h 1251517"/>
              <a:gd name="connsiteX42" fmla="*/ 60424 w 1860733"/>
              <a:gd name="connsiteY42" fmla="*/ 104775 h 1251517"/>
              <a:gd name="connsiteX43" fmla="*/ 79474 w 1860733"/>
              <a:gd name="connsiteY43" fmla="*/ 57150 h 1251517"/>
              <a:gd name="connsiteX44" fmla="*/ 85824 w 1860733"/>
              <a:gd name="connsiteY44" fmla="*/ 3175 h 1251517"/>
              <a:gd name="connsiteX0" fmla="*/ 85824 w 1860733"/>
              <a:gd name="connsiteY0" fmla="*/ 3175 h 1251241"/>
              <a:gd name="connsiteX1" fmla="*/ 927199 w 1860733"/>
              <a:gd name="connsiteY1" fmla="*/ 3175 h 1251241"/>
              <a:gd name="connsiteX2" fmla="*/ 1349474 w 1860733"/>
              <a:gd name="connsiteY2" fmla="*/ 0 h 1251241"/>
              <a:gd name="connsiteX3" fmla="*/ 1533624 w 1860733"/>
              <a:gd name="connsiteY3" fmla="*/ 3175 h 1251241"/>
              <a:gd name="connsiteX4" fmla="*/ 1603474 w 1860733"/>
              <a:gd name="connsiteY4" fmla="*/ 6350 h 1251241"/>
              <a:gd name="connsiteX5" fmla="*/ 1651099 w 1860733"/>
              <a:gd name="connsiteY5" fmla="*/ 25400 h 1251241"/>
              <a:gd name="connsiteX6" fmla="*/ 1720949 w 1860733"/>
              <a:gd name="connsiteY6" fmla="*/ 127000 h 1251241"/>
              <a:gd name="connsiteX7" fmla="*/ 1778099 w 1860733"/>
              <a:gd name="connsiteY7" fmla="*/ 311150 h 1251241"/>
              <a:gd name="connsiteX8" fmla="*/ 1813024 w 1860733"/>
              <a:gd name="connsiteY8" fmla="*/ 434975 h 1251241"/>
              <a:gd name="connsiteX9" fmla="*/ 1813024 w 1860733"/>
              <a:gd name="connsiteY9" fmla="*/ 514350 h 1251241"/>
              <a:gd name="connsiteX10" fmla="*/ 1765399 w 1860733"/>
              <a:gd name="connsiteY10" fmla="*/ 523875 h 1251241"/>
              <a:gd name="connsiteX11" fmla="*/ 1686024 w 1860733"/>
              <a:gd name="connsiteY11" fmla="*/ 460375 h 1251241"/>
              <a:gd name="connsiteX12" fmla="*/ 1616174 w 1860733"/>
              <a:gd name="connsiteY12" fmla="*/ 492125 h 1251241"/>
              <a:gd name="connsiteX13" fmla="*/ 1587599 w 1860733"/>
              <a:gd name="connsiteY13" fmla="*/ 561975 h 1251241"/>
              <a:gd name="connsiteX14" fmla="*/ 1609824 w 1860733"/>
              <a:gd name="connsiteY14" fmla="*/ 647700 h 1251241"/>
              <a:gd name="connsiteX15" fmla="*/ 1654274 w 1860733"/>
              <a:gd name="connsiteY15" fmla="*/ 727075 h 1251241"/>
              <a:gd name="connsiteX16" fmla="*/ 1752699 w 1860733"/>
              <a:gd name="connsiteY16" fmla="*/ 752475 h 1251241"/>
              <a:gd name="connsiteX17" fmla="*/ 1813024 w 1860733"/>
              <a:gd name="connsiteY17" fmla="*/ 733425 h 1251241"/>
              <a:gd name="connsiteX18" fmla="*/ 1832074 w 1860733"/>
              <a:gd name="connsiteY18" fmla="*/ 692150 h 1251241"/>
              <a:gd name="connsiteX19" fmla="*/ 1860649 w 1860733"/>
              <a:gd name="connsiteY19" fmla="*/ 730250 h 1251241"/>
              <a:gd name="connsiteX20" fmla="*/ 1838424 w 1860733"/>
              <a:gd name="connsiteY20" fmla="*/ 866775 h 1251241"/>
              <a:gd name="connsiteX21" fmla="*/ 1774924 w 1860733"/>
              <a:gd name="connsiteY21" fmla="*/ 1082675 h 1251241"/>
              <a:gd name="connsiteX22" fmla="*/ 1708249 w 1860733"/>
              <a:gd name="connsiteY22" fmla="*/ 1203325 h 1251241"/>
              <a:gd name="connsiteX23" fmla="*/ 1606649 w 1860733"/>
              <a:gd name="connsiteY23" fmla="*/ 1241425 h 1251241"/>
              <a:gd name="connsiteX24" fmla="*/ 1441549 w 1860733"/>
              <a:gd name="connsiteY24" fmla="*/ 1241425 h 1251241"/>
              <a:gd name="connsiteX25" fmla="*/ 870049 w 1860733"/>
              <a:gd name="connsiteY25" fmla="*/ 1241425 h 1251241"/>
              <a:gd name="connsiteX26" fmla="*/ 403324 w 1860733"/>
              <a:gd name="connsiteY26" fmla="*/ 1250950 h 1251241"/>
              <a:gd name="connsiteX27" fmla="*/ 173666 w 1860733"/>
              <a:gd name="connsiteY27" fmla="*/ 1228725 h 1251241"/>
              <a:gd name="connsiteX28" fmla="*/ 76299 w 1860733"/>
              <a:gd name="connsiteY28" fmla="*/ 1136650 h 1251241"/>
              <a:gd name="connsiteX29" fmla="*/ 19149 w 1860733"/>
              <a:gd name="connsiteY29" fmla="*/ 974725 h 1251241"/>
              <a:gd name="connsiteX30" fmla="*/ 99 w 1860733"/>
              <a:gd name="connsiteY30" fmla="*/ 841375 h 1251241"/>
              <a:gd name="connsiteX31" fmla="*/ 25499 w 1860733"/>
              <a:gd name="connsiteY31" fmla="*/ 733425 h 1251241"/>
              <a:gd name="connsiteX32" fmla="*/ 76299 w 1860733"/>
              <a:gd name="connsiteY32" fmla="*/ 777875 h 1251241"/>
              <a:gd name="connsiteX33" fmla="*/ 152499 w 1860733"/>
              <a:gd name="connsiteY33" fmla="*/ 784225 h 1251241"/>
              <a:gd name="connsiteX34" fmla="*/ 215999 w 1860733"/>
              <a:gd name="connsiteY34" fmla="*/ 708025 h 1251241"/>
              <a:gd name="connsiteX35" fmla="*/ 228699 w 1860733"/>
              <a:gd name="connsiteY35" fmla="*/ 584200 h 1251241"/>
              <a:gd name="connsiteX36" fmla="*/ 187424 w 1860733"/>
              <a:gd name="connsiteY36" fmla="*/ 492125 h 1251241"/>
              <a:gd name="connsiteX37" fmla="*/ 92174 w 1860733"/>
              <a:gd name="connsiteY37" fmla="*/ 488950 h 1251241"/>
              <a:gd name="connsiteX38" fmla="*/ 38199 w 1860733"/>
              <a:gd name="connsiteY38" fmla="*/ 523875 h 1251241"/>
              <a:gd name="connsiteX39" fmla="*/ 6449 w 1860733"/>
              <a:gd name="connsiteY39" fmla="*/ 495300 h 1251241"/>
              <a:gd name="connsiteX40" fmla="*/ 15974 w 1860733"/>
              <a:gd name="connsiteY40" fmla="*/ 333375 h 1251241"/>
              <a:gd name="connsiteX41" fmla="*/ 35024 w 1860733"/>
              <a:gd name="connsiteY41" fmla="*/ 200025 h 1251241"/>
              <a:gd name="connsiteX42" fmla="*/ 60424 w 1860733"/>
              <a:gd name="connsiteY42" fmla="*/ 104775 h 1251241"/>
              <a:gd name="connsiteX43" fmla="*/ 79474 w 1860733"/>
              <a:gd name="connsiteY43" fmla="*/ 57150 h 1251241"/>
              <a:gd name="connsiteX44" fmla="*/ 85824 w 1860733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86049 w 1860758"/>
              <a:gd name="connsiteY11" fmla="*/ 460375 h 1251241"/>
              <a:gd name="connsiteX12" fmla="*/ 1616199 w 1860758"/>
              <a:gd name="connsiteY12" fmla="*/ 492125 h 1251241"/>
              <a:gd name="connsiteX13" fmla="*/ 1587624 w 1860758"/>
              <a:gd name="connsiteY13" fmla="*/ 56197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587624 w 1860758"/>
              <a:gd name="connsiteY13" fmla="*/ 56197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15141 w 1860758"/>
              <a:gd name="connsiteY13" fmla="*/ 56832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6416 w 1860758"/>
              <a:gd name="connsiteY15" fmla="*/ 74824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6416 w 1860758"/>
              <a:gd name="connsiteY15" fmla="*/ 74824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79699 w 1860758"/>
              <a:gd name="connsiteY15" fmla="*/ 76729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79699 w 1860758"/>
              <a:gd name="connsiteY15" fmla="*/ 767292 h 1251241"/>
              <a:gd name="connsiteX16" fmla="*/ 1752724 w 1860758"/>
              <a:gd name="connsiteY16" fmla="*/ 752475 h 1251241"/>
              <a:gd name="connsiteX17" fmla="*/ 1800349 w 1860758"/>
              <a:gd name="connsiteY17" fmla="*/ 731308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50490"/>
              <a:gd name="connsiteY0" fmla="*/ 3175 h 1251241"/>
              <a:gd name="connsiteX1" fmla="*/ 927224 w 1850490"/>
              <a:gd name="connsiteY1" fmla="*/ 3175 h 1251241"/>
              <a:gd name="connsiteX2" fmla="*/ 1349499 w 1850490"/>
              <a:gd name="connsiteY2" fmla="*/ 0 h 1251241"/>
              <a:gd name="connsiteX3" fmla="*/ 1533649 w 1850490"/>
              <a:gd name="connsiteY3" fmla="*/ 3175 h 1251241"/>
              <a:gd name="connsiteX4" fmla="*/ 1603499 w 1850490"/>
              <a:gd name="connsiteY4" fmla="*/ 6350 h 1251241"/>
              <a:gd name="connsiteX5" fmla="*/ 1651124 w 1850490"/>
              <a:gd name="connsiteY5" fmla="*/ 25400 h 1251241"/>
              <a:gd name="connsiteX6" fmla="*/ 1720974 w 1850490"/>
              <a:gd name="connsiteY6" fmla="*/ 127000 h 1251241"/>
              <a:gd name="connsiteX7" fmla="*/ 1778124 w 1850490"/>
              <a:gd name="connsiteY7" fmla="*/ 311150 h 1251241"/>
              <a:gd name="connsiteX8" fmla="*/ 1813049 w 1850490"/>
              <a:gd name="connsiteY8" fmla="*/ 434975 h 1251241"/>
              <a:gd name="connsiteX9" fmla="*/ 1813049 w 1850490"/>
              <a:gd name="connsiteY9" fmla="*/ 514350 h 1251241"/>
              <a:gd name="connsiteX10" fmla="*/ 1765424 w 1850490"/>
              <a:gd name="connsiteY10" fmla="*/ 523875 h 1251241"/>
              <a:gd name="connsiteX11" fmla="*/ 1698749 w 1850490"/>
              <a:gd name="connsiteY11" fmla="*/ 485775 h 1251241"/>
              <a:gd name="connsiteX12" fmla="*/ 1616199 w 1850490"/>
              <a:gd name="connsiteY12" fmla="*/ 492125 h 1251241"/>
              <a:gd name="connsiteX13" fmla="*/ 1604558 w 1850490"/>
              <a:gd name="connsiteY13" fmla="*/ 566209 h 1251241"/>
              <a:gd name="connsiteX14" fmla="*/ 1605615 w 1850490"/>
              <a:gd name="connsiteY14" fmla="*/ 677333 h 1251241"/>
              <a:gd name="connsiteX15" fmla="*/ 1679699 w 1850490"/>
              <a:gd name="connsiteY15" fmla="*/ 767292 h 1251241"/>
              <a:gd name="connsiteX16" fmla="*/ 1752724 w 1850490"/>
              <a:gd name="connsiteY16" fmla="*/ 752475 h 1251241"/>
              <a:gd name="connsiteX17" fmla="*/ 1800349 w 1850490"/>
              <a:gd name="connsiteY17" fmla="*/ 731308 h 1251241"/>
              <a:gd name="connsiteX18" fmla="*/ 1832099 w 1850490"/>
              <a:gd name="connsiteY18" fmla="*/ 692150 h 1251241"/>
              <a:gd name="connsiteX19" fmla="*/ 1850090 w 1850490"/>
              <a:gd name="connsiteY19" fmla="*/ 726016 h 1251241"/>
              <a:gd name="connsiteX20" fmla="*/ 1838449 w 1850490"/>
              <a:gd name="connsiteY20" fmla="*/ 866775 h 1251241"/>
              <a:gd name="connsiteX21" fmla="*/ 1774949 w 1850490"/>
              <a:gd name="connsiteY21" fmla="*/ 1082675 h 1251241"/>
              <a:gd name="connsiteX22" fmla="*/ 1708274 w 1850490"/>
              <a:gd name="connsiteY22" fmla="*/ 1203325 h 1251241"/>
              <a:gd name="connsiteX23" fmla="*/ 1606674 w 1850490"/>
              <a:gd name="connsiteY23" fmla="*/ 1241425 h 1251241"/>
              <a:gd name="connsiteX24" fmla="*/ 1441574 w 1850490"/>
              <a:gd name="connsiteY24" fmla="*/ 1241425 h 1251241"/>
              <a:gd name="connsiteX25" fmla="*/ 870074 w 1850490"/>
              <a:gd name="connsiteY25" fmla="*/ 1241425 h 1251241"/>
              <a:gd name="connsiteX26" fmla="*/ 403349 w 1850490"/>
              <a:gd name="connsiteY26" fmla="*/ 1250950 h 1251241"/>
              <a:gd name="connsiteX27" fmla="*/ 173691 w 1850490"/>
              <a:gd name="connsiteY27" fmla="*/ 1228725 h 1251241"/>
              <a:gd name="connsiteX28" fmla="*/ 86908 w 1850490"/>
              <a:gd name="connsiteY28" fmla="*/ 1147233 h 1251241"/>
              <a:gd name="connsiteX29" fmla="*/ 19174 w 1850490"/>
              <a:gd name="connsiteY29" fmla="*/ 974725 h 1251241"/>
              <a:gd name="connsiteX30" fmla="*/ 124 w 1850490"/>
              <a:gd name="connsiteY30" fmla="*/ 841375 h 1251241"/>
              <a:gd name="connsiteX31" fmla="*/ 25524 w 1850490"/>
              <a:gd name="connsiteY31" fmla="*/ 733425 h 1251241"/>
              <a:gd name="connsiteX32" fmla="*/ 76324 w 1850490"/>
              <a:gd name="connsiteY32" fmla="*/ 777875 h 1251241"/>
              <a:gd name="connsiteX33" fmla="*/ 152524 w 1850490"/>
              <a:gd name="connsiteY33" fmla="*/ 784225 h 1251241"/>
              <a:gd name="connsiteX34" fmla="*/ 216024 w 1850490"/>
              <a:gd name="connsiteY34" fmla="*/ 708025 h 1251241"/>
              <a:gd name="connsiteX35" fmla="*/ 228724 w 1850490"/>
              <a:gd name="connsiteY35" fmla="*/ 584200 h 1251241"/>
              <a:gd name="connsiteX36" fmla="*/ 187449 w 1850490"/>
              <a:gd name="connsiteY36" fmla="*/ 492125 h 1251241"/>
              <a:gd name="connsiteX37" fmla="*/ 92199 w 1850490"/>
              <a:gd name="connsiteY37" fmla="*/ 488950 h 1251241"/>
              <a:gd name="connsiteX38" fmla="*/ 38224 w 1850490"/>
              <a:gd name="connsiteY38" fmla="*/ 523875 h 1251241"/>
              <a:gd name="connsiteX39" fmla="*/ 6474 w 1850490"/>
              <a:gd name="connsiteY39" fmla="*/ 495300 h 1251241"/>
              <a:gd name="connsiteX40" fmla="*/ 15999 w 1850490"/>
              <a:gd name="connsiteY40" fmla="*/ 333375 h 1251241"/>
              <a:gd name="connsiteX41" fmla="*/ 35049 w 1850490"/>
              <a:gd name="connsiteY41" fmla="*/ 200025 h 1251241"/>
              <a:gd name="connsiteX42" fmla="*/ 60449 w 1850490"/>
              <a:gd name="connsiteY42" fmla="*/ 104775 h 1251241"/>
              <a:gd name="connsiteX43" fmla="*/ 79499 w 1850490"/>
              <a:gd name="connsiteY43" fmla="*/ 57150 h 1251241"/>
              <a:gd name="connsiteX44" fmla="*/ 85849 w 1850490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65424 w 1850099"/>
              <a:gd name="connsiteY10" fmla="*/ 523875 h 1251241"/>
              <a:gd name="connsiteX11" fmla="*/ 1698749 w 1850099"/>
              <a:gd name="connsiteY11" fmla="*/ 485775 h 1251241"/>
              <a:gd name="connsiteX12" fmla="*/ 1616199 w 1850099"/>
              <a:gd name="connsiteY12" fmla="*/ 4921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65424 w 1850099"/>
              <a:gd name="connsiteY10" fmla="*/ 523875 h 1251241"/>
              <a:gd name="connsiteX11" fmla="*/ 1698749 w 1850099"/>
              <a:gd name="connsiteY11" fmla="*/ 485775 h 1251241"/>
              <a:gd name="connsiteX12" fmla="*/ 1641599 w 1850099"/>
              <a:gd name="connsiteY12" fmla="*/ 5048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78124 w 1850099"/>
              <a:gd name="connsiteY10" fmla="*/ 532342 h 1251241"/>
              <a:gd name="connsiteX11" fmla="*/ 1698749 w 1850099"/>
              <a:gd name="connsiteY11" fmla="*/ 485775 h 1251241"/>
              <a:gd name="connsiteX12" fmla="*/ 1641599 w 1850099"/>
              <a:gd name="connsiteY12" fmla="*/ 5048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2724 w 1850100"/>
              <a:gd name="connsiteY16" fmla="*/ 752475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7449 w 1850100"/>
              <a:gd name="connsiteY36" fmla="*/ 492125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7449 w 1850100"/>
              <a:gd name="connsiteY36" fmla="*/ 492125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28724 w 1850100"/>
              <a:gd name="connsiteY35" fmla="*/ 584200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111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08816 w 1850100"/>
              <a:gd name="connsiteY9" fmla="*/ 501650 h 1251241"/>
              <a:gd name="connsiteX10" fmla="*/ 1778124 w 1850100"/>
              <a:gd name="connsiteY10" fmla="*/ 5111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08816 w 1850100"/>
              <a:gd name="connsiteY9" fmla="*/ 50165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08816 w 1850100"/>
              <a:gd name="connsiteY8" fmla="*/ 411692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281517 h 1251241"/>
              <a:gd name="connsiteX8" fmla="*/ 1808816 w 1850100"/>
              <a:gd name="connsiteY8" fmla="*/ 411692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281517 h 1251241"/>
              <a:gd name="connsiteX8" fmla="*/ 1808816 w 1850100"/>
              <a:gd name="connsiteY8" fmla="*/ 411692 h 1251241"/>
              <a:gd name="connsiteX9" fmla="*/ 1804582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850100" h="1251241">
                <a:moveTo>
                  <a:pt x="85849" y="3175"/>
                </a:moveTo>
                <a:lnTo>
                  <a:pt x="927224" y="3175"/>
                </a:lnTo>
                <a:lnTo>
                  <a:pt x="1349499" y="0"/>
                </a:lnTo>
                <a:cubicBezTo>
                  <a:pt x="1450570" y="0"/>
                  <a:pt x="1491316" y="2117"/>
                  <a:pt x="1533649" y="3175"/>
                </a:cubicBezTo>
                <a:cubicBezTo>
                  <a:pt x="1575982" y="4233"/>
                  <a:pt x="1583920" y="2646"/>
                  <a:pt x="1603499" y="6350"/>
                </a:cubicBezTo>
                <a:cubicBezTo>
                  <a:pt x="1623078" y="10054"/>
                  <a:pt x="1631545" y="5292"/>
                  <a:pt x="1651124" y="25400"/>
                </a:cubicBezTo>
                <a:cubicBezTo>
                  <a:pt x="1670703" y="45508"/>
                  <a:pt x="1699807" y="84314"/>
                  <a:pt x="1720974" y="127000"/>
                </a:cubicBezTo>
                <a:cubicBezTo>
                  <a:pt x="1742141" y="169686"/>
                  <a:pt x="1763484" y="234068"/>
                  <a:pt x="1778124" y="281517"/>
                </a:cubicBezTo>
                <a:cubicBezTo>
                  <a:pt x="1792764" y="328966"/>
                  <a:pt x="1804406" y="378178"/>
                  <a:pt x="1808816" y="411692"/>
                </a:cubicBezTo>
                <a:cubicBezTo>
                  <a:pt x="1813226" y="445206"/>
                  <a:pt x="1810050" y="468136"/>
                  <a:pt x="1804582" y="482600"/>
                </a:cubicBezTo>
                <a:cubicBezTo>
                  <a:pt x="1799114" y="497064"/>
                  <a:pt x="1793646" y="502179"/>
                  <a:pt x="1776007" y="498475"/>
                </a:cubicBezTo>
                <a:cubicBezTo>
                  <a:pt x="1758368" y="494771"/>
                  <a:pt x="1720797" y="463550"/>
                  <a:pt x="1698749" y="460375"/>
                </a:cubicBezTo>
                <a:cubicBezTo>
                  <a:pt x="1676701" y="457200"/>
                  <a:pt x="1659415" y="461786"/>
                  <a:pt x="1643716" y="479425"/>
                </a:cubicBezTo>
                <a:cubicBezTo>
                  <a:pt x="1628017" y="497064"/>
                  <a:pt x="1610908" y="533224"/>
                  <a:pt x="1604558" y="566209"/>
                </a:cubicBezTo>
                <a:cubicBezTo>
                  <a:pt x="1598208" y="599194"/>
                  <a:pt x="1593092" y="643819"/>
                  <a:pt x="1605615" y="677333"/>
                </a:cubicBezTo>
                <a:cubicBezTo>
                  <a:pt x="1618138" y="710847"/>
                  <a:pt x="1654475" y="754063"/>
                  <a:pt x="1679699" y="767292"/>
                </a:cubicBezTo>
                <a:cubicBezTo>
                  <a:pt x="1704923" y="780521"/>
                  <a:pt x="1737907" y="763059"/>
                  <a:pt x="1756957" y="756709"/>
                </a:cubicBezTo>
                <a:cubicBezTo>
                  <a:pt x="1776007" y="750359"/>
                  <a:pt x="1781475" y="739951"/>
                  <a:pt x="1793999" y="729191"/>
                </a:cubicBezTo>
                <a:cubicBezTo>
                  <a:pt x="1806523" y="718431"/>
                  <a:pt x="1822751" y="692679"/>
                  <a:pt x="1832099" y="692150"/>
                </a:cubicBezTo>
                <a:cubicBezTo>
                  <a:pt x="1841448" y="691621"/>
                  <a:pt x="1850443" y="697265"/>
                  <a:pt x="1850090" y="726016"/>
                </a:cubicBezTo>
                <a:cubicBezTo>
                  <a:pt x="1849737" y="754767"/>
                  <a:pt x="1842506" y="805216"/>
                  <a:pt x="1829983" y="864659"/>
                </a:cubicBezTo>
                <a:cubicBezTo>
                  <a:pt x="1817460" y="924102"/>
                  <a:pt x="1795234" y="1026231"/>
                  <a:pt x="1774949" y="1082675"/>
                </a:cubicBezTo>
                <a:cubicBezTo>
                  <a:pt x="1754664" y="1139119"/>
                  <a:pt x="1736320" y="1176867"/>
                  <a:pt x="1708274" y="1203325"/>
                </a:cubicBezTo>
                <a:cubicBezTo>
                  <a:pt x="1680228" y="1229783"/>
                  <a:pt x="1651124" y="1235075"/>
                  <a:pt x="1606674" y="1241425"/>
                </a:cubicBezTo>
                <a:cubicBezTo>
                  <a:pt x="1562224" y="1247775"/>
                  <a:pt x="1441574" y="1241425"/>
                  <a:pt x="1441574" y="1241425"/>
                </a:cubicBezTo>
                <a:lnTo>
                  <a:pt x="870074" y="1241425"/>
                </a:lnTo>
                <a:cubicBezTo>
                  <a:pt x="697037" y="1243012"/>
                  <a:pt x="519413" y="1253067"/>
                  <a:pt x="403349" y="1250950"/>
                </a:cubicBezTo>
                <a:cubicBezTo>
                  <a:pt x="287285" y="1248833"/>
                  <a:pt x="226431" y="1246011"/>
                  <a:pt x="173691" y="1228725"/>
                </a:cubicBezTo>
                <a:cubicBezTo>
                  <a:pt x="120951" y="1211439"/>
                  <a:pt x="112661" y="1189566"/>
                  <a:pt x="86908" y="1147233"/>
                </a:cubicBezTo>
                <a:cubicBezTo>
                  <a:pt x="61155" y="1104900"/>
                  <a:pt x="33638" y="1025701"/>
                  <a:pt x="19174" y="974725"/>
                </a:cubicBezTo>
                <a:cubicBezTo>
                  <a:pt x="4710" y="923749"/>
                  <a:pt x="-934" y="881592"/>
                  <a:pt x="124" y="841375"/>
                </a:cubicBezTo>
                <a:cubicBezTo>
                  <a:pt x="1182" y="801158"/>
                  <a:pt x="12824" y="744008"/>
                  <a:pt x="25524" y="733425"/>
                </a:cubicBezTo>
                <a:cubicBezTo>
                  <a:pt x="38224" y="722842"/>
                  <a:pt x="55157" y="769408"/>
                  <a:pt x="76324" y="777875"/>
                </a:cubicBezTo>
                <a:cubicBezTo>
                  <a:pt x="97491" y="786342"/>
                  <a:pt x="130299" y="796219"/>
                  <a:pt x="152524" y="784225"/>
                </a:cubicBezTo>
                <a:cubicBezTo>
                  <a:pt x="174749" y="772231"/>
                  <a:pt x="205089" y="737835"/>
                  <a:pt x="209675" y="705908"/>
                </a:cubicBezTo>
                <a:cubicBezTo>
                  <a:pt x="214261" y="673981"/>
                  <a:pt x="228901" y="639585"/>
                  <a:pt x="230841" y="605366"/>
                </a:cubicBezTo>
                <a:cubicBezTo>
                  <a:pt x="232781" y="571147"/>
                  <a:pt x="206323" y="519994"/>
                  <a:pt x="183216" y="500591"/>
                </a:cubicBezTo>
                <a:cubicBezTo>
                  <a:pt x="160109" y="481188"/>
                  <a:pt x="116364" y="485069"/>
                  <a:pt x="92199" y="488950"/>
                </a:cubicBezTo>
                <a:cubicBezTo>
                  <a:pt x="68034" y="492831"/>
                  <a:pt x="52511" y="522817"/>
                  <a:pt x="38224" y="523875"/>
                </a:cubicBezTo>
                <a:cubicBezTo>
                  <a:pt x="23937" y="524933"/>
                  <a:pt x="10178" y="527050"/>
                  <a:pt x="6474" y="495300"/>
                </a:cubicBezTo>
                <a:cubicBezTo>
                  <a:pt x="2770" y="463550"/>
                  <a:pt x="11236" y="382588"/>
                  <a:pt x="15999" y="333375"/>
                </a:cubicBezTo>
                <a:cubicBezTo>
                  <a:pt x="20761" y="284163"/>
                  <a:pt x="27641" y="238125"/>
                  <a:pt x="35049" y="200025"/>
                </a:cubicBezTo>
                <a:cubicBezTo>
                  <a:pt x="42457" y="161925"/>
                  <a:pt x="53041" y="128588"/>
                  <a:pt x="60449" y="104775"/>
                </a:cubicBezTo>
                <a:cubicBezTo>
                  <a:pt x="67857" y="80963"/>
                  <a:pt x="75795" y="68262"/>
                  <a:pt x="79499" y="57150"/>
                </a:cubicBezTo>
                <a:cubicBezTo>
                  <a:pt x="83203" y="46038"/>
                  <a:pt x="82938" y="42069"/>
                  <a:pt x="85849" y="3175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767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28AE5-D437-FFA4-0F04-F4CEECCB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1E67727-BB53-2690-5A29-95CA96DAE380}"/>
              </a:ext>
            </a:extLst>
          </p:cNvPr>
          <p:cNvSpPr/>
          <p:nvPr/>
        </p:nvSpPr>
        <p:spPr>
          <a:xfrm>
            <a:off x="67623" y="4294267"/>
            <a:ext cx="1740798" cy="1266215"/>
          </a:xfrm>
          <a:custGeom>
            <a:avLst/>
            <a:gdLst>
              <a:gd name="connsiteX0" fmla="*/ 66166 w 1794153"/>
              <a:gd name="connsiteY0" fmla="*/ 2758 h 1262174"/>
              <a:gd name="connsiteX1" fmla="*/ 963633 w 1794153"/>
              <a:gd name="connsiteY1" fmla="*/ 15458 h 1262174"/>
              <a:gd name="connsiteX2" fmla="*/ 1509733 w 1794153"/>
              <a:gd name="connsiteY2" fmla="*/ 2758 h 1262174"/>
              <a:gd name="connsiteX3" fmla="*/ 1670600 w 1794153"/>
              <a:gd name="connsiteY3" fmla="*/ 23924 h 1262174"/>
              <a:gd name="connsiteX4" fmla="*/ 1725633 w 1794153"/>
              <a:gd name="connsiteY4" fmla="*/ 167858 h 1262174"/>
              <a:gd name="connsiteX5" fmla="*/ 1759500 w 1794153"/>
              <a:gd name="connsiteY5" fmla="*/ 341424 h 1262174"/>
              <a:gd name="connsiteX6" fmla="*/ 1784900 w 1794153"/>
              <a:gd name="connsiteY6" fmla="*/ 459958 h 1262174"/>
              <a:gd name="connsiteX7" fmla="*/ 1789133 w 1794153"/>
              <a:gd name="connsiteY7" fmla="*/ 561558 h 1262174"/>
              <a:gd name="connsiteX8" fmla="*/ 1717166 w 1794153"/>
              <a:gd name="connsiteY8" fmla="*/ 536158 h 1262174"/>
              <a:gd name="connsiteX9" fmla="*/ 1619800 w 1794153"/>
              <a:gd name="connsiteY9" fmla="*/ 519224 h 1262174"/>
              <a:gd name="connsiteX10" fmla="*/ 1577466 w 1794153"/>
              <a:gd name="connsiteY10" fmla="*/ 603891 h 1262174"/>
              <a:gd name="connsiteX11" fmla="*/ 1573233 w 1794153"/>
              <a:gd name="connsiteY11" fmla="*/ 718191 h 1262174"/>
              <a:gd name="connsiteX12" fmla="*/ 1624033 w 1794153"/>
              <a:gd name="connsiteY12" fmla="*/ 794391 h 1262174"/>
              <a:gd name="connsiteX13" fmla="*/ 1696000 w 1794153"/>
              <a:gd name="connsiteY13" fmla="*/ 819791 h 1262174"/>
              <a:gd name="connsiteX14" fmla="*/ 1763733 w 1794153"/>
              <a:gd name="connsiteY14" fmla="*/ 773224 h 1262174"/>
              <a:gd name="connsiteX15" fmla="*/ 1746800 w 1794153"/>
              <a:gd name="connsiteY15" fmla="*/ 1001824 h 1262174"/>
              <a:gd name="connsiteX16" fmla="*/ 1687533 w 1794153"/>
              <a:gd name="connsiteY16" fmla="*/ 1141524 h 1262174"/>
              <a:gd name="connsiteX17" fmla="*/ 1619800 w 1794153"/>
              <a:gd name="connsiteY17" fmla="*/ 1221958 h 1262174"/>
              <a:gd name="connsiteX18" fmla="*/ 1543600 w 1794153"/>
              <a:gd name="connsiteY18" fmla="*/ 1243124 h 1262174"/>
              <a:gd name="connsiteX19" fmla="*/ 1099100 w 1794153"/>
              <a:gd name="connsiteY19" fmla="*/ 1260058 h 1262174"/>
              <a:gd name="connsiteX20" fmla="*/ 612266 w 1794153"/>
              <a:gd name="connsiteY20" fmla="*/ 1260058 h 1262174"/>
              <a:gd name="connsiteX21" fmla="*/ 294766 w 1794153"/>
              <a:gd name="connsiteY21" fmla="*/ 1243124 h 1262174"/>
              <a:gd name="connsiteX22" fmla="*/ 150833 w 1794153"/>
              <a:gd name="connsiteY22" fmla="*/ 1230424 h 1262174"/>
              <a:gd name="connsiteX23" fmla="*/ 87333 w 1794153"/>
              <a:gd name="connsiteY23" fmla="*/ 1149991 h 1262174"/>
              <a:gd name="connsiteX24" fmla="*/ 61933 w 1794153"/>
              <a:gd name="connsiteY24" fmla="*/ 925624 h 1262174"/>
              <a:gd name="connsiteX25" fmla="*/ 53466 w 1794153"/>
              <a:gd name="connsiteY25" fmla="*/ 616591 h 1262174"/>
              <a:gd name="connsiteX26" fmla="*/ 57700 w 1794153"/>
              <a:gd name="connsiteY26" fmla="*/ 392224 h 1262174"/>
              <a:gd name="connsiteX27" fmla="*/ 66166 w 1794153"/>
              <a:gd name="connsiteY27" fmla="*/ 189024 h 1262174"/>
              <a:gd name="connsiteX28" fmla="*/ 66166 w 1794153"/>
              <a:gd name="connsiteY28" fmla="*/ 78958 h 1262174"/>
              <a:gd name="connsiteX29" fmla="*/ 66166 w 1794153"/>
              <a:gd name="connsiteY29" fmla="*/ 2758 h 1262174"/>
              <a:gd name="connsiteX0" fmla="*/ 66166 w 1794153"/>
              <a:gd name="connsiteY0" fmla="*/ 2758 h 1262174"/>
              <a:gd name="connsiteX1" fmla="*/ 963633 w 1794153"/>
              <a:gd name="connsiteY1" fmla="*/ 15458 h 1262174"/>
              <a:gd name="connsiteX2" fmla="*/ 1509733 w 1794153"/>
              <a:gd name="connsiteY2" fmla="*/ 2758 h 1262174"/>
              <a:gd name="connsiteX3" fmla="*/ 1670600 w 1794153"/>
              <a:gd name="connsiteY3" fmla="*/ 23924 h 1262174"/>
              <a:gd name="connsiteX4" fmla="*/ 1725633 w 1794153"/>
              <a:gd name="connsiteY4" fmla="*/ 167858 h 1262174"/>
              <a:gd name="connsiteX5" fmla="*/ 1759500 w 1794153"/>
              <a:gd name="connsiteY5" fmla="*/ 341424 h 1262174"/>
              <a:gd name="connsiteX6" fmla="*/ 1784900 w 1794153"/>
              <a:gd name="connsiteY6" fmla="*/ 459958 h 1262174"/>
              <a:gd name="connsiteX7" fmla="*/ 1789133 w 1794153"/>
              <a:gd name="connsiteY7" fmla="*/ 561558 h 1262174"/>
              <a:gd name="connsiteX8" fmla="*/ 1717166 w 1794153"/>
              <a:gd name="connsiteY8" fmla="*/ 536158 h 1262174"/>
              <a:gd name="connsiteX9" fmla="*/ 1627738 w 1794153"/>
              <a:gd name="connsiteY9" fmla="*/ 523987 h 1262174"/>
              <a:gd name="connsiteX10" fmla="*/ 1577466 w 1794153"/>
              <a:gd name="connsiteY10" fmla="*/ 603891 h 1262174"/>
              <a:gd name="connsiteX11" fmla="*/ 1573233 w 1794153"/>
              <a:gd name="connsiteY11" fmla="*/ 718191 h 1262174"/>
              <a:gd name="connsiteX12" fmla="*/ 1624033 w 1794153"/>
              <a:gd name="connsiteY12" fmla="*/ 794391 h 1262174"/>
              <a:gd name="connsiteX13" fmla="*/ 1696000 w 1794153"/>
              <a:gd name="connsiteY13" fmla="*/ 819791 h 1262174"/>
              <a:gd name="connsiteX14" fmla="*/ 1763733 w 1794153"/>
              <a:gd name="connsiteY14" fmla="*/ 773224 h 1262174"/>
              <a:gd name="connsiteX15" fmla="*/ 1746800 w 1794153"/>
              <a:gd name="connsiteY15" fmla="*/ 1001824 h 1262174"/>
              <a:gd name="connsiteX16" fmla="*/ 1687533 w 1794153"/>
              <a:gd name="connsiteY16" fmla="*/ 1141524 h 1262174"/>
              <a:gd name="connsiteX17" fmla="*/ 1619800 w 1794153"/>
              <a:gd name="connsiteY17" fmla="*/ 1221958 h 1262174"/>
              <a:gd name="connsiteX18" fmla="*/ 1543600 w 1794153"/>
              <a:gd name="connsiteY18" fmla="*/ 1243124 h 1262174"/>
              <a:gd name="connsiteX19" fmla="*/ 1099100 w 1794153"/>
              <a:gd name="connsiteY19" fmla="*/ 1260058 h 1262174"/>
              <a:gd name="connsiteX20" fmla="*/ 612266 w 1794153"/>
              <a:gd name="connsiteY20" fmla="*/ 1260058 h 1262174"/>
              <a:gd name="connsiteX21" fmla="*/ 294766 w 1794153"/>
              <a:gd name="connsiteY21" fmla="*/ 1243124 h 1262174"/>
              <a:gd name="connsiteX22" fmla="*/ 150833 w 1794153"/>
              <a:gd name="connsiteY22" fmla="*/ 1230424 h 1262174"/>
              <a:gd name="connsiteX23" fmla="*/ 87333 w 1794153"/>
              <a:gd name="connsiteY23" fmla="*/ 1149991 h 1262174"/>
              <a:gd name="connsiteX24" fmla="*/ 61933 w 1794153"/>
              <a:gd name="connsiteY24" fmla="*/ 925624 h 1262174"/>
              <a:gd name="connsiteX25" fmla="*/ 53466 w 1794153"/>
              <a:gd name="connsiteY25" fmla="*/ 616591 h 1262174"/>
              <a:gd name="connsiteX26" fmla="*/ 57700 w 1794153"/>
              <a:gd name="connsiteY26" fmla="*/ 392224 h 1262174"/>
              <a:gd name="connsiteX27" fmla="*/ 66166 w 1794153"/>
              <a:gd name="connsiteY27" fmla="*/ 189024 h 1262174"/>
              <a:gd name="connsiteX28" fmla="*/ 66166 w 1794153"/>
              <a:gd name="connsiteY28" fmla="*/ 78958 h 1262174"/>
              <a:gd name="connsiteX29" fmla="*/ 66166 w 1794153"/>
              <a:gd name="connsiteY29" fmla="*/ 2758 h 1262174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2111 h 1272639"/>
              <a:gd name="connsiteX1" fmla="*/ 910278 w 1740798"/>
              <a:gd name="connsiteY1" fmla="*/ 25923 h 1272639"/>
              <a:gd name="connsiteX2" fmla="*/ 1456378 w 1740798"/>
              <a:gd name="connsiteY2" fmla="*/ 13223 h 1272639"/>
              <a:gd name="connsiteX3" fmla="*/ 1617245 w 1740798"/>
              <a:gd name="connsiteY3" fmla="*/ 34389 h 1272639"/>
              <a:gd name="connsiteX4" fmla="*/ 1672278 w 1740798"/>
              <a:gd name="connsiteY4" fmla="*/ 178323 h 1272639"/>
              <a:gd name="connsiteX5" fmla="*/ 1706145 w 1740798"/>
              <a:gd name="connsiteY5" fmla="*/ 351889 h 1272639"/>
              <a:gd name="connsiteX6" fmla="*/ 1731545 w 1740798"/>
              <a:gd name="connsiteY6" fmla="*/ 470423 h 1272639"/>
              <a:gd name="connsiteX7" fmla="*/ 1735778 w 1740798"/>
              <a:gd name="connsiteY7" fmla="*/ 572023 h 1272639"/>
              <a:gd name="connsiteX8" fmla="*/ 1663811 w 1740798"/>
              <a:gd name="connsiteY8" fmla="*/ 546623 h 1272639"/>
              <a:gd name="connsiteX9" fmla="*/ 1574383 w 1740798"/>
              <a:gd name="connsiteY9" fmla="*/ 534452 h 1272639"/>
              <a:gd name="connsiteX10" fmla="*/ 1524111 w 1740798"/>
              <a:gd name="connsiteY10" fmla="*/ 614356 h 1272639"/>
              <a:gd name="connsiteX11" fmla="*/ 1519878 w 1740798"/>
              <a:gd name="connsiteY11" fmla="*/ 728656 h 1272639"/>
              <a:gd name="connsiteX12" fmla="*/ 1570678 w 1740798"/>
              <a:gd name="connsiteY12" fmla="*/ 804856 h 1272639"/>
              <a:gd name="connsiteX13" fmla="*/ 1642645 w 1740798"/>
              <a:gd name="connsiteY13" fmla="*/ 830256 h 1272639"/>
              <a:gd name="connsiteX14" fmla="*/ 1710378 w 1740798"/>
              <a:gd name="connsiteY14" fmla="*/ 783689 h 1272639"/>
              <a:gd name="connsiteX15" fmla="*/ 1693445 w 1740798"/>
              <a:gd name="connsiteY15" fmla="*/ 1012289 h 1272639"/>
              <a:gd name="connsiteX16" fmla="*/ 1634178 w 1740798"/>
              <a:gd name="connsiteY16" fmla="*/ 1151989 h 1272639"/>
              <a:gd name="connsiteX17" fmla="*/ 1566445 w 1740798"/>
              <a:gd name="connsiteY17" fmla="*/ 1232423 h 1272639"/>
              <a:gd name="connsiteX18" fmla="*/ 1490245 w 1740798"/>
              <a:gd name="connsiteY18" fmla="*/ 1253589 h 1272639"/>
              <a:gd name="connsiteX19" fmla="*/ 1045745 w 1740798"/>
              <a:gd name="connsiteY19" fmla="*/ 1270523 h 1272639"/>
              <a:gd name="connsiteX20" fmla="*/ 558911 w 1740798"/>
              <a:gd name="connsiteY20" fmla="*/ 1270523 h 1272639"/>
              <a:gd name="connsiteX21" fmla="*/ 241411 w 1740798"/>
              <a:gd name="connsiteY21" fmla="*/ 1253589 h 1272639"/>
              <a:gd name="connsiteX22" fmla="*/ 97478 w 1740798"/>
              <a:gd name="connsiteY22" fmla="*/ 1240889 h 1272639"/>
              <a:gd name="connsiteX23" fmla="*/ 33978 w 1740798"/>
              <a:gd name="connsiteY23" fmla="*/ 1160456 h 1272639"/>
              <a:gd name="connsiteX24" fmla="*/ 8578 w 1740798"/>
              <a:gd name="connsiteY24" fmla="*/ 936089 h 1272639"/>
              <a:gd name="connsiteX25" fmla="*/ 111 w 1740798"/>
              <a:gd name="connsiteY25" fmla="*/ 627056 h 1272639"/>
              <a:gd name="connsiteX26" fmla="*/ 4345 w 1740798"/>
              <a:gd name="connsiteY26" fmla="*/ 402689 h 1272639"/>
              <a:gd name="connsiteX27" fmla="*/ 12811 w 1740798"/>
              <a:gd name="connsiteY27" fmla="*/ 199489 h 1272639"/>
              <a:gd name="connsiteX28" fmla="*/ 12811 w 1740798"/>
              <a:gd name="connsiteY28" fmla="*/ 89423 h 1272639"/>
              <a:gd name="connsiteX29" fmla="*/ 123936 w 1740798"/>
              <a:gd name="connsiteY29" fmla="*/ 2111 h 1272639"/>
              <a:gd name="connsiteX0" fmla="*/ 123936 w 1740798"/>
              <a:gd name="connsiteY0" fmla="*/ 4458 h 1274986"/>
              <a:gd name="connsiteX1" fmla="*/ 910278 w 1740798"/>
              <a:gd name="connsiteY1" fmla="*/ 13030 h 1274986"/>
              <a:gd name="connsiteX2" fmla="*/ 1456378 w 1740798"/>
              <a:gd name="connsiteY2" fmla="*/ 15570 h 1274986"/>
              <a:gd name="connsiteX3" fmla="*/ 1617245 w 1740798"/>
              <a:gd name="connsiteY3" fmla="*/ 36736 h 1274986"/>
              <a:gd name="connsiteX4" fmla="*/ 1672278 w 1740798"/>
              <a:gd name="connsiteY4" fmla="*/ 180670 h 1274986"/>
              <a:gd name="connsiteX5" fmla="*/ 1706145 w 1740798"/>
              <a:gd name="connsiteY5" fmla="*/ 354236 h 1274986"/>
              <a:gd name="connsiteX6" fmla="*/ 1731545 w 1740798"/>
              <a:gd name="connsiteY6" fmla="*/ 472770 h 1274986"/>
              <a:gd name="connsiteX7" fmla="*/ 1735778 w 1740798"/>
              <a:gd name="connsiteY7" fmla="*/ 574370 h 1274986"/>
              <a:gd name="connsiteX8" fmla="*/ 1663811 w 1740798"/>
              <a:gd name="connsiteY8" fmla="*/ 548970 h 1274986"/>
              <a:gd name="connsiteX9" fmla="*/ 1574383 w 1740798"/>
              <a:gd name="connsiteY9" fmla="*/ 536799 h 1274986"/>
              <a:gd name="connsiteX10" fmla="*/ 1524111 w 1740798"/>
              <a:gd name="connsiteY10" fmla="*/ 616703 h 1274986"/>
              <a:gd name="connsiteX11" fmla="*/ 1519878 w 1740798"/>
              <a:gd name="connsiteY11" fmla="*/ 731003 h 1274986"/>
              <a:gd name="connsiteX12" fmla="*/ 1570678 w 1740798"/>
              <a:gd name="connsiteY12" fmla="*/ 807203 h 1274986"/>
              <a:gd name="connsiteX13" fmla="*/ 1642645 w 1740798"/>
              <a:gd name="connsiteY13" fmla="*/ 832603 h 1274986"/>
              <a:gd name="connsiteX14" fmla="*/ 1710378 w 1740798"/>
              <a:gd name="connsiteY14" fmla="*/ 786036 h 1274986"/>
              <a:gd name="connsiteX15" fmla="*/ 1693445 w 1740798"/>
              <a:gd name="connsiteY15" fmla="*/ 1014636 h 1274986"/>
              <a:gd name="connsiteX16" fmla="*/ 1634178 w 1740798"/>
              <a:gd name="connsiteY16" fmla="*/ 1154336 h 1274986"/>
              <a:gd name="connsiteX17" fmla="*/ 1566445 w 1740798"/>
              <a:gd name="connsiteY17" fmla="*/ 1234770 h 1274986"/>
              <a:gd name="connsiteX18" fmla="*/ 1490245 w 1740798"/>
              <a:gd name="connsiteY18" fmla="*/ 1255936 h 1274986"/>
              <a:gd name="connsiteX19" fmla="*/ 1045745 w 1740798"/>
              <a:gd name="connsiteY19" fmla="*/ 1272870 h 1274986"/>
              <a:gd name="connsiteX20" fmla="*/ 558911 w 1740798"/>
              <a:gd name="connsiteY20" fmla="*/ 1272870 h 1274986"/>
              <a:gd name="connsiteX21" fmla="*/ 241411 w 1740798"/>
              <a:gd name="connsiteY21" fmla="*/ 1255936 h 1274986"/>
              <a:gd name="connsiteX22" fmla="*/ 97478 w 1740798"/>
              <a:gd name="connsiteY22" fmla="*/ 1243236 h 1274986"/>
              <a:gd name="connsiteX23" fmla="*/ 33978 w 1740798"/>
              <a:gd name="connsiteY23" fmla="*/ 1162803 h 1274986"/>
              <a:gd name="connsiteX24" fmla="*/ 8578 w 1740798"/>
              <a:gd name="connsiteY24" fmla="*/ 938436 h 1274986"/>
              <a:gd name="connsiteX25" fmla="*/ 111 w 1740798"/>
              <a:gd name="connsiteY25" fmla="*/ 629403 h 1274986"/>
              <a:gd name="connsiteX26" fmla="*/ 4345 w 1740798"/>
              <a:gd name="connsiteY26" fmla="*/ 405036 h 1274986"/>
              <a:gd name="connsiteX27" fmla="*/ 12811 w 1740798"/>
              <a:gd name="connsiteY27" fmla="*/ 201836 h 1274986"/>
              <a:gd name="connsiteX28" fmla="*/ 12811 w 1740798"/>
              <a:gd name="connsiteY28" fmla="*/ 91770 h 1274986"/>
              <a:gd name="connsiteX29" fmla="*/ 123936 w 1740798"/>
              <a:gd name="connsiteY29" fmla="*/ 4458 h 1274986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12811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29745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6315 h 1266683"/>
              <a:gd name="connsiteX1" fmla="*/ 910278 w 1740798"/>
              <a:gd name="connsiteY1" fmla="*/ 4727 h 1266683"/>
              <a:gd name="connsiteX2" fmla="*/ 1456378 w 1740798"/>
              <a:gd name="connsiteY2" fmla="*/ 7267 h 1266683"/>
              <a:gd name="connsiteX3" fmla="*/ 1617245 w 1740798"/>
              <a:gd name="connsiteY3" fmla="*/ 28433 h 1266683"/>
              <a:gd name="connsiteX4" fmla="*/ 1672278 w 1740798"/>
              <a:gd name="connsiteY4" fmla="*/ 172367 h 1266683"/>
              <a:gd name="connsiteX5" fmla="*/ 1706145 w 1740798"/>
              <a:gd name="connsiteY5" fmla="*/ 345933 h 1266683"/>
              <a:gd name="connsiteX6" fmla="*/ 1731545 w 1740798"/>
              <a:gd name="connsiteY6" fmla="*/ 464467 h 1266683"/>
              <a:gd name="connsiteX7" fmla="*/ 1735778 w 1740798"/>
              <a:gd name="connsiteY7" fmla="*/ 566067 h 1266683"/>
              <a:gd name="connsiteX8" fmla="*/ 1663811 w 1740798"/>
              <a:gd name="connsiteY8" fmla="*/ 540667 h 1266683"/>
              <a:gd name="connsiteX9" fmla="*/ 1574383 w 1740798"/>
              <a:gd name="connsiteY9" fmla="*/ 528496 h 1266683"/>
              <a:gd name="connsiteX10" fmla="*/ 1524111 w 1740798"/>
              <a:gd name="connsiteY10" fmla="*/ 608400 h 1266683"/>
              <a:gd name="connsiteX11" fmla="*/ 1519878 w 1740798"/>
              <a:gd name="connsiteY11" fmla="*/ 722700 h 1266683"/>
              <a:gd name="connsiteX12" fmla="*/ 1570678 w 1740798"/>
              <a:gd name="connsiteY12" fmla="*/ 798900 h 1266683"/>
              <a:gd name="connsiteX13" fmla="*/ 1642645 w 1740798"/>
              <a:gd name="connsiteY13" fmla="*/ 824300 h 1266683"/>
              <a:gd name="connsiteX14" fmla="*/ 1710378 w 1740798"/>
              <a:gd name="connsiteY14" fmla="*/ 777733 h 1266683"/>
              <a:gd name="connsiteX15" fmla="*/ 1693445 w 1740798"/>
              <a:gd name="connsiteY15" fmla="*/ 1006333 h 1266683"/>
              <a:gd name="connsiteX16" fmla="*/ 1634178 w 1740798"/>
              <a:gd name="connsiteY16" fmla="*/ 1146033 h 1266683"/>
              <a:gd name="connsiteX17" fmla="*/ 1566445 w 1740798"/>
              <a:gd name="connsiteY17" fmla="*/ 1226467 h 1266683"/>
              <a:gd name="connsiteX18" fmla="*/ 1490245 w 1740798"/>
              <a:gd name="connsiteY18" fmla="*/ 1247633 h 1266683"/>
              <a:gd name="connsiteX19" fmla="*/ 1045745 w 1740798"/>
              <a:gd name="connsiteY19" fmla="*/ 1264567 h 1266683"/>
              <a:gd name="connsiteX20" fmla="*/ 558911 w 1740798"/>
              <a:gd name="connsiteY20" fmla="*/ 1264567 h 1266683"/>
              <a:gd name="connsiteX21" fmla="*/ 241411 w 1740798"/>
              <a:gd name="connsiteY21" fmla="*/ 1247633 h 1266683"/>
              <a:gd name="connsiteX22" fmla="*/ 97478 w 1740798"/>
              <a:gd name="connsiteY22" fmla="*/ 1234933 h 1266683"/>
              <a:gd name="connsiteX23" fmla="*/ 33978 w 1740798"/>
              <a:gd name="connsiteY23" fmla="*/ 1154500 h 1266683"/>
              <a:gd name="connsiteX24" fmla="*/ 8578 w 1740798"/>
              <a:gd name="connsiteY24" fmla="*/ 930133 h 1266683"/>
              <a:gd name="connsiteX25" fmla="*/ 111 w 1740798"/>
              <a:gd name="connsiteY25" fmla="*/ 621100 h 1266683"/>
              <a:gd name="connsiteX26" fmla="*/ 4345 w 1740798"/>
              <a:gd name="connsiteY26" fmla="*/ 396733 h 1266683"/>
              <a:gd name="connsiteX27" fmla="*/ 12811 w 1740798"/>
              <a:gd name="connsiteY27" fmla="*/ 193533 h 1266683"/>
              <a:gd name="connsiteX28" fmla="*/ 29745 w 1740798"/>
              <a:gd name="connsiteY28" fmla="*/ 83467 h 1266683"/>
              <a:gd name="connsiteX29" fmla="*/ 139176 w 1740798"/>
              <a:gd name="connsiteY29" fmla="*/ 6315 h 1266683"/>
              <a:gd name="connsiteX0" fmla="*/ 139176 w 1740798"/>
              <a:gd name="connsiteY0" fmla="*/ 5227 h 1265595"/>
              <a:gd name="connsiteX1" fmla="*/ 910278 w 1740798"/>
              <a:gd name="connsiteY1" fmla="*/ 3639 h 1265595"/>
              <a:gd name="connsiteX2" fmla="*/ 1456378 w 1740798"/>
              <a:gd name="connsiteY2" fmla="*/ 6179 h 1265595"/>
              <a:gd name="connsiteX3" fmla="*/ 1617245 w 1740798"/>
              <a:gd name="connsiteY3" fmla="*/ 27345 h 1265595"/>
              <a:gd name="connsiteX4" fmla="*/ 1672278 w 1740798"/>
              <a:gd name="connsiteY4" fmla="*/ 171279 h 1265595"/>
              <a:gd name="connsiteX5" fmla="*/ 1706145 w 1740798"/>
              <a:gd name="connsiteY5" fmla="*/ 344845 h 1265595"/>
              <a:gd name="connsiteX6" fmla="*/ 1731545 w 1740798"/>
              <a:gd name="connsiteY6" fmla="*/ 463379 h 1265595"/>
              <a:gd name="connsiteX7" fmla="*/ 1735778 w 1740798"/>
              <a:gd name="connsiteY7" fmla="*/ 564979 h 1265595"/>
              <a:gd name="connsiteX8" fmla="*/ 1663811 w 1740798"/>
              <a:gd name="connsiteY8" fmla="*/ 539579 h 1265595"/>
              <a:gd name="connsiteX9" fmla="*/ 1574383 w 1740798"/>
              <a:gd name="connsiteY9" fmla="*/ 527408 h 1265595"/>
              <a:gd name="connsiteX10" fmla="*/ 1524111 w 1740798"/>
              <a:gd name="connsiteY10" fmla="*/ 607312 h 1265595"/>
              <a:gd name="connsiteX11" fmla="*/ 1519878 w 1740798"/>
              <a:gd name="connsiteY11" fmla="*/ 721612 h 1265595"/>
              <a:gd name="connsiteX12" fmla="*/ 1570678 w 1740798"/>
              <a:gd name="connsiteY12" fmla="*/ 797812 h 1265595"/>
              <a:gd name="connsiteX13" fmla="*/ 1642645 w 1740798"/>
              <a:gd name="connsiteY13" fmla="*/ 823212 h 1265595"/>
              <a:gd name="connsiteX14" fmla="*/ 1710378 w 1740798"/>
              <a:gd name="connsiteY14" fmla="*/ 776645 h 1265595"/>
              <a:gd name="connsiteX15" fmla="*/ 1693445 w 1740798"/>
              <a:gd name="connsiteY15" fmla="*/ 1005245 h 1265595"/>
              <a:gd name="connsiteX16" fmla="*/ 1634178 w 1740798"/>
              <a:gd name="connsiteY16" fmla="*/ 1144945 h 1265595"/>
              <a:gd name="connsiteX17" fmla="*/ 1566445 w 1740798"/>
              <a:gd name="connsiteY17" fmla="*/ 1225379 h 1265595"/>
              <a:gd name="connsiteX18" fmla="*/ 1490245 w 1740798"/>
              <a:gd name="connsiteY18" fmla="*/ 1246545 h 1265595"/>
              <a:gd name="connsiteX19" fmla="*/ 1045745 w 1740798"/>
              <a:gd name="connsiteY19" fmla="*/ 1263479 h 1265595"/>
              <a:gd name="connsiteX20" fmla="*/ 558911 w 1740798"/>
              <a:gd name="connsiteY20" fmla="*/ 1263479 h 1265595"/>
              <a:gd name="connsiteX21" fmla="*/ 241411 w 1740798"/>
              <a:gd name="connsiteY21" fmla="*/ 1246545 h 1265595"/>
              <a:gd name="connsiteX22" fmla="*/ 97478 w 1740798"/>
              <a:gd name="connsiteY22" fmla="*/ 1233845 h 1265595"/>
              <a:gd name="connsiteX23" fmla="*/ 33978 w 1740798"/>
              <a:gd name="connsiteY23" fmla="*/ 1153412 h 1265595"/>
              <a:gd name="connsiteX24" fmla="*/ 8578 w 1740798"/>
              <a:gd name="connsiteY24" fmla="*/ 929045 h 1265595"/>
              <a:gd name="connsiteX25" fmla="*/ 111 w 1740798"/>
              <a:gd name="connsiteY25" fmla="*/ 620012 h 1265595"/>
              <a:gd name="connsiteX26" fmla="*/ 4345 w 1740798"/>
              <a:gd name="connsiteY26" fmla="*/ 395645 h 1265595"/>
              <a:gd name="connsiteX27" fmla="*/ 12811 w 1740798"/>
              <a:gd name="connsiteY27" fmla="*/ 192445 h 1265595"/>
              <a:gd name="connsiteX28" fmla="*/ 25512 w 1740798"/>
              <a:gd name="connsiteY28" fmla="*/ 67562 h 1265595"/>
              <a:gd name="connsiteX29" fmla="*/ 139176 w 1740798"/>
              <a:gd name="connsiteY29" fmla="*/ 5227 h 1265595"/>
              <a:gd name="connsiteX0" fmla="*/ 139176 w 1740798"/>
              <a:gd name="connsiteY0" fmla="*/ 5227 h 1265595"/>
              <a:gd name="connsiteX1" fmla="*/ 910278 w 1740798"/>
              <a:gd name="connsiteY1" fmla="*/ 3639 h 1265595"/>
              <a:gd name="connsiteX2" fmla="*/ 1456378 w 1740798"/>
              <a:gd name="connsiteY2" fmla="*/ 6179 h 1265595"/>
              <a:gd name="connsiteX3" fmla="*/ 1617245 w 1740798"/>
              <a:gd name="connsiteY3" fmla="*/ 27345 h 1265595"/>
              <a:gd name="connsiteX4" fmla="*/ 1672278 w 1740798"/>
              <a:gd name="connsiteY4" fmla="*/ 171279 h 1265595"/>
              <a:gd name="connsiteX5" fmla="*/ 1706145 w 1740798"/>
              <a:gd name="connsiteY5" fmla="*/ 344845 h 1265595"/>
              <a:gd name="connsiteX6" fmla="*/ 1731545 w 1740798"/>
              <a:gd name="connsiteY6" fmla="*/ 463379 h 1265595"/>
              <a:gd name="connsiteX7" fmla="*/ 1735778 w 1740798"/>
              <a:gd name="connsiteY7" fmla="*/ 564979 h 1265595"/>
              <a:gd name="connsiteX8" fmla="*/ 1663811 w 1740798"/>
              <a:gd name="connsiteY8" fmla="*/ 539579 h 1265595"/>
              <a:gd name="connsiteX9" fmla="*/ 1574383 w 1740798"/>
              <a:gd name="connsiteY9" fmla="*/ 527408 h 1265595"/>
              <a:gd name="connsiteX10" fmla="*/ 1524111 w 1740798"/>
              <a:gd name="connsiteY10" fmla="*/ 607312 h 1265595"/>
              <a:gd name="connsiteX11" fmla="*/ 1519878 w 1740798"/>
              <a:gd name="connsiteY11" fmla="*/ 721612 h 1265595"/>
              <a:gd name="connsiteX12" fmla="*/ 1570678 w 1740798"/>
              <a:gd name="connsiteY12" fmla="*/ 797812 h 1265595"/>
              <a:gd name="connsiteX13" fmla="*/ 1642645 w 1740798"/>
              <a:gd name="connsiteY13" fmla="*/ 823212 h 1265595"/>
              <a:gd name="connsiteX14" fmla="*/ 1710378 w 1740798"/>
              <a:gd name="connsiteY14" fmla="*/ 776645 h 1265595"/>
              <a:gd name="connsiteX15" fmla="*/ 1693445 w 1740798"/>
              <a:gd name="connsiteY15" fmla="*/ 1005245 h 1265595"/>
              <a:gd name="connsiteX16" fmla="*/ 1634178 w 1740798"/>
              <a:gd name="connsiteY16" fmla="*/ 1144945 h 1265595"/>
              <a:gd name="connsiteX17" fmla="*/ 1566445 w 1740798"/>
              <a:gd name="connsiteY17" fmla="*/ 1225379 h 1265595"/>
              <a:gd name="connsiteX18" fmla="*/ 1490245 w 1740798"/>
              <a:gd name="connsiteY18" fmla="*/ 1246545 h 1265595"/>
              <a:gd name="connsiteX19" fmla="*/ 1045745 w 1740798"/>
              <a:gd name="connsiteY19" fmla="*/ 1263479 h 1265595"/>
              <a:gd name="connsiteX20" fmla="*/ 558911 w 1740798"/>
              <a:gd name="connsiteY20" fmla="*/ 1263479 h 1265595"/>
              <a:gd name="connsiteX21" fmla="*/ 241411 w 1740798"/>
              <a:gd name="connsiteY21" fmla="*/ 1246545 h 1265595"/>
              <a:gd name="connsiteX22" fmla="*/ 97478 w 1740798"/>
              <a:gd name="connsiteY22" fmla="*/ 1233845 h 1265595"/>
              <a:gd name="connsiteX23" fmla="*/ 33978 w 1740798"/>
              <a:gd name="connsiteY23" fmla="*/ 1153412 h 1265595"/>
              <a:gd name="connsiteX24" fmla="*/ 8578 w 1740798"/>
              <a:gd name="connsiteY24" fmla="*/ 929045 h 1265595"/>
              <a:gd name="connsiteX25" fmla="*/ 111 w 1740798"/>
              <a:gd name="connsiteY25" fmla="*/ 620012 h 1265595"/>
              <a:gd name="connsiteX26" fmla="*/ 4345 w 1740798"/>
              <a:gd name="connsiteY26" fmla="*/ 395645 h 1265595"/>
              <a:gd name="connsiteX27" fmla="*/ 12811 w 1740798"/>
              <a:gd name="connsiteY27" fmla="*/ 192445 h 1265595"/>
              <a:gd name="connsiteX28" fmla="*/ 25512 w 1740798"/>
              <a:gd name="connsiteY28" fmla="*/ 67562 h 1265595"/>
              <a:gd name="connsiteX29" fmla="*/ 139176 w 1740798"/>
              <a:gd name="connsiteY29" fmla="*/ 5227 h 1265595"/>
              <a:gd name="connsiteX0" fmla="*/ 139176 w 1740798"/>
              <a:gd name="connsiteY0" fmla="*/ 3077 h 1263445"/>
              <a:gd name="connsiteX1" fmla="*/ 910278 w 1740798"/>
              <a:gd name="connsiteY1" fmla="*/ 1489 h 1263445"/>
              <a:gd name="connsiteX2" fmla="*/ 1456378 w 1740798"/>
              <a:gd name="connsiteY2" fmla="*/ 4029 h 1263445"/>
              <a:gd name="connsiteX3" fmla="*/ 1617245 w 1740798"/>
              <a:gd name="connsiteY3" fmla="*/ 25195 h 1263445"/>
              <a:gd name="connsiteX4" fmla="*/ 1672278 w 1740798"/>
              <a:gd name="connsiteY4" fmla="*/ 169129 h 1263445"/>
              <a:gd name="connsiteX5" fmla="*/ 1706145 w 1740798"/>
              <a:gd name="connsiteY5" fmla="*/ 342695 h 1263445"/>
              <a:gd name="connsiteX6" fmla="*/ 1731545 w 1740798"/>
              <a:gd name="connsiteY6" fmla="*/ 461229 h 1263445"/>
              <a:gd name="connsiteX7" fmla="*/ 1735778 w 1740798"/>
              <a:gd name="connsiteY7" fmla="*/ 562829 h 1263445"/>
              <a:gd name="connsiteX8" fmla="*/ 1663811 w 1740798"/>
              <a:gd name="connsiteY8" fmla="*/ 537429 h 1263445"/>
              <a:gd name="connsiteX9" fmla="*/ 1574383 w 1740798"/>
              <a:gd name="connsiteY9" fmla="*/ 525258 h 1263445"/>
              <a:gd name="connsiteX10" fmla="*/ 1524111 w 1740798"/>
              <a:gd name="connsiteY10" fmla="*/ 605162 h 1263445"/>
              <a:gd name="connsiteX11" fmla="*/ 1519878 w 1740798"/>
              <a:gd name="connsiteY11" fmla="*/ 719462 h 1263445"/>
              <a:gd name="connsiteX12" fmla="*/ 1570678 w 1740798"/>
              <a:gd name="connsiteY12" fmla="*/ 795662 h 1263445"/>
              <a:gd name="connsiteX13" fmla="*/ 1642645 w 1740798"/>
              <a:gd name="connsiteY13" fmla="*/ 821062 h 1263445"/>
              <a:gd name="connsiteX14" fmla="*/ 1710378 w 1740798"/>
              <a:gd name="connsiteY14" fmla="*/ 774495 h 1263445"/>
              <a:gd name="connsiteX15" fmla="*/ 1693445 w 1740798"/>
              <a:gd name="connsiteY15" fmla="*/ 1003095 h 1263445"/>
              <a:gd name="connsiteX16" fmla="*/ 1634178 w 1740798"/>
              <a:gd name="connsiteY16" fmla="*/ 1142795 h 1263445"/>
              <a:gd name="connsiteX17" fmla="*/ 1566445 w 1740798"/>
              <a:gd name="connsiteY17" fmla="*/ 1223229 h 1263445"/>
              <a:gd name="connsiteX18" fmla="*/ 1490245 w 1740798"/>
              <a:gd name="connsiteY18" fmla="*/ 1244395 h 1263445"/>
              <a:gd name="connsiteX19" fmla="*/ 1045745 w 1740798"/>
              <a:gd name="connsiteY19" fmla="*/ 1261329 h 1263445"/>
              <a:gd name="connsiteX20" fmla="*/ 558911 w 1740798"/>
              <a:gd name="connsiteY20" fmla="*/ 1261329 h 1263445"/>
              <a:gd name="connsiteX21" fmla="*/ 241411 w 1740798"/>
              <a:gd name="connsiteY21" fmla="*/ 1244395 h 1263445"/>
              <a:gd name="connsiteX22" fmla="*/ 97478 w 1740798"/>
              <a:gd name="connsiteY22" fmla="*/ 1231695 h 1263445"/>
              <a:gd name="connsiteX23" fmla="*/ 33978 w 1740798"/>
              <a:gd name="connsiteY23" fmla="*/ 1151262 h 1263445"/>
              <a:gd name="connsiteX24" fmla="*/ 8578 w 1740798"/>
              <a:gd name="connsiteY24" fmla="*/ 926895 h 1263445"/>
              <a:gd name="connsiteX25" fmla="*/ 111 w 1740798"/>
              <a:gd name="connsiteY25" fmla="*/ 617862 h 1263445"/>
              <a:gd name="connsiteX26" fmla="*/ 4345 w 1740798"/>
              <a:gd name="connsiteY26" fmla="*/ 393495 h 1263445"/>
              <a:gd name="connsiteX27" fmla="*/ 12811 w 1740798"/>
              <a:gd name="connsiteY27" fmla="*/ 190295 h 1263445"/>
              <a:gd name="connsiteX28" fmla="*/ 29746 w 1740798"/>
              <a:gd name="connsiteY28" fmla="*/ 35779 h 1263445"/>
              <a:gd name="connsiteX29" fmla="*/ 139176 w 1740798"/>
              <a:gd name="connsiteY29" fmla="*/ 3077 h 1263445"/>
              <a:gd name="connsiteX0" fmla="*/ 139176 w 1740798"/>
              <a:gd name="connsiteY0" fmla="*/ 3077 h 1263445"/>
              <a:gd name="connsiteX1" fmla="*/ 910278 w 1740798"/>
              <a:gd name="connsiteY1" fmla="*/ 1489 h 1263445"/>
              <a:gd name="connsiteX2" fmla="*/ 1456378 w 1740798"/>
              <a:gd name="connsiteY2" fmla="*/ 4029 h 1263445"/>
              <a:gd name="connsiteX3" fmla="*/ 1617245 w 1740798"/>
              <a:gd name="connsiteY3" fmla="*/ 25195 h 1263445"/>
              <a:gd name="connsiteX4" fmla="*/ 1672278 w 1740798"/>
              <a:gd name="connsiteY4" fmla="*/ 169129 h 1263445"/>
              <a:gd name="connsiteX5" fmla="*/ 1706145 w 1740798"/>
              <a:gd name="connsiteY5" fmla="*/ 342695 h 1263445"/>
              <a:gd name="connsiteX6" fmla="*/ 1731545 w 1740798"/>
              <a:gd name="connsiteY6" fmla="*/ 461229 h 1263445"/>
              <a:gd name="connsiteX7" fmla="*/ 1735778 w 1740798"/>
              <a:gd name="connsiteY7" fmla="*/ 562829 h 1263445"/>
              <a:gd name="connsiteX8" fmla="*/ 1663811 w 1740798"/>
              <a:gd name="connsiteY8" fmla="*/ 537429 h 1263445"/>
              <a:gd name="connsiteX9" fmla="*/ 1574383 w 1740798"/>
              <a:gd name="connsiteY9" fmla="*/ 525258 h 1263445"/>
              <a:gd name="connsiteX10" fmla="*/ 1524111 w 1740798"/>
              <a:gd name="connsiteY10" fmla="*/ 605162 h 1263445"/>
              <a:gd name="connsiteX11" fmla="*/ 1519878 w 1740798"/>
              <a:gd name="connsiteY11" fmla="*/ 719462 h 1263445"/>
              <a:gd name="connsiteX12" fmla="*/ 1570678 w 1740798"/>
              <a:gd name="connsiteY12" fmla="*/ 795662 h 1263445"/>
              <a:gd name="connsiteX13" fmla="*/ 1642645 w 1740798"/>
              <a:gd name="connsiteY13" fmla="*/ 821062 h 1263445"/>
              <a:gd name="connsiteX14" fmla="*/ 1710378 w 1740798"/>
              <a:gd name="connsiteY14" fmla="*/ 774495 h 1263445"/>
              <a:gd name="connsiteX15" fmla="*/ 1693445 w 1740798"/>
              <a:gd name="connsiteY15" fmla="*/ 1003095 h 1263445"/>
              <a:gd name="connsiteX16" fmla="*/ 1634178 w 1740798"/>
              <a:gd name="connsiteY16" fmla="*/ 1142795 h 1263445"/>
              <a:gd name="connsiteX17" fmla="*/ 1566445 w 1740798"/>
              <a:gd name="connsiteY17" fmla="*/ 1223229 h 1263445"/>
              <a:gd name="connsiteX18" fmla="*/ 1490245 w 1740798"/>
              <a:gd name="connsiteY18" fmla="*/ 1244395 h 1263445"/>
              <a:gd name="connsiteX19" fmla="*/ 1045745 w 1740798"/>
              <a:gd name="connsiteY19" fmla="*/ 1261329 h 1263445"/>
              <a:gd name="connsiteX20" fmla="*/ 558911 w 1740798"/>
              <a:gd name="connsiteY20" fmla="*/ 1261329 h 1263445"/>
              <a:gd name="connsiteX21" fmla="*/ 241411 w 1740798"/>
              <a:gd name="connsiteY21" fmla="*/ 1244395 h 1263445"/>
              <a:gd name="connsiteX22" fmla="*/ 97478 w 1740798"/>
              <a:gd name="connsiteY22" fmla="*/ 1231695 h 1263445"/>
              <a:gd name="connsiteX23" fmla="*/ 33978 w 1740798"/>
              <a:gd name="connsiteY23" fmla="*/ 1151262 h 1263445"/>
              <a:gd name="connsiteX24" fmla="*/ 8578 w 1740798"/>
              <a:gd name="connsiteY24" fmla="*/ 926895 h 1263445"/>
              <a:gd name="connsiteX25" fmla="*/ 111 w 1740798"/>
              <a:gd name="connsiteY25" fmla="*/ 617862 h 1263445"/>
              <a:gd name="connsiteX26" fmla="*/ 4345 w 1740798"/>
              <a:gd name="connsiteY26" fmla="*/ 393495 h 1263445"/>
              <a:gd name="connsiteX27" fmla="*/ 12811 w 1740798"/>
              <a:gd name="connsiteY27" fmla="*/ 190295 h 1263445"/>
              <a:gd name="connsiteX28" fmla="*/ 29746 w 1740798"/>
              <a:gd name="connsiteY28" fmla="*/ 35779 h 1263445"/>
              <a:gd name="connsiteX29" fmla="*/ 139176 w 1740798"/>
              <a:gd name="connsiteY29" fmla="*/ 3077 h 1263445"/>
              <a:gd name="connsiteX0" fmla="*/ 139176 w 1740798"/>
              <a:gd name="connsiteY0" fmla="*/ 5847 h 1266215"/>
              <a:gd name="connsiteX1" fmla="*/ 910278 w 1740798"/>
              <a:gd name="connsiteY1" fmla="*/ 4259 h 1266215"/>
              <a:gd name="connsiteX2" fmla="*/ 1456378 w 1740798"/>
              <a:gd name="connsiteY2" fmla="*/ 6799 h 1266215"/>
              <a:gd name="connsiteX3" fmla="*/ 1617245 w 1740798"/>
              <a:gd name="connsiteY3" fmla="*/ 27965 h 1266215"/>
              <a:gd name="connsiteX4" fmla="*/ 1672278 w 1740798"/>
              <a:gd name="connsiteY4" fmla="*/ 171899 h 1266215"/>
              <a:gd name="connsiteX5" fmla="*/ 1706145 w 1740798"/>
              <a:gd name="connsiteY5" fmla="*/ 345465 h 1266215"/>
              <a:gd name="connsiteX6" fmla="*/ 1731545 w 1740798"/>
              <a:gd name="connsiteY6" fmla="*/ 463999 h 1266215"/>
              <a:gd name="connsiteX7" fmla="*/ 1735778 w 1740798"/>
              <a:gd name="connsiteY7" fmla="*/ 565599 h 1266215"/>
              <a:gd name="connsiteX8" fmla="*/ 1663811 w 1740798"/>
              <a:gd name="connsiteY8" fmla="*/ 540199 h 1266215"/>
              <a:gd name="connsiteX9" fmla="*/ 1574383 w 1740798"/>
              <a:gd name="connsiteY9" fmla="*/ 528028 h 1266215"/>
              <a:gd name="connsiteX10" fmla="*/ 1524111 w 1740798"/>
              <a:gd name="connsiteY10" fmla="*/ 607932 h 1266215"/>
              <a:gd name="connsiteX11" fmla="*/ 1519878 w 1740798"/>
              <a:gd name="connsiteY11" fmla="*/ 722232 h 1266215"/>
              <a:gd name="connsiteX12" fmla="*/ 1570678 w 1740798"/>
              <a:gd name="connsiteY12" fmla="*/ 798432 h 1266215"/>
              <a:gd name="connsiteX13" fmla="*/ 1642645 w 1740798"/>
              <a:gd name="connsiteY13" fmla="*/ 823832 h 1266215"/>
              <a:gd name="connsiteX14" fmla="*/ 1710378 w 1740798"/>
              <a:gd name="connsiteY14" fmla="*/ 777265 h 1266215"/>
              <a:gd name="connsiteX15" fmla="*/ 1693445 w 1740798"/>
              <a:gd name="connsiteY15" fmla="*/ 1005865 h 1266215"/>
              <a:gd name="connsiteX16" fmla="*/ 1634178 w 1740798"/>
              <a:gd name="connsiteY16" fmla="*/ 1145565 h 1266215"/>
              <a:gd name="connsiteX17" fmla="*/ 1566445 w 1740798"/>
              <a:gd name="connsiteY17" fmla="*/ 1225999 h 1266215"/>
              <a:gd name="connsiteX18" fmla="*/ 1490245 w 1740798"/>
              <a:gd name="connsiteY18" fmla="*/ 1247165 h 1266215"/>
              <a:gd name="connsiteX19" fmla="*/ 1045745 w 1740798"/>
              <a:gd name="connsiteY19" fmla="*/ 1264099 h 1266215"/>
              <a:gd name="connsiteX20" fmla="*/ 558911 w 1740798"/>
              <a:gd name="connsiteY20" fmla="*/ 1264099 h 1266215"/>
              <a:gd name="connsiteX21" fmla="*/ 241411 w 1740798"/>
              <a:gd name="connsiteY21" fmla="*/ 1247165 h 1266215"/>
              <a:gd name="connsiteX22" fmla="*/ 97478 w 1740798"/>
              <a:gd name="connsiteY22" fmla="*/ 1234465 h 1266215"/>
              <a:gd name="connsiteX23" fmla="*/ 33978 w 1740798"/>
              <a:gd name="connsiteY23" fmla="*/ 1154032 h 1266215"/>
              <a:gd name="connsiteX24" fmla="*/ 8578 w 1740798"/>
              <a:gd name="connsiteY24" fmla="*/ 929665 h 1266215"/>
              <a:gd name="connsiteX25" fmla="*/ 111 w 1740798"/>
              <a:gd name="connsiteY25" fmla="*/ 620632 h 1266215"/>
              <a:gd name="connsiteX26" fmla="*/ 4345 w 1740798"/>
              <a:gd name="connsiteY26" fmla="*/ 396265 h 1266215"/>
              <a:gd name="connsiteX27" fmla="*/ 12811 w 1740798"/>
              <a:gd name="connsiteY27" fmla="*/ 193065 h 1266215"/>
              <a:gd name="connsiteX28" fmla="*/ 29746 w 1740798"/>
              <a:gd name="connsiteY28" fmla="*/ 38549 h 1266215"/>
              <a:gd name="connsiteX29" fmla="*/ 139176 w 1740798"/>
              <a:gd name="connsiteY29" fmla="*/ 5847 h 1266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740798" h="1266215">
                <a:moveTo>
                  <a:pt x="139176" y="5847"/>
                </a:moveTo>
                <a:cubicBezTo>
                  <a:pt x="273231" y="-6218"/>
                  <a:pt x="690744" y="4100"/>
                  <a:pt x="910278" y="4259"/>
                </a:cubicBezTo>
                <a:lnTo>
                  <a:pt x="1456378" y="6799"/>
                </a:lnTo>
                <a:cubicBezTo>
                  <a:pt x="1574206" y="10750"/>
                  <a:pt x="1581262" y="448"/>
                  <a:pt x="1617245" y="27965"/>
                </a:cubicBezTo>
                <a:cubicBezTo>
                  <a:pt x="1653228" y="55482"/>
                  <a:pt x="1657461" y="118982"/>
                  <a:pt x="1672278" y="171899"/>
                </a:cubicBezTo>
                <a:cubicBezTo>
                  <a:pt x="1687095" y="224816"/>
                  <a:pt x="1696267" y="296782"/>
                  <a:pt x="1706145" y="345465"/>
                </a:cubicBezTo>
                <a:cubicBezTo>
                  <a:pt x="1716023" y="394148"/>
                  <a:pt x="1726606" y="427310"/>
                  <a:pt x="1731545" y="463999"/>
                </a:cubicBezTo>
                <a:cubicBezTo>
                  <a:pt x="1736484" y="500688"/>
                  <a:pt x="1747067" y="552899"/>
                  <a:pt x="1735778" y="565599"/>
                </a:cubicBezTo>
                <a:cubicBezTo>
                  <a:pt x="1724489" y="578299"/>
                  <a:pt x="1690710" y="546461"/>
                  <a:pt x="1663811" y="540199"/>
                </a:cubicBezTo>
                <a:cubicBezTo>
                  <a:pt x="1636912" y="533937"/>
                  <a:pt x="1597666" y="516739"/>
                  <a:pt x="1574383" y="528028"/>
                </a:cubicBezTo>
                <a:cubicBezTo>
                  <a:pt x="1551100" y="539317"/>
                  <a:pt x="1533195" y="575565"/>
                  <a:pt x="1524111" y="607932"/>
                </a:cubicBezTo>
                <a:cubicBezTo>
                  <a:pt x="1515027" y="640299"/>
                  <a:pt x="1512117" y="690482"/>
                  <a:pt x="1519878" y="722232"/>
                </a:cubicBezTo>
                <a:cubicBezTo>
                  <a:pt x="1527639" y="753982"/>
                  <a:pt x="1550217" y="781499"/>
                  <a:pt x="1570678" y="798432"/>
                </a:cubicBezTo>
                <a:cubicBezTo>
                  <a:pt x="1591139" y="815365"/>
                  <a:pt x="1619362" y="827360"/>
                  <a:pt x="1642645" y="823832"/>
                </a:cubicBezTo>
                <a:cubicBezTo>
                  <a:pt x="1665928" y="820304"/>
                  <a:pt x="1701911" y="746926"/>
                  <a:pt x="1710378" y="777265"/>
                </a:cubicBezTo>
                <a:cubicBezTo>
                  <a:pt x="1718845" y="807604"/>
                  <a:pt x="1706145" y="944482"/>
                  <a:pt x="1693445" y="1005865"/>
                </a:cubicBezTo>
                <a:cubicBezTo>
                  <a:pt x="1680745" y="1067248"/>
                  <a:pt x="1655345" y="1108876"/>
                  <a:pt x="1634178" y="1145565"/>
                </a:cubicBezTo>
                <a:cubicBezTo>
                  <a:pt x="1613011" y="1182254"/>
                  <a:pt x="1590434" y="1209066"/>
                  <a:pt x="1566445" y="1225999"/>
                </a:cubicBezTo>
                <a:cubicBezTo>
                  <a:pt x="1542456" y="1242932"/>
                  <a:pt x="1577028" y="1240815"/>
                  <a:pt x="1490245" y="1247165"/>
                </a:cubicBezTo>
                <a:cubicBezTo>
                  <a:pt x="1403462" y="1253515"/>
                  <a:pt x="1200967" y="1261277"/>
                  <a:pt x="1045745" y="1264099"/>
                </a:cubicBezTo>
                <a:cubicBezTo>
                  <a:pt x="890523" y="1266921"/>
                  <a:pt x="692967" y="1266921"/>
                  <a:pt x="558911" y="1264099"/>
                </a:cubicBezTo>
                <a:cubicBezTo>
                  <a:pt x="424855" y="1261277"/>
                  <a:pt x="318316" y="1252104"/>
                  <a:pt x="241411" y="1247165"/>
                </a:cubicBezTo>
                <a:cubicBezTo>
                  <a:pt x="164506" y="1242226"/>
                  <a:pt x="132050" y="1249987"/>
                  <a:pt x="97478" y="1234465"/>
                </a:cubicBezTo>
                <a:cubicBezTo>
                  <a:pt x="62906" y="1218943"/>
                  <a:pt x="48795" y="1204832"/>
                  <a:pt x="33978" y="1154032"/>
                </a:cubicBezTo>
                <a:cubicBezTo>
                  <a:pt x="19161" y="1103232"/>
                  <a:pt x="14222" y="1018565"/>
                  <a:pt x="8578" y="929665"/>
                </a:cubicBezTo>
                <a:cubicBezTo>
                  <a:pt x="2934" y="840765"/>
                  <a:pt x="816" y="709532"/>
                  <a:pt x="111" y="620632"/>
                </a:cubicBezTo>
                <a:cubicBezTo>
                  <a:pt x="-595" y="531732"/>
                  <a:pt x="2228" y="467526"/>
                  <a:pt x="4345" y="396265"/>
                </a:cubicBezTo>
                <a:cubicBezTo>
                  <a:pt x="6462" y="325004"/>
                  <a:pt x="11400" y="245276"/>
                  <a:pt x="12811" y="193065"/>
                </a:cubicBezTo>
                <a:cubicBezTo>
                  <a:pt x="14222" y="140854"/>
                  <a:pt x="6568" y="69751"/>
                  <a:pt x="29746" y="38549"/>
                </a:cubicBezTo>
                <a:cubicBezTo>
                  <a:pt x="52924" y="7347"/>
                  <a:pt x="5121" y="17912"/>
                  <a:pt x="139176" y="5847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D707BFF-72C0-D6A1-774D-E8124169EC85}"/>
              </a:ext>
            </a:extLst>
          </p:cNvPr>
          <p:cNvSpPr/>
          <p:nvPr/>
        </p:nvSpPr>
        <p:spPr>
          <a:xfrm>
            <a:off x="1586713" y="4317999"/>
            <a:ext cx="1913949" cy="1247775"/>
          </a:xfrm>
          <a:custGeom>
            <a:avLst/>
            <a:gdLst>
              <a:gd name="connsiteX0" fmla="*/ 99211 w 1908961"/>
              <a:gd name="connsiteY0" fmla="*/ 0 h 1271662"/>
              <a:gd name="connsiteX1" fmla="*/ 591336 w 1908961"/>
              <a:gd name="connsiteY1" fmla="*/ 0 h 1271662"/>
              <a:gd name="connsiteX2" fmla="*/ 1267611 w 1908961"/>
              <a:gd name="connsiteY2" fmla="*/ 3175 h 1271662"/>
              <a:gd name="connsiteX3" fmla="*/ 1569236 w 1908961"/>
              <a:gd name="connsiteY3" fmla="*/ 3175 h 1271662"/>
              <a:gd name="connsiteX4" fmla="*/ 1756561 w 1908961"/>
              <a:gd name="connsiteY4" fmla="*/ 12700 h 1271662"/>
              <a:gd name="connsiteX5" fmla="*/ 1759736 w 1908961"/>
              <a:gd name="connsiteY5" fmla="*/ 82550 h 1271662"/>
              <a:gd name="connsiteX6" fmla="*/ 1724811 w 1908961"/>
              <a:gd name="connsiteY6" fmla="*/ 206375 h 1271662"/>
              <a:gd name="connsiteX7" fmla="*/ 1708936 w 1908961"/>
              <a:gd name="connsiteY7" fmla="*/ 374650 h 1271662"/>
              <a:gd name="connsiteX8" fmla="*/ 1699411 w 1908961"/>
              <a:gd name="connsiteY8" fmla="*/ 492125 h 1271662"/>
              <a:gd name="connsiteX9" fmla="*/ 1743861 w 1908961"/>
              <a:gd name="connsiteY9" fmla="*/ 501650 h 1271662"/>
              <a:gd name="connsiteX10" fmla="*/ 1816886 w 1908961"/>
              <a:gd name="connsiteY10" fmla="*/ 447675 h 1271662"/>
              <a:gd name="connsiteX11" fmla="*/ 1883561 w 1908961"/>
              <a:gd name="connsiteY11" fmla="*/ 460375 h 1271662"/>
              <a:gd name="connsiteX12" fmla="*/ 1908961 w 1908961"/>
              <a:gd name="connsiteY12" fmla="*/ 593725 h 1271662"/>
              <a:gd name="connsiteX13" fmla="*/ 1883561 w 1908961"/>
              <a:gd name="connsiteY13" fmla="*/ 746125 h 1271662"/>
              <a:gd name="connsiteX14" fmla="*/ 1801011 w 1908961"/>
              <a:gd name="connsiteY14" fmla="*/ 730250 h 1271662"/>
              <a:gd name="connsiteX15" fmla="*/ 1702586 w 1908961"/>
              <a:gd name="connsiteY15" fmla="*/ 692150 h 1271662"/>
              <a:gd name="connsiteX16" fmla="*/ 1686711 w 1908961"/>
              <a:gd name="connsiteY16" fmla="*/ 847725 h 1271662"/>
              <a:gd name="connsiteX17" fmla="*/ 1705761 w 1908961"/>
              <a:gd name="connsiteY17" fmla="*/ 993775 h 1271662"/>
              <a:gd name="connsiteX18" fmla="*/ 1769261 w 1908961"/>
              <a:gd name="connsiteY18" fmla="*/ 1143000 h 1271662"/>
              <a:gd name="connsiteX19" fmla="*/ 1804186 w 1908961"/>
              <a:gd name="connsiteY19" fmla="*/ 1225550 h 1271662"/>
              <a:gd name="connsiteX20" fmla="*/ 1702586 w 1908961"/>
              <a:gd name="connsiteY20" fmla="*/ 1263650 h 1271662"/>
              <a:gd name="connsiteX21" fmla="*/ 1543836 w 1908961"/>
              <a:gd name="connsiteY21" fmla="*/ 1270000 h 1271662"/>
              <a:gd name="connsiteX22" fmla="*/ 1077111 w 1908961"/>
              <a:gd name="connsiteY22" fmla="*/ 1241425 h 1271662"/>
              <a:gd name="connsiteX23" fmla="*/ 654836 w 1908961"/>
              <a:gd name="connsiteY23" fmla="*/ 1231900 h 1271662"/>
              <a:gd name="connsiteX24" fmla="*/ 327811 w 1908961"/>
              <a:gd name="connsiteY24" fmla="*/ 1222375 h 1271662"/>
              <a:gd name="connsiteX25" fmla="*/ 67461 w 1908961"/>
              <a:gd name="connsiteY25" fmla="*/ 1206500 h 1271662"/>
              <a:gd name="connsiteX26" fmla="*/ 108736 w 1908961"/>
              <a:gd name="connsiteY26" fmla="*/ 1133475 h 1271662"/>
              <a:gd name="connsiteX27" fmla="*/ 178586 w 1908961"/>
              <a:gd name="connsiteY27" fmla="*/ 987425 h 1271662"/>
              <a:gd name="connsiteX28" fmla="*/ 197636 w 1908961"/>
              <a:gd name="connsiteY28" fmla="*/ 825500 h 1271662"/>
              <a:gd name="connsiteX29" fmla="*/ 191286 w 1908961"/>
              <a:gd name="connsiteY29" fmla="*/ 742950 h 1271662"/>
              <a:gd name="connsiteX30" fmla="*/ 137311 w 1908961"/>
              <a:gd name="connsiteY30" fmla="*/ 787400 h 1271662"/>
              <a:gd name="connsiteX31" fmla="*/ 80161 w 1908961"/>
              <a:gd name="connsiteY31" fmla="*/ 800100 h 1271662"/>
              <a:gd name="connsiteX32" fmla="*/ 7136 w 1908961"/>
              <a:gd name="connsiteY32" fmla="*/ 727075 h 1271662"/>
              <a:gd name="connsiteX33" fmla="*/ 10311 w 1908961"/>
              <a:gd name="connsiteY33" fmla="*/ 561975 h 1271662"/>
              <a:gd name="connsiteX34" fmla="*/ 73811 w 1908961"/>
              <a:gd name="connsiteY34" fmla="*/ 495300 h 1271662"/>
              <a:gd name="connsiteX35" fmla="*/ 210336 w 1908961"/>
              <a:gd name="connsiteY35" fmla="*/ 536575 h 1271662"/>
              <a:gd name="connsiteX36" fmla="*/ 216686 w 1908961"/>
              <a:gd name="connsiteY36" fmla="*/ 460375 h 1271662"/>
              <a:gd name="connsiteX37" fmla="*/ 172236 w 1908961"/>
              <a:gd name="connsiteY37" fmla="*/ 244475 h 1271662"/>
              <a:gd name="connsiteX38" fmla="*/ 146836 w 1908961"/>
              <a:gd name="connsiteY38" fmla="*/ 101600 h 1271662"/>
              <a:gd name="connsiteX39" fmla="*/ 137311 w 1908961"/>
              <a:gd name="connsiteY39" fmla="*/ 50800 h 1271662"/>
              <a:gd name="connsiteX40" fmla="*/ 99211 w 1908961"/>
              <a:gd name="connsiteY40" fmla="*/ 0 h 1271662"/>
              <a:gd name="connsiteX0" fmla="*/ 99211 w 1908961"/>
              <a:gd name="connsiteY0" fmla="*/ 0 h 1264206"/>
              <a:gd name="connsiteX1" fmla="*/ 591336 w 1908961"/>
              <a:gd name="connsiteY1" fmla="*/ 0 h 1264206"/>
              <a:gd name="connsiteX2" fmla="*/ 1267611 w 1908961"/>
              <a:gd name="connsiteY2" fmla="*/ 3175 h 1264206"/>
              <a:gd name="connsiteX3" fmla="*/ 1569236 w 1908961"/>
              <a:gd name="connsiteY3" fmla="*/ 3175 h 1264206"/>
              <a:gd name="connsiteX4" fmla="*/ 1756561 w 1908961"/>
              <a:gd name="connsiteY4" fmla="*/ 12700 h 1264206"/>
              <a:gd name="connsiteX5" fmla="*/ 1759736 w 1908961"/>
              <a:gd name="connsiteY5" fmla="*/ 82550 h 1264206"/>
              <a:gd name="connsiteX6" fmla="*/ 1724811 w 1908961"/>
              <a:gd name="connsiteY6" fmla="*/ 206375 h 1264206"/>
              <a:gd name="connsiteX7" fmla="*/ 1708936 w 1908961"/>
              <a:gd name="connsiteY7" fmla="*/ 374650 h 1264206"/>
              <a:gd name="connsiteX8" fmla="*/ 1699411 w 1908961"/>
              <a:gd name="connsiteY8" fmla="*/ 492125 h 1264206"/>
              <a:gd name="connsiteX9" fmla="*/ 1743861 w 1908961"/>
              <a:gd name="connsiteY9" fmla="*/ 501650 h 1264206"/>
              <a:gd name="connsiteX10" fmla="*/ 1816886 w 1908961"/>
              <a:gd name="connsiteY10" fmla="*/ 447675 h 1264206"/>
              <a:gd name="connsiteX11" fmla="*/ 1883561 w 1908961"/>
              <a:gd name="connsiteY11" fmla="*/ 460375 h 1264206"/>
              <a:gd name="connsiteX12" fmla="*/ 1908961 w 1908961"/>
              <a:gd name="connsiteY12" fmla="*/ 593725 h 1264206"/>
              <a:gd name="connsiteX13" fmla="*/ 1883561 w 1908961"/>
              <a:gd name="connsiteY13" fmla="*/ 746125 h 1264206"/>
              <a:gd name="connsiteX14" fmla="*/ 1801011 w 1908961"/>
              <a:gd name="connsiteY14" fmla="*/ 730250 h 1264206"/>
              <a:gd name="connsiteX15" fmla="*/ 1702586 w 1908961"/>
              <a:gd name="connsiteY15" fmla="*/ 692150 h 1264206"/>
              <a:gd name="connsiteX16" fmla="*/ 1686711 w 1908961"/>
              <a:gd name="connsiteY16" fmla="*/ 847725 h 1264206"/>
              <a:gd name="connsiteX17" fmla="*/ 1705761 w 1908961"/>
              <a:gd name="connsiteY17" fmla="*/ 993775 h 1264206"/>
              <a:gd name="connsiteX18" fmla="*/ 1769261 w 1908961"/>
              <a:gd name="connsiteY18" fmla="*/ 1143000 h 1264206"/>
              <a:gd name="connsiteX19" fmla="*/ 1804186 w 1908961"/>
              <a:gd name="connsiteY19" fmla="*/ 1225550 h 1264206"/>
              <a:gd name="connsiteX20" fmla="*/ 1702586 w 1908961"/>
              <a:gd name="connsiteY20" fmla="*/ 1263650 h 1264206"/>
              <a:gd name="connsiteX21" fmla="*/ 1543836 w 1908961"/>
              <a:gd name="connsiteY21" fmla="*/ 1247775 h 1264206"/>
              <a:gd name="connsiteX22" fmla="*/ 1077111 w 1908961"/>
              <a:gd name="connsiteY22" fmla="*/ 1241425 h 1264206"/>
              <a:gd name="connsiteX23" fmla="*/ 654836 w 1908961"/>
              <a:gd name="connsiteY23" fmla="*/ 1231900 h 1264206"/>
              <a:gd name="connsiteX24" fmla="*/ 327811 w 1908961"/>
              <a:gd name="connsiteY24" fmla="*/ 1222375 h 1264206"/>
              <a:gd name="connsiteX25" fmla="*/ 67461 w 1908961"/>
              <a:gd name="connsiteY25" fmla="*/ 1206500 h 1264206"/>
              <a:gd name="connsiteX26" fmla="*/ 108736 w 1908961"/>
              <a:gd name="connsiteY26" fmla="*/ 1133475 h 1264206"/>
              <a:gd name="connsiteX27" fmla="*/ 178586 w 1908961"/>
              <a:gd name="connsiteY27" fmla="*/ 987425 h 1264206"/>
              <a:gd name="connsiteX28" fmla="*/ 197636 w 1908961"/>
              <a:gd name="connsiteY28" fmla="*/ 825500 h 1264206"/>
              <a:gd name="connsiteX29" fmla="*/ 191286 w 1908961"/>
              <a:gd name="connsiteY29" fmla="*/ 742950 h 1264206"/>
              <a:gd name="connsiteX30" fmla="*/ 137311 w 1908961"/>
              <a:gd name="connsiteY30" fmla="*/ 787400 h 1264206"/>
              <a:gd name="connsiteX31" fmla="*/ 80161 w 1908961"/>
              <a:gd name="connsiteY31" fmla="*/ 800100 h 1264206"/>
              <a:gd name="connsiteX32" fmla="*/ 7136 w 1908961"/>
              <a:gd name="connsiteY32" fmla="*/ 727075 h 1264206"/>
              <a:gd name="connsiteX33" fmla="*/ 10311 w 1908961"/>
              <a:gd name="connsiteY33" fmla="*/ 561975 h 1264206"/>
              <a:gd name="connsiteX34" fmla="*/ 73811 w 1908961"/>
              <a:gd name="connsiteY34" fmla="*/ 495300 h 1264206"/>
              <a:gd name="connsiteX35" fmla="*/ 210336 w 1908961"/>
              <a:gd name="connsiteY35" fmla="*/ 536575 h 1264206"/>
              <a:gd name="connsiteX36" fmla="*/ 216686 w 1908961"/>
              <a:gd name="connsiteY36" fmla="*/ 460375 h 1264206"/>
              <a:gd name="connsiteX37" fmla="*/ 172236 w 1908961"/>
              <a:gd name="connsiteY37" fmla="*/ 244475 h 1264206"/>
              <a:gd name="connsiteX38" fmla="*/ 146836 w 1908961"/>
              <a:gd name="connsiteY38" fmla="*/ 101600 h 1264206"/>
              <a:gd name="connsiteX39" fmla="*/ 137311 w 1908961"/>
              <a:gd name="connsiteY39" fmla="*/ 50800 h 1264206"/>
              <a:gd name="connsiteX40" fmla="*/ 99211 w 1908961"/>
              <a:gd name="connsiteY40" fmla="*/ 0 h 1264206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97636 w 1908961"/>
              <a:gd name="connsiteY28" fmla="*/ 825500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93403 w 1908961"/>
              <a:gd name="connsiteY28" fmla="*/ 8593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78586 w 1908961"/>
              <a:gd name="connsiteY27" fmla="*/ 987425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731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801011 w 1908961"/>
              <a:gd name="connsiteY14" fmla="*/ 73025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816886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771377 w 1908961"/>
              <a:gd name="connsiteY14" fmla="*/ 73660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8961"/>
              <a:gd name="connsiteY0" fmla="*/ 0 h 1247775"/>
              <a:gd name="connsiteX1" fmla="*/ 591336 w 1908961"/>
              <a:gd name="connsiteY1" fmla="*/ 0 h 1247775"/>
              <a:gd name="connsiteX2" fmla="*/ 1267611 w 1908961"/>
              <a:gd name="connsiteY2" fmla="*/ 3175 h 1247775"/>
              <a:gd name="connsiteX3" fmla="*/ 1569236 w 1908961"/>
              <a:gd name="connsiteY3" fmla="*/ 3175 h 1247775"/>
              <a:gd name="connsiteX4" fmla="*/ 1756561 w 1908961"/>
              <a:gd name="connsiteY4" fmla="*/ 12700 h 1247775"/>
              <a:gd name="connsiteX5" fmla="*/ 1759736 w 1908961"/>
              <a:gd name="connsiteY5" fmla="*/ 82550 h 1247775"/>
              <a:gd name="connsiteX6" fmla="*/ 1724811 w 1908961"/>
              <a:gd name="connsiteY6" fmla="*/ 206375 h 1247775"/>
              <a:gd name="connsiteX7" fmla="*/ 1708936 w 1908961"/>
              <a:gd name="connsiteY7" fmla="*/ 374650 h 1247775"/>
              <a:gd name="connsiteX8" fmla="*/ 1699411 w 1908961"/>
              <a:gd name="connsiteY8" fmla="*/ 492125 h 1247775"/>
              <a:gd name="connsiteX9" fmla="*/ 1743861 w 1908961"/>
              <a:gd name="connsiteY9" fmla="*/ 501650 h 1247775"/>
              <a:gd name="connsiteX10" fmla="*/ 1793603 w 1908961"/>
              <a:gd name="connsiteY10" fmla="*/ 447675 h 1247775"/>
              <a:gd name="connsiteX11" fmla="*/ 1883561 w 1908961"/>
              <a:gd name="connsiteY11" fmla="*/ 460375 h 1247775"/>
              <a:gd name="connsiteX12" fmla="*/ 1908961 w 1908961"/>
              <a:gd name="connsiteY12" fmla="*/ 593725 h 1247775"/>
              <a:gd name="connsiteX13" fmla="*/ 1883561 w 1908961"/>
              <a:gd name="connsiteY13" fmla="*/ 746125 h 1247775"/>
              <a:gd name="connsiteX14" fmla="*/ 1771377 w 1908961"/>
              <a:gd name="connsiteY14" fmla="*/ 736600 h 1247775"/>
              <a:gd name="connsiteX15" fmla="*/ 1702586 w 1908961"/>
              <a:gd name="connsiteY15" fmla="*/ 692150 h 1247775"/>
              <a:gd name="connsiteX16" fmla="*/ 1686711 w 1908961"/>
              <a:gd name="connsiteY16" fmla="*/ 847725 h 1247775"/>
              <a:gd name="connsiteX17" fmla="*/ 1705761 w 1908961"/>
              <a:gd name="connsiteY17" fmla="*/ 993775 h 1247775"/>
              <a:gd name="connsiteX18" fmla="*/ 1769261 w 1908961"/>
              <a:gd name="connsiteY18" fmla="*/ 1143000 h 1247775"/>
              <a:gd name="connsiteX19" fmla="*/ 1804186 w 1908961"/>
              <a:gd name="connsiteY19" fmla="*/ 1225550 h 1247775"/>
              <a:gd name="connsiteX20" fmla="*/ 1686711 w 1908961"/>
              <a:gd name="connsiteY20" fmla="*/ 1241425 h 1247775"/>
              <a:gd name="connsiteX21" fmla="*/ 1543836 w 1908961"/>
              <a:gd name="connsiteY21" fmla="*/ 1247775 h 1247775"/>
              <a:gd name="connsiteX22" fmla="*/ 1077111 w 1908961"/>
              <a:gd name="connsiteY22" fmla="*/ 1241425 h 1247775"/>
              <a:gd name="connsiteX23" fmla="*/ 654836 w 1908961"/>
              <a:gd name="connsiteY23" fmla="*/ 1231900 h 1247775"/>
              <a:gd name="connsiteX24" fmla="*/ 327811 w 1908961"/>
              <a:gd name="connsiteY24" fmla="*/ 1222375 h 1247775"/>
              <a:gd name="connsiteX25" fmla="*/ 67461 w 1908961"/>
              <a:gd name="connsiteY25" fmla="*/ 1206500 h 1247775"/>
              <a:gd name="connsiteX26" fmla="*/ 108736 w 1908961"/>
              <a:gd name="connsiteY26" fmla="*/ 1133475 h 1247775"/>
              <a:gd name="connsiteX27" fmla="*/ 180702 w 1908961"/>
              <a:gd name="connsiteY27" fmla="*/ 964142 h 1247775"/>
              <a:gd name="connsiteX28" fmla="*/ 189170 w 1908961"/>
              <a:gd name="connsiteY28" fmla="*/ 872067 h 1247775"/>
              <a:gd name="connsiteX29" fmla="*/ 191286 w 1908961"/>
              <a:gd name="connsiteY29" fmla="*/ 742950 h 1247775"/>
              <a:gd name="connsiteX30" fmla="*/ 137311 w 1908961"/>
              <a:gd name="connsiteY30" fmla="*/ 787400 h 1247775"/>
              <a:gd name="connsiteX31" fmla="*/ 80161 w 1908961"/>
              <a:gd name="connsiteY31" fmla="*/ 800100 h 1247775"/>
              <a:gd name="connsiteX32" fmla="*/ 7136 w 1908961"/>
              <a:gd name="connsiteY32" fmla="*/ 727075 h 1247775"/>
              <a:gd name="connsiteX33" fmla="*/ 10311 w 1908961"/>
              <a:gd name="connsiteY33" fmla="*/ 561975 h 1247775"/>
              <a:gd name="connsiteX34" fmla="*/ 73811 w 1908961"/>
              <a:gd name="connsiteY34" fmla="*/ 495300 h 1247775"/>
              <a:gd name="connsiteX35" fmla="*/ 210336 w 1908961"/>
              <a:gd name="connsiteY35" fmla="*/ 536575 h 1247775"/>
              <a:gd name="connsiteX36" fmla="*/ 216686 w 1908961"/>
              <a:gd name="connsiteY36" fmla="*/ 460375 h 1247775"/>
              <a:gd name="connsiteX37" fmla="*/ 172236 w 1908961"/>
              <a:gd name="connsiteY37" fmla="*/ 244475 h 1247775"/>
              <a:gd name="connsiteX38" fmla="*/ 146836 w 1908961"/>
              <a:gd name="connsiteY38" fmla="*/ 101600 h 1247775"/>
              <a:gd name="connsiteX39" fmla="*/ 130961 w 1908961"/>
              <a:gd name="connsiteY39" fmla="*/ 50800 h 1247775"/>
              <a:gd name="connsiteX40" fmla="*/ 99211 w 1908961"/>
              <a:gd name="connsiteY40" fmla="*/ 0 h 1247775"/>
              <a:gd name="connsiteX0" fmla="*/ 99211 w 1909061"/>
              <a:gd name="connsiteY0" fmla="*/ 0 h 1247775"/>
              <a:gd name="connsiteX1" fmla="*/ 591336 w 1909061"/>
              <a:gd name="connsiteY1" fmla="*/ 0 h 1247775"/>
              <a:gd name="connsiteX2" fmla="*/ 1267611 w 1909061"/>
              <a:gd name="connsiteY2" fmla="*/ 3175 h 1247775"/>
              <a:gd name="connsiteX3" fmla="*/ 1569236 w 1909061"/>
              <a:gd name="connsiteY3" fmla="*/ 3175 h 1247775"/>
              <a:gd name="connsiteX4" fmla="*/ 1756561 w 1909061"/>
              <a:gd name="connsiteY4" fmla="*/ 12700 h 1247775"/>
              <a:gd name="connsiteX5" fmla="*/ 1759736 w 1909061"/>
              <a:gd name="connsiteY5" fmla="*/ 82550 h 1247775"/>
              <a:gd name="connsiteX6" fmla="*/ 1724811 w 1909061"/>
              <a:gd name="connsiteY6" fmla="*/ 206375 h 1247775"/>
              <a:gd name="connsiteX7" fmla="*/ 1708936 w 1909061"/>
              <a:gd name="connsiteY7" fmla="*/ 374650 h 1247775"/>
              <a:gd name="connsiteX8" fmla="*/ 1699411 w 1909061"/>
              <a:gd name="connsiteY8" fmla="*/ 492125 h 1247775"/>
              <a:gd name="connsiteX9" fmla="*/ 1743861 w 1909061"/>
              <a:gd name="connsiteY9" fmla="*/ 501650 h 1247775"/>
              <a:gd name="connsiteX10" fmla="*/ 1793603 w 1909061"/>
              <a:gd name="connsiteY10" fmla="*/ 447675 h 1247775"/>
              <a:gd name="connsiteX11" fmla="*/ 1883561 w 1909061"/>
              <a:gd name="connsiteY11" fmla="*/ 460375 h 1247775"/>
              <a:gd name="connsiteX12" fmla="*/ 1908961 w 1909061"/>
              <a:gd name="connsiteY12" fmla="*/ 593725 h 1247775"/>
              <a:gd name="connsiteX13" fmla="*/ 1877211 w 1909061"/>
              <a:gd name="connsiteY13" fmla="*/ 750358 h 1247775"/>
              <a:gd name="connsiteX14" fmla="*/ 1771377 w 1909061"/>
              <a:gd name="connsiteY14" fmla="*/ 736600 h 1247775"/>
              <a:gd name="connsiteX15" fmla="*/ 1702586 w 1909061"/>
              <a:gd name="connsiteY15" fmla="*/ 692150 h 1247775"/>
              <a:gd name="connsiteX16" fmla="*/ 1686711 w 1909061"/>
              <a:gd name="connsiteY16" fmla="*/ 847725 h 1247775"/>
              <a:gd name="connsiteX17" fmla="*/ 1705761 w 1909061"/>
              <a:gd name="connsiteY17" fmla="*/ 993775 h 1247775"/>
              <a:gd name="connsiteX18" fmla="*/ 1769261 w 1909061"/>
              <a:gd name="connsiteY18" fmla="*/ 1143000 h 1247775"/>
              <a:gd name="connsiteX19" fmla="*/ 1804186 w 1909061"/>
              <a:gd name="connsiteY19" fmla="*/ 1225550 h 1247775"/>
              <a:gd name="connsiteX20" fmla="*/ 1686711 w 1909061"/>
              <a:gd name="connsiteY20" fmla="*/ 1241425 h 1247775"/>
              <a:gd name="connsiteX21" fmla="*/ 1543836 w 1909061"/>
              <a:gd name="connsiteY21" fmla="*/ 1247775 h 1247775"/>
              <a:gd name="connsiteX22" fmla="*/ 1077111 w 1909061"/>
              <a:gd name="connsiteY22" fmla="*/ 1241425 h 1247775"/>
              <a:gd name="connsiteX23" fmla="*/ 654836 w 1909061"/>
              <a:gd name="connsiteY23" fmla="*/ 1231900 h 1247775"/>
              <a:gd name="connsiteX24" fmla="*/ 327811 w 1909061"/>
              <a:gd name="connsiteY24" fmla="*/ 1222375 h 1247775"/>
              <a:gd name="connsiteX25" fmla="*/ 67461 w 1909061"/>
              <a:gd name="connsiteY25" fmla="*/ 1206500 h 1247775"/>
              <a:gd name="connsiteX26" fmla="*/ 108736 w 1909061"/>
              <a:gd name="connsiteY26" fmla="*/ 1133475 h 1247775"/>
              <a:gd name="connsiteX27" fmla="*/ 180702 w 1909061"/>
              <a:gd name="connsiteY27" fmla="*/ 964142 h 1247775"/>
              <a:gd name="connsiteX28" fmla="*/ 189170 w 1909061"/>
              <a:gd name="connsiteY28" fmla="*/ 872067 h 1247775"/>
              <a:gd name="connsiteX29" fmla="*/ 191286 w 1909061"/>
              <a:gd name="connsiteY29" fmla="*/ 742950 h 1247775"/>
              <a:gd name="connsiteX30" fmla="*/ 137311 w 1909061"/>
              <a:gd name="connsiteY30" fmla="*/ 787400 h 1247775"/>
              <a:gd name="connsiteX31" fmla="*/ 80161 w 1909061"/>
              <a:gd name="connsiteY31" fmla="*/ 800100 h 1247775"/>
              <a:gd name="connsiteX32" fmla="*/ 7136 w 1909061"/>
              <a:gd name="connsiteY32" fmla="*/ 727075 h 1247775"/>
              <a:gd name="connsiteX33" fmla="*/ 10311 w 1909061"/>
              <a:gd name="connsiteY33" fmla="*/ 561975 h 1247775"/>
              <a:gd name="connsiteX34" fmla="*/ 73811 w 1909061"/>
              <a:gd name="connsiteY34" fmla="*/ 495300 h 1247775"/>
              <a:gd name="connsiteX35" fmla="*/ 210336 w 1909061"/>
              <a:gd name="connsiteY35" fmla="*/ 536575 h 1247775"/>
              <a:gd name="connsiteX36" fmla="*/ 216686 w 1909061"/>
              <a:gd name="connsiteY36" fmla="*/ 460375 h 1247775"/>
              <a:gd name="connsiteX37" fmla="*/ 172236 w 1909061"/>
              <a:gd name="connsiteY37" fmla="*/ 244475 h 1247775"/>
              <a:gd name="connsiteX38" fmla="*/ 146836 w 1909061"/>
              <a:gd name="connsiteY38" fmla="*/ 101600 h 1247775"/>
              <a:gd name="connsiteX39" fmla="*/ 130961 w 1909061"/>
              <a:gd name="connsiteY39" fmla="*/ 50800 h 1247775"/>
              <a:gd name="connsiteX40" fmla="*/ 99211 w 1909061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2586 w 1909373"/>
              <a:gd name="connsiteY15" fmla="*/ 692150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2586 w 1909373"/>
              <a:gd name="connsiteY15" fmla="*/ 692150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1377 w 1909373"/>
              <a:gd name="connsiteY14" fmla="*/ 736600 h 1247775"/>
              <a:gd name="connsiteX15" fmla="*/ 1706820 w 1909373"/>
              <a:gd name="connsiteY15" fmla="*/ 740833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5610 w 1909373"/>
              <a:gd name="connsiteY14" fmla="*/ 797983 h 1247775"/>
              <a:gd name="connsiteX15" fmla="*/ 1706820 w 1909373"/>
              <a:gd name="connsiteY15" fmla="*/ 740833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75610 w 1909373"/>
              <a:gd name="connsiteY14" fmla="*/ 797983 h 1247775"/>
              <a:gd name="connsiteX15" fmla="*/ 1715287 w 1909373"/>
              <a:gd name="connsiteY15" fmla="*/ 751416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9373"/>
              <a:gd name="connsiteY0" fmla="*/ 0 h 1247775"/>
              <a:gd name="connsiteX1" fmla="*/ 591336 w 1909373"/>
              <a:gd name="connsiteY1" fmla="*/ 0 h 1247775"/>
              <a:gd name="connsiteX2" fmla="*/ 1267611 w 1909373"/>
              <a:gd name="connsiteY2" fmla="*/ 3175 h 1247775"/>
              <a:gd name="connsiteX3" fmla="*/ 1569236 w 1909373"/>
              <a:gd name="connsiteY3" fmla="*/ 3175 h 1247775"/>
              <a:gd name="connsiteX4" fmla="*/ 1756561 w 1909373"/>
              <a:gd name="connsiteY4" fmla="*/ 12700 h 1247775"/>
              <a:gd name="connsiteX5" fmla="*/ 1759736 w 1909373"/>
              <a:gd name="connsiteY5" fmla="*/ 82550 h 1247775"/>
              <a:gd name="connsiteX6" fmla="*/ 1724811 w 1909373"/>
              <a:gd name="connsiteY6" fmla="*/ 206375 h 1247775"/>
              <a:gd name="connsiteX7" fmla="*/ 1708936 w 1909373"/>
              <a:gd name="connsiteY7" fmla="*/ 374650 h 1247775"/>
              <a:gd name="connsiteX8" fmla="*/ 1699411 w 1909373"/>
              <a:gd name="connsiteY8" fmla="*/ 492125 h 1247775"/>
              <a:gd name="connsiteX9" fmla="*/ 1743861 w 1909373"/>
              <a:gd name="connsiteY9" fmla="*/ 501650 h 1247775"/>
              <a:gd name="connsiteX10" fmla="*/ 1793603 w 1909373"/>
              <a:gd name="connsiteY10" fmla="*/ 447675 h 1247775"/>
              <a:gd name="connsiteX11" fmla="*/ 1883561 w 1909373"/>
              <a:gd name="connsiteY11" fmla="*/ 460375 h 1247775"/>
              <a:gd name="connsiteX12" fmla="*/ 1908961 w 1909373"/>
              <a:gd name="connsiteY12" fmla="*/ 593725 h 1247775"/>
              <a:gd name="connsiteX13" fmla="*/ 1868744 w 1909373"/>
              <a:gd name="connsiteY13" fmla="*/ 750358 h 1247775"/>
              <a:gd name="connsiteX14" fmla="*/ 1788310 w 1909373"/>
              <a:gd name="connsiteY14" fmla="*/ 804333 h 1247775"/>
              <a:gd name="connsiteX15" fmla="*/ 1715287 w 1909373"/>
              <a:gd name="connsiteY15" fmla="*/ 751416 h 1247775"/>
              <a:gd name="connsiteX16" fmla="*/ 1686711 w 1909373"/>
              <a:gd name="connsiteY16" fmla="*/ 847725 h 1247775"/>
              <a:gd name="connsiteX17" fmla="*/ 1705761 w 1909373"/>
              <a:gd name="connsiteY17" fmla="*/ 993775 h 1247775"/>
              <a:gd name="connsiteX18" fmla="*/ 1769261 w 1909373"/>
              <a:gd name="connsiteY18" fmla="*/ 1143000 h 1247775"/>
              <a:gd name="connsiteX19" fmla="*/ 1804186 w 1909373"/>
              <a:gd name="connsiteY19" fmla="*/ 1225550 h 1247775"/>
              <a:gd name="connsiteX20" fmla="*/ 1686711 w 1909373"/>
              <a:gd name="connsiteY20" fmla="*/ 1241425 h 1247775"/>
              <a:gd name="connsiteX21" fmla="*/ 1543836 w 1909373"/>
              <a:gd name="connsiteY21" fmla="*/ 1247775 h 1247775"/>
              <a:gd name="connsiteX22" fmla="*/ 1077111 w 1909373"/>
              <a:gd name="connsiteY22" fmla="*/ 1241425 h 1247775"/>
              <a:gd name="connsiteX23" fmla="*/ 654836 w 1909373"/>
              <a:gd name="connsiteY23" fmla="*/ 1231900 h 1247775"/>
              <a:gd name="connsiteX24" fmla="*/ 327811 w 1909373"/>
              <a:gd name="connsiteY24" fmla="*/ 1222375 h 1247775"/>
              <a:gd name="connsiteX25" fmla="*/ 67461 w 1909373"/>
              <a:gd name="connsiteY25" fmla="*/ 1206500 h 1247775"/>
              <a:gd name="connsiteX26" fmla="*/ 108736 w 1909373"/>
              <a:gd name="connsiteY26" fmla="*/ 1133475 h 1247775"/>
              <a:gd name="connsiteX27" fmla="*/ 180702 w 1909373"/>
              <a:gd name="connsiteY27" fmla="*/ 964142 h 1247775"/>
              <a:gd name="connsiteX28" fmla="*/ 189170 w 1909373"/>
              <a:gd name="connsiteY28" fmla="*/ 872067 h 1247775"/>
              <a:gd name="connsiteX29" fmla="*/ 191286 w 1909373"/>
              <a:gd name="connsiteY29" fmla="*/ 742950 h 1247775"/>
              <a:gd name="connsiteX30" fmla="*/ 137311 w 1909373"/>
              <a:gd name="connsiteY30" fmla="*/ 787400 h 1247775"/>
              <a:gd name="connsiteX31" fmla="*/ 80161 w 1909373"/>
              <a:gd name="connsiteY31" fmla="*/ 800100 h 1247775"/>
              <a:gd name="connsiteX32" fmla="*/ 7136 w 1909373"/>
              <a:gd name="connsiteY32" fmla="*/ 727075 h 1247775"/>
              <a:gd name="connsiteX33" fmla="*/ 10311 w 1909373"/>
              <a:gd name="connsiteY33" fmla="*/ 561975 h 1247775"/>
              <a:gd name="connsiteX34" fmla="*/ 73811 w 1909373"/>
              <a:gd name="connsiteY34" fmla="*/ 495300 h 1247775"/>
              <a:gd name="connsiteX35" fmla="*/ 210336 w 1909373"/>
              <a:gd name="connsiteY35" fmla="*/ 536575 h 1247775"/>
              <a:gd name="connsiteX36" fmla="*/ 216686 w 1909373"/>
              <a:gd name="connsiteY36" fmla="*/ 460375 h 1247775"/>
              <a:gd name="connsiteX37" fmla="*/ 172236 w 1909373"/>
              <a:gd name="connsiteY37" fmla="*/ 244475 h 1247775"/>
              <a:gd name="connsiteX38" fmla="*/ 146836 w 1909373"/>
              <a:gd name="connsiteY38" fmla="*/ 101600 h 1247775"/>
              <a:gd name="connsiteX39" fmla="*/ 130961 w 1909373"/>
              <a:gd name="connsiteY39" fmla="*/ 50800 h 1247775"/>
              <a:gd name="connsiteX40" fmla="*/ 99211 w 1909373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699411 w 1908974"/>
              <a:gd name="connsiteY8" fmla="*/ 492125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697294 w 1908974"/>
              <a:gd name="connsiteY8" fmla="*/ 509059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701527 w 1908974"/>
              <a:gd name="connsiteY8" fmla="*/ 536576 h 1247775"/>
              <a:gd name="connsiteX9" fmla="*/ 1743861 w 1908974"/>
              <a:gd name="connsiteY9" fmla="*/ 50165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4"/>
              <a:gd name="connsiteY0" fmla="*/ 0 h 1247775"/>
              <a:gd name="connsiteX1" fmla="*/ 591336 w 1908974"/>
              <a:gd name="connsiteY1" fmla="*/ 0 h 1247775"/>
              <a:gd name="connsiteX2" fmla="*/ 1267611 w 1908974"/>
              <a:gd name="connsiteY2" fmla="*/ 3175 h 1247775"/>
              <a:gd name="connsiteX3" fmla="*/ 1569236 w 1908974"/>
              <a:gd name="connsiteY3" fmla="*/ 3175 h 1247775"/>
              <a:gd name="connsiteX4" fmla="*/ 1756561 w 1908974"/>
              <a:gd name="connsiteY4" fmla="*/ 12700 h 1247775"/>
              <a:gd name="connsiteX5" fmla="*/ 1759736 w 1908974"/>
              <a:gd name="connsiteY5" fmla="*/ 82550 h 1247775"/>
              <a:gd name="connsiteX6" fmla="*/ 1724811 w 1908974"/>
              <a:gd name="connsiteY6" fmla="*/ 206375 h 1247775"/>
              <a:gd name="connsiteX7" fmla="*/ 1708936 w 1908974"/>
              <a:gd name="connsiteY7" fmla="*/ 374650 h 1247775"/>
              <a:gd name="connsiteX8" fmla="*/ 1701527 w 1908974"/>
              <a:gd name="connsiteY8" fmla="*/ 536576 h 1247775"/>
              <a:gd name="connsiteX9" fmla="*/ 1756561 w 1908974"/>
              <a:gd name="connsiteY9" fmla="*/ 520700 h 1247775"/>
              <a:gd name="connsiteX10" fmla="*/ 1793603 w 1908974"/>
              <a:gd name="connsiteY10" fmla="*/ 447675 h 1247775"/>
              <a:gd name="connsiteX11" fmla="*/ 1883561 w 1908974"/>
              <a:gd name="connsiteY11" fmla="*/ 460375 h 1247775"/>
              <a:gd name="connsiteX12" fmla="*/ 1908961 w 1908974"/>
              <a:gd name="connsiteY12" fmla="*/ 593725 h 1247775"/>
              <a:gd name="connsiteX13" fmla="*/ 1881444 w 1908974"/>
              <a:gd name="connsiteY13" fmla="*/ 769408 h 1247775"/>
              <a:gd name="connsiteX14" fmla="*/ 1788310 w 1908974"/>
              <a:gd name="connsiteY14" fmla="*/ 804333 h 1247775"/>
              <a:gd name="connsiteX15" fmla="*/ 1715287 w 1908974"/>
              <a:gd name="connsiteY15" fmla="*/ 751416 h 1247775"/>
              <a:gd name="connsiteX16" fmla="*/ 1686711 w 1908974"/>
              <a:gd name="connsiteY16" fmla="*/ 847725 h 1247775"/>
              <a:gd name="connsiteX17" fmla="*/ 1705761 w 1908974"/>
              <a:gd name="connsiteY17" fmla="*/ 993775 h 1247775"/>
              <a:gd name="connsiteX18" fmla="*/ 1769261 w 1908974"/>
              <a:gd name="connsiteY18" fmla="*/ 1143000 h 1247775"/>
              <a:gd name="connsiteX19" fmla="*/ 1804186 w 1908974"/>
              <a:gd name="connsiteY19" fmla="*/ 1225550 h 1247775"/>
              <a:gd name="connsiteX20" fmla="*/ 1686711 w 1908974"/>
              <a:gd name="connsiteY20" fmla="*/ 1241425 h 1247775"/>
              <a:gd name="connsiteX21" fmla="*/ 1543836 w 1908974"/>
              <a:gd name="connsiteY21" fmla="*/ 1247775 h 1247775"/>
              <a:gd name="connsiteX22" fmla="*/ 1077111 w 1908974"/>
              <a:gd name="connsiteY22" fmla="*/ 1241425 h 1247775"/>
              <a:gd name="connsiteX23" fmla="*/ 654836 w 1908974"/>
              <a:gd name="connsiteY23" fmla="*/ 1231900 h 1247775"/>
              <a:gd name="connsiteX24" fmla="*/ 327811 w 1908974"/>
              <a:gd name="connsiteY24" fmla="*/ 1222375 h 1247775"/>
              <a:gd name="connsiteX25" fmla="*/ 67461 w 1908974"/>
              <a:gd name="connsiteY25" fmla="*/ 1206500 h 1247775"/>
              <a:gd name="connsiteX26" fmla="*/ 108736 w 1908974"/>
              <a:gd name="connsiteY26" fmla="*/ 1133475 h 1247775"/>
              <a:gd name="connsiteX27" fmla="*/ 180702 w 1908974"/>
              <a:gd name="connsiteY27" fmla="*/ 964142 h 1247775"/>
              <a:gd name="connsiteX28" fmla="*/ 189170 w 1908974"/>
              <a:gd name="connsiteY28" fmla="*/ 872067 h 1247775"/>
              <a:gd name="connsiteX29" fmla="*/ 191286 w 1908974"/>
              <a:gd name="connsiteY29" fmla="*/ 742950 h 1247775"/>
              <a:gd name="connsiteX30" fmla="*/ 137311 w 1908974"/>
              <a:gd name="connsiteY30" fmla="*/ 787400 h 1247775"/>
              <a:gd name="connsiteX31" fmla="*/ 80161 w 1908974"/>
              <a:gd name="connsiteY31" fmla="*/ 800100 h 1247775"/>
              <a:gd name="connsiteX32" fmla="*/ 7136 w 1908974"/>
              <a:gd name="connsiteY32" fmla="*/ 727075 h 1247775"/>
              <a:gd name="connsiteX33" fmla="*/ 10311 w 1908974"/>
              <a:gd name="connsiteY33" fmla="*/ 561975 h 1247775"/>
              <a:gd name="connsiteX34" fmla="*/ 73811 w 1908974"/>
              <a:gd name="connsiteY34" fmla="*/ 495300 h 1247775"/>
              <a:gd name="connsiteX35" fmla="*/ 210336 w 1908974"/>
              <a:gd name="connsiteY35" fmla="*/ 536575 h 1247775"/>
              <a:gd name="connsiteX36" fmla="*/ 216686 w 1908974"/>
              <a:gd name="connsiteY36" fmla="*/ 460375 h 1247775"/>
              <a:gd name="connsiteX37" fmla="*/ 172236 w 1908974"/>
              <a:gd name="connsiteY37" fmla="*/ 244475 h 1247775"/>
              <a:gd name="connsiteX38" fmla="*/ 146836 w 1908974"/>
              <a:gd name="connsiteY38" fmla="*/ 101600 h 1247775"/>
              <a:gd name="connsiteX39" fmla="*/ 130961 w 1908974"/>
              <a:gd name="connsiteY39" fmla="*/ 50800 h 1247775"/>
              <a:gd name="connsiteX40" fmla="*/ 99211 w 1908974"/>
              <a:gd name="connsiteY40" fmla="*/ 0 h 1247775"/>
              <a:gd name="connsiteX0" fmla="*/ 99211 w 1908970"/>
              <a:gd name="connsiteY0" fmla="*/ 0 h 1247775"/>
              <a:gd name="connsiteX1" fmla="*/ 591336 w 1908970"/>
              <a:gd name="connsiteY1" fmla="*/ 0 h 1247775"/>
              <a:gd name="connsiteX2" fmla="*/ 1267611 w 1908970"/>
              <a:gd name="connsiteY2" fmla="*/ 3175 h 1247775"/>
              <a:gd name="connsiteX3" fmla="*/ 1569236 w 1908970"/>
              <a:gd name="connsiteY3" fmla="*/ 3175 h 1247775"/>
              <a:gd name="connsiteX4" fmla="*/ 1756561 w 1908970"/>
              <a:gd name="connsiteY4" fmla="*/ 12700 h 1247775"/>
              <a:gd name="connsiteX5" fmla="*/ 1759736 w 1908970"/>
              <a:gd name="connsiteY5" fmla="*/ 82550 h 1247775"/>
              <a:gd name="connsiteX6" fmla="*/ 1724811 w 1908970"/>
              <a:gd name="connsiteY6" fmla="*/ 206375 h 1247775"/>
              <a:gd name="connsiteX7" fmla="*/ 1708936 w 1908970"/>
              <a:gd name="connsiteY7" fmla="*/ 374650 h 1247775"/>
              <a:gd name="connsiteX8" fmla="*/ 1701527 w 1908970"/>
              <a:gd name="connsiteY8" fmla="*/ 536576 h 1247775"/>
              <a:gd name="connsiteX9" fmla="*/ 1756561 w 1908970"/>
              <a:gd name="connsiteY9" fmla="*/ 520700 h 1247775"/>
              <a:gd name="connsiteX10" fmla="*/ 1814770 w 1908970"/>
              <a:gd name="connsiteY10" fmla="*/ 466725 h 1247775"/>
              <a:gd name="connsiteX11" fmla="*/ 1883561 w 1908970"/>
              <a:gd name="connsiteY11" fmla="*/ 460375 h 1247775"/>
              <a:gd name="connsiteX12" fmla="*/ 1908961 w 1908970"/>
              <a:gd name="connsiteY12" fmla="*/ 593725 h 1247775"/>
              <a:gd name="connsiteX13" fmla="*/ 1881444 w 1908970"/>
              <a:gd name="connsiteY13" fmla="*/ 769408 h 1247775"/>
              <a:gd name="connsiteX14" fmla="*/ 1788310 w 1908970"/>
              <a:gd name="connsiteY14" fmla="*/ 804333 h 1247775"/>
              <a:gd name="connsiteX15" fmla="*/ 1715287 w 1908970"/>
              <a:gd name="connsiteY15" fmla="*/ 751416 h 1247775"/>
              <a:gd name="connsiteX16" fmla="*/ 1686711 w 1908970"/>
              <a:gd name="connsiteY16" fmla="*/ 847725 h 1247775"/>
              <a:gd name="connsiteX17" fmla="*/ 1705761 w 1908970"/>
              <a:gd name="connsiteY17" fmla="*/ 993775 h 1247775"/>
              <a:gd name="connsiteX18" fmla="*/ 1769261 w 1908970"/>
              <a:gd name="connsiteY18" fmla="*/ 1143000 h 1247775"/>
              <a:gd name="connsiteX19" fmla="*/ 1804186 w 1908970"/>
              <a:gd name="connsiteY19" fmla="*/ 1225550 h 1247775"/>
              <a:gd name="connsiteX20" fmla="*/ 1686711 w 1908970"/>
              <a:gd name="connsiteY20" fmla="*/ 1241425 h 1247775"/>
              <a:gd name="connsiteX21" fmla="*/ 1543836 w 1908970"/>
              <a:gd name="connsiteY21" fmla="*/ 1247775 h 1247775"/>
              <a:gd name="connsiteX22" fmla="*/ 1077111 w 1908970"/>
              <a:gd name="connsiteY22" fmla="*/ 1241425 h 1247775"/>
              <a:gd name="connsiteX23" fmla="*/ 654836 w 1908970"/>
              <a:gd name="connsiteY23" fmla="*/ 1231900 h 1247775"/>
              <a:gd name="connsiteX24" fmla="*/ 327811 w 1908970"/>
              <a:gd name="connsiteY24" fmla="*/ 1222375 h 1247775"/>
              <a:gd name="connsiteX25" fmla="*/ 67461 w 1908970"/>
              <a:gd name="connsiteY25" fmla="*/ 1206500 h 1247775"/>
              <a:gd name="connsiteX26" fmla="*/ 108736 w 1908970"/>
              <a:gd name="connsiteY26" fmla="*/ 1133475 h 1247775"/>
              <a:gd name="connsiteX27" fmla="*/ 180702 w 1908970"/>
              <a:gd name="connsiteY27" fmla="*/ 964142 h 1247775"/>
              <a:gd name="connsiteX28" fmla="*/ 189170 w 1908970"/>
              <a:gd name="connsiteY28" fmla="*/ 872067 h 1247775"/>
              <a:gd name="connsiteX29" fmla="*/ 191286 w 1908970"/>
              <a:gd name="connsiteY29" fmla="*/ 742950 h 1247775"/>
              <a:gd name="connsiteX30" fmla="*/ 137311 w 1908970"/>
              <a:gd name="connsiteY30" fmla="*/ 787400 h 1247775"/>
              <a:gd name="connsiteX31" fmla="*/ 80161 w 1908970"/>
              <a:gd name="connsiteY31" fmla="*/ 800100 h 1247775"/>
              <a:gd name="connsiteX32" fmla="*/ 7136 w 1908970"/>
              <a:gd name="connsiteY32" fmla="*/ 727075 h 1247775"/>
              <a:gd name="connsiteX33" fmla="*/ 10311 w 1908970"/>
              <a:gd name="connsiteY33" fmla="*/ 561975 h 1247775"/>
              <a:gd name="connsiteX34" fmla="*/ 73811 w 1908970"/>
              <a:gd name="connsiteY34" fmla="*/ 495300 h 1247775"/>
              <a:gd name="connsiteX35" fmla="*/ 210336 w 1908970"/>
              <a:gd name="connsiteY35" fmla="*/ 536575 h 1247775"/>
              <a:gd name="connsiteX36" fmla="*/ 216686 w 1908970"/>
              <a:gd name="connsiteY36" fmla="*/ 460375 h 1247775"/>
              <a:gd name="connsiteX37" fmla="*/ 172236 w 1908970"/>
              <a:gd name="connsiteY37" fmla="*/ 244475 h 1247775"/>
              <a:gd name="connsiteX38" fmla="*/ 146836 w 1908970"/>
              <a:gd name="connsiteY38" fmla="*/ 101600 h 1247775"/>
              <a:gd name="connsiteX39" fmla="*/ 130961 w 1908970"/>
              <a:gd name="connsiteY39" fmla="*/ 50800 h 1247775"/>
              <a:gd name="connsiteX40" fmla="*/ 99211 w 1908970"/>
              <a:gd name="connsiteY40" fmla="*/ 0 h 1247775"/>
              <a:gd name="connsiteX0" fmla="*/ 99211 w 1909002"/>
              <a:gd name="connsiteY0" fmla="*/ 0 h 1247775"/>
              <a:gd name="connsiteX1" fmla="*/ 591336 w 1909002"/>
              <a:gd name="connsiteY1" fmla="*/ 0 h 1247775"/>
              <a:gd name="connsiteX2" fmla="*/ 1267611 w 1909002"/>
              <a:gd name="connsiteY2" fmla="*/ 3175 h 1247775"/>
              <a:gd name="connsiteX3" fmla="*/ 1569236 w 1909002"/>
              <a:gd name="connsiteY3" fmla="*/ 3175 h 1247775"/>
              <a:gd name="connsiteX4" fmla="*/ 1756561 w 1909002"/>
              <a:gd name="connsiteY4" fmla="*/ 12700 h 1247775"/>
              <a:gd name="connsiteX5" fmla="*/ 1759736 w 1909002"/>
              <a:gd name="connsiteY5" fmla="*/ 82550 h 1247775"/>
              <a:gd name="connsiteX6" fmla="*/ 1724811 w 1909002"/>
              <a:gd name="connsiteY6" fmla="*/ 206375 h 1247775"/>
              <a:gd name="connsiteX7" fmla="*/ 1708936 w 1909002"/>
              <a:gd name="connsiteY7" fmla="*/ 374650 h 1247775"/>
              <a:gd name="connsiteX8" fmla="*/ 1701527 w 1909002"/>
              <a:gd name="connsiteY8" fmla="*/ 536576 h 1247775"/>
              <a:gd name="connsiteX9" fmla="*/ 1756561 w 1909002"/>
              <a:gd name="connsiteY9" fmla="*/ 520700 h 1247775"/>
              <a:gd name="connsiteX10" fmla="*/ 1814770 w 1909002"/>
              <a:gd name="connsiteY10" fmla="*/ 466725 h 1247775"/>
              <a:gd name="connsiteX11" fmla="*/ 1885678 w 1909002"/>
              <a:gd name="connsiteY11" fmla="*/ 481541 h 1247775"/>
              <a:gd name="connsiteX12" fmla="*/ 1908961 w 1909002"/>
              <a:gd name="connsiteY12" fmla="*/ 593725 h 1247775"/>
              <a:gd name="connsiteX13" fmla="*/ 1881444 w 1909002"/>
              <a:gd name="connsiteY13" fmla="*/ 769408 h 1247775"/>
              <a:gd name="connsiteX14" fmla="*/ 1788310 w 1909002"/>
              <a:gd name="connsiteY14" fmla="*/ 804333 h 1247775"/>
              <a:gd name="connsiteX15" fmla="*/ 1715287 w 1909002"/>
              <a:gd name="connsiteY15" fmla="*/ 751416 h 1247775"/>
              <a:gd name="connsiteX16" fmla="*/ 1686711 w 1909002"/>
              <a:gd name="connsiteY16" fmla="*/ 847725 h 1247775"/>
              <a:gd name="connsiteX17" fmla="*/ 1705761 w 1909002"/>
              <a:gd name="connsiteY17" fmla="*/ 993775 h 1247775"/>
              <a:gd name="connsiteX18" fmla="*/ 1769261 w 1909002"/>
              <a:gd name="connsiteY18" fmla="*/ 1143000 h 1247775"/>
              <a:gd name="connsiteX19" fmla="*/ 1804186 w 1909002"/>
              <a:gd name="connsiteY19" fmla="*/ 1225550 h 1247775"/>
              <a:gd name="connsiteX20" fmla="*/ 1686711 w 1909002"/>
              <a:gd name="connsiteY20" fmla="*/ 1241425 h 1247775"/>
              <a:gd name="connsiteX21" fmla="*/ 1543836 w 1909002"/>
              <a:gd name="connsiteY21" fmla="*/ 1247775 h 1247775"/>
              <a:gd name="connsiteX22" fmla="*/ 1077111 w 1909002"/>
              <a:gd name="connsiteY22" fmla="*/ 1241425 h 1247775"/>
              <a:gd name="connsiteX23" fmla="*/ 654836 w 1909002"/>
              <a:gd name="connsiteY23" fmla="*/ 1231900 h 1247775"/>
              <a:gd name="connsiteX24" fmla="*/ 327811 w 1909002"/>
              <a:gd name="connsiteY24" fmla="*/ 1222375 h 1247775"/>
              <a:gd name="connsiteX25" fmla="*/ 67461 w 1909002"/>
              <a:gd name="connsiteY25" fmla="*/ 1206500 h 1247775"/>
              <a:gd name="connsiteX26" fmla="*/ 108736 w 1909002"/>
              <a:gd name="connsiteY26" fmla="*/ 1133475 h 1247775"/>
              <a:gd name="connsiteX27" fmla="*/ 180702 w 1909002"/>
              <a:gd name="connsiteY27" fmla="*/ 964142 h 1247775"/>
              <a:gd name="connsiteX28" fmla="*/ 189170 w 1909002"/>
              <a:gd name="connsiteY28" fmla="*/ 872067 h 1247775"/>
              <a:gd name="connsiteX29" fmla="*/ 191286 w 1909002"/>
              <a:gd name="connsiteY29" fmla="*/ 742950 h 1247775"/>
              <a:gd name="connsiteX30" fmla="*/ 137311 w 1909002"/>
              <a:gd name="connsiteY30" fmla="*/ 787400 h 1247775"/>
              <a:gd name="connsiteX31" fmla="*/ 80161 w 1909002"/>
              <a:gd name="connsiteY31" fmla="*/ 800100 h 1247775"/>
              <a:gd name="connsiteX32" fmla="*/ 7136 w 1909002"/>
              <a:gd name="connsiteY32" fmla="*/ 727075 h 1247775"/>
              <a:gd name="connsiteX33" fmla="*/ 10311 w 1909002"/>
              <a:gd name="connsiteY33" fmla="*/ 561975 h 1247775"/>
              <a:gd name="connsiteX34" fmla="*/ 73811 w 1909002"/>
              <a:gd name="connsiteY34" fmla="*/ 495300 h 1247775"/>
              <a:gd name="connsiteX35" fmla="*/ 210336 w 1909002"/>
              <a:gd name="connsiteY35" fmla="*/ 536575 h 1247775"/>
              <a:gd name="connsiteX36" fmla="*/ 216686 w 1909002"/>
              <a:gd name="connsiteY36" fmla="*/ 460375 h 1247775"/>
              <a:gd name="connsiteX37" fmla="*/ 172236 w 1909002"/>
              <a:gd name="connsiteY37" fmla="*/ 244475 h 1247775"/>
              <a:gd name="connsiteX38" fmla="*/ 146836 w 1909002"/>
              <a:gd name="connsiteY38" fmla="*/ 101600 h 1247775"/>
              <a:gd name="connsiteX39" fmla="*/ 130961 w 1909002"/>
              <a:gd name="connsiteY39" fmla="*/ 50800 h 1247775"/>
              <a:gd name="connsiteX40" fmla="*/ 99211 w 1909002"/>
              <a:gd name="connsiteY40" fmla="*/ 0 h 1247775"/>
              <a:gd name="connsiteX0" fmla="*/ 99211 w 1910991"/>
              <a:gd name="connsiteY0" fmla="*/ 0 h 1247775"/>
              <a:gd name="connsiteX1" fmla="*/ 591336 w 1910991"/>
              <a:gd name="connsiteY1" fmla="*/ 0 h 1247775"/>
              <a:gd name="connsiteX2" fmla="*/ 1267611 w 1910991"/>
              <a:gd name="connsiteY2" fmla="*/ 3175 h 1247775"/>
              <a:gd name="connsiteX3" fmla="*/ 1569236 w 1910991"/>
              <a:gd name="connsiteY3" fmla="*/ 3175 h 1247775"/>
              <a:gd name="connsiteX4" fmla="*/ 1756561 w 1910991"/>
              <a:gd name="connsiteY4" fmla="*/ 12700 h 1247775"/>
              <a:gd name="connsiteX5" fmla="*/ 1759736 w 1910991"/>
              <a:gd name="connsiteY5" fmla="*/ 82550 h 1247775"/>
              <a:gd name="connsiteX6" fmla="*/ 1724811 w 1910991"/>
              <a:gd name="connsiteY6" fmla="*/ 206375 h 1247775"/>
              <a:gd name="connsiteX7" fmla="*/ 1708936 w 1910991"/>
              <a:gd name="connsiteY7" fmla="*/ 374650 h 1247775"/>
              <a:gd name="connsiteX8" fmla="*/ 1701527 w 1910991"/>
              <a:gd name="connsiteY8" fmla="*/ 536576 h 1247775"/>
              <a:gd name="connsiteX9" fmla="*/ 1756561 w 1910991"/>
              <a:gd name="connsiteY9" fmla="*/ 520700 h 1247775"/>
              <a:gd name="connsiteX10" fmla="*/ 1814770 w 1910991"/>
              <a:gd name="connsiteY10" fmla="*/ 466725 h 1247775"/>
              <a:gd name="connsiteX11" fmla="*/ 1898378 w 1910991"/>
              <a:gd name="connsiteY11" fmla="*/ 509058 h 1247775"/>
              <a:gd name="connsiteX12" fmla="*/ 1908961 w 1910991"/>
              <a:gd name="connsiteY12" fmla="*/ 593725 h 1247775"/>
              <a:gd name="connsiteX13" fmla="*/ 1881444 w 1910991"/>
              <a:gd name="connsiteY13" fmla="*/ 769408 h 1247775"/>
              <a:gd name="connsiteX14" fmla="*/ 1788310 w 1910991"/>
              <a:gd name="connsiteY14" fmla="*/ 804333 h 1247775"/>
              <a:gd name="connsiteX15" fmla="*/ 1715287 w 1910991"/>
              <a:gd name="connsiteY15" fmla="*/ 751416 h 1247775"/>
              <a:gd name="connsiteX16" fmla="*/ 1686711 w 1910991"/>
              <a:gd name="connsiteY16" fmla="*/ 847725 h 1247775"/>
              <a:gd name="connsiteX17" fmla="*/ 1705761 w 1910991"/>
              <a:gd name="connsiteY17" fmla="*/ 993775 h 1247775"/>
              <a:gd name="connsiteX18" fmla="*/ 1769261 w 1910991"/>
              <a:gd name="connsiteY18" fmla="*/ 1143000 h 1247775"/>
              <a:gd name="connsiteX19" fmla="*/ 1804186 w 1910991"/>
              <a:gd name="connsiteY19" fmla="*/ 1225550 h 1247775"/>
              <a:gd name="connsiteX20" fmla="*/ 1686711 w 1910991"/>
              <a:gd name="connsiteY20" fmla="*/ 1241425 h 1247775"/>
              <a:gd name="connsiteX21" fmla="*/ 1543836 w 1910991"/>
              <a:gd name="connsiteY21" fmla="*/ 1247775 h 1247775"/>
              <a:gd name="connsiteX22" fmla="*/ 1077111 w 1910991"/>
              <a:gd name="connsiteY22" fmla="*/ 1241425 h 1247775"/>
              <a:gd name="connsiteX23" fmla="*/ 654836 w 1910991"/>
              <a:gd name="connsiteY23" fmla="*/ 1231900 h 1247775"/>
              <a:gd name="connsiteX24" fmla="*/ 327811 w 1910991"/>
              <a:gd name="connsiteY24" fmla="*/ 1222375 h 1247775"/>
              <a:gd name="connsiteX25" fmla="*/ 67461 w 1910991"/>
              <a:gd name="connsiteY25" fmla="*/ 1206500 h 1247775"/>
              <a:gd name="connsiteX26" fmla="*/ 108736 w 1910991"/>
              <a:gd name="connsiteY26" fmla="*/ 1133475 h 1247775"/>
              <a:gd name="connsiteX27" fmla="*/ 180702 w 1910991"/>
              <a:gd name="connsiteY27" fmla="*/ 964142 h 1247775"/>
              <a:gd name="connsiteX28" fmla="*/ 189170 w 1910991"/>
              <a:gd name="connsiteY28" fmla="*/ 872067 h 1247775"/>
              <a:gd name="connsiteX29" fmla="*/ 191286 w 1910991"/>
              <a:gd name="connsiteY29" fmla="*/ 742950 h 1247775"/>
              <a:gd name="connsiteX30" fmla="*/ 137311 w 1910991"/>
              <a:gd name="connsiteY30" fmla="*/ 787400 h 1247775"/>
              <a:gd name="connsiteX31" fmla="*/ 80161 w 1910991"/>
              <a:gd name="connsiteY31" fmla="*/ 800100 h 1247775"/>
              <a:gd name="connsiteX32" fmla="*/ 7136 w 1910991"/>
              <a:gd name="connsiteY32" fmla="*/ 727075 h 1247775"/>
              <a:gd name="connsiteX33" fmla="*/ 10311 w 1910991"/>
              <a:gd name="connsiteY33" fmla="*/ 561975 h 1247775"/>
              <a:gd name="connsiteX34" fmla="*/ 73811 w 1910991"/>
              <a:gd name="connsiteY34" fmla="*/ 495300 h 1247775"/>
              <a:gd name="connsiteX35" fmla="*/ 210336 w 1910991"/>
              <a:gd name="connsiteY35" fmla="*/ 536575 h 1247775"/>
              <a:gd name="connsiteX36" fmla="*/ 216686 w 1910991"/>
              <a:gd name="connsiteY36" fmla="*/ 460375 h 1247775"/>
              <a:gd name="connsiteX37" fmla="*/ 172236 w 1910991"/>
              <a:gd name="connsiteY37" fmla="*/ 244475 h 1247775"/>
              <a:gd name="connsiteX38" fmla="*/ 146836 w 1910991"/>
              <a:gd name="connsiteY38" fmla="*/ 101600 h 1247775"/>
              <a:gd name="connsiteX39" fmla="*/ 130961 w 1910991"/>
              <a:gd name="connsiteY39" fmla="*/ 50800 h 1247775"/>
              <a:gd name="connsiteX40" fmla="*/ 99211 w 1910991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8936 w 1914377"/>
              <a:gd name="connsiteY7" fmla="*/ 374650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09058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8936 w 1914377"/>
              <a:gd name="connsiteY7" fmla="*/ 374650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49275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377"/>
              <a:gd name="connsiteY0" fmla="*/ 0 h 1247775"/>
              <a:gd name="connsiteX1" fmla="*/ 591336 w 1914377"/>
              <a:gd name="connsiteY1" fmla="*/ 0 h 1247775"/>
              <a:gd name="connsiteX2" fmla="*/ 1267611 w 1914377"/>
              <a:gd name="connsiteY2" fmla="*/ 3175 h 1247775"/>
              <a:gd name="connsiteX3" fmla="*/ 1569236 w 1914377"/>
              <a:gd name="connsiteY3" fmla="*/ 3175 h 1247775"/>
              <a:gd name="connsiteX4" fmla="*/ 1756561 w 1914377"/>
              <a:gd name="connsiteY4" fmla="*/ 12700 h 1247775"/>
              <a:gd name="connsiteX5" fmla="*/ 1759736 w 1914377"/>
              <a:gd name="connsiteY5" fmla="*/ 82550 h 1247775"/>
              <a:gd name="connsiteX6" fmla="*/ 1724811 w 1914377"/>
              <a:gd name="connsiteY6" fmla="*/ 206375 h 1247775"/>
              <a:gd name="connsiteX7" fmla="*/ 1700470 w 1914377"/>
              <a:gd name="connsiteY7" fmla="*/ 372533 h 1247775"/>
              <a:gd name="connsiteX8" fmla="*/ 1701527 w 1914377"/>
              <a:gd name="connsiteY8" fmla="*/ 536576 h 1247775"/>
              <a:gd name="connsiteX9" fmla="*/ 1756561 w 1914377"/>
              <a:gd name="connsiteY9" fmla="*/ 520700 h 1247775"/>
              <a:gd name="connsiteX10" fmla="*/ 1814770 w 1914377"/>
              <a:gd name="connsiteY10" fmla="*/ 466725 h 1247775"/>
              <a:gd name="connsiteX11" fmla="*/ 1898378 w 1914377"/>
              <a:gd name="connsiteY11" fmla="*/ 549275 h 1247775"/>
              <a:gd name="connsiteX12" fmla="*/ 1913194 w 1914377"/>
              <a:gd name="connsiteY12" fmla="*/ 629708 h 1247775"/>
              <a:gd name="connsiteX13" fmla="*/ 1881444 w 1914377"/>
              <a:gd name="connsiteY13" fmla="*/ 769408 h 1247775"/>
              <a:gd name="connsiteX14" fmla="*/ 1788310 w 1914377"/>
              <a:gd name="connsiteY14" fmla="*/ 804333 h 1247775"/>
              <a:gd name="connsiteX15" fmla="*/ 1715287 w 1914377"/>
              <a:gd name="connsiteY15" fmla="*/ 751416 h 1247775"/>
              <a:gd name="connsiteX16" fmla="*/ 1686711 w 1914377"/>
              <a:gd name="connsiteY16" fmla="*/ 847725 h 1247775"/>
              <a:gd name="connsiteX17" fmla="*/ 1705761 w 1914377"/>
              <a:gd name="connsiteY17" fmla="*/ 993775 h 1247775"/>
              <a:gd name="connsiteX18" fmla="*/ 1769261 w 1914377"/>
              <a:gd name="connsiteY18" fmla="*/ 1143000 h 1247775"/>
              <a:gd name="connsiteX19" fmla="*/ 1804186 w 1914377"/>
              <a:gd name="connsiteY19" fmla="*/ 1225550 h 1247775"/>
              <a:gd name="connsiteX20" fmla="*/ 1686711 w 1914377"/>
              <a:gd name="connsiteY20" fmla="*/ 1241425 h 1247775"/>
              <a:gd name="connsiteX21" fmla="*/ 1543836 w 1914377"/>
              <a:gd name="connsiteY21" fmla="*/ 1247775 h 1247775"/>
              <a:gd name="connsiteX22" fmla="*/ 1077111 w 1914377"/>
              <a:gd name="connsiteY22" fmla="*/ 1241425 h 1247775"/>
              <a:gd name="connsiteX23" fmla="*/ 654836 w 1914377"/>
              <a:gd name="connsiteY23" fmla="*/ 1231900 h 1247775"/>
              <a:gd name="connsiteX24" fmla="*/ 327811 w 1914377"/>
              <a:gd name="connsiteY24" fmla="*/ 1222375 h 1247775"/>
              <a:gd name="connsiteX25" fmla="*/ 67461 w 1914377"/>
              <a:gd name="connsiteY25" fmla="*/ 1206500 h 1247775"/>
              <a:gd name="connsiteX26" fmla="*/ 108736 w 1914377"/>
              <a:gd name="connsiteY26" fmla="*/ 1133475 h 1247775"/>
              <a:gd name="connsiteX27" fmla="*/ 180702 w 1914377"/>
              <a:gd name="connsiteY27" fmla="*/ 964142 h 1247775"/>
              <a:gd name="connsiteX28" fmla="*/ 189170 w 1914377"/>
              <a:gd name="connsiteY28" fmla="*/ 872067 h 1247775"/>
              <a:gd name="connsiteX29" fmla="*/ 191286 w 1914377"/>
              <a:gd name="connsiteY29" fmla="*/ 742950 h 1247775"/>
              <a:gd name="connsiteX30" fmla="*/ 137311 w 1914377"/>
              <a:gd name="connsiteY30" fmla="*/ 787400 h 1247775"/>
              <a:gd name="connsiteX31" fmla="*/ 80161 w 1914377"/>
              <a:gd name="connsiteY31" fmla="*/ 800100 h 1247775"/>
              <a:gd name="connsiteX32" fmla="*/ 7136 w 1914377"/>
              <a:gd name="connsiteY32" fmla="*/ 727075 h 1247775"/>
              <a:gd name="connsiteX33" fmla="*/ 10311 w 1914377"/>
              <a:gd name="connsiteY33" fmla="*/ 561975 h 1247775"/>
              <a:gd name="connsiteX34" fmla="*/ 73811 w 1914377"/>
              <a:gd name="connsiteY34" fmla="*/ 495300 h 1247775"/>
              <a:gd name="connsiteX35" fmla="*/ 210336 w 1914377"/>
              <a:gd name="connsiteY35" fmla="*/ 536575 h 1247775"/>
              <a:gd name="connsiteX36" fmla="*/ 216686 w 1914377"/>
              <a:gd name="connsiteY36" fmla="*/ 460375 h 1247775"/>
              <a:gd name="connsiteX37" fmla="*/ 172236 w 1914377"/>
              <a:gd name="connsiteY37" fmla="*/ 244475 h 1247775"/>
              <a:gd name="connsiteX38" fmla="*/ 146836 w 1914377"/>
              <a:gd name="connsiteY38" fmla="*/ 101600 h 1247775"/>
              <a:gd name="connsiteX39" fmla="*/ 130961 w 1914377"/>
              <a:gd name="connsiteY39" fmla="*/ 50800 h 1247775"/>
              <a:gd name="connsiteX40" fmla="*/ 99211 w 1914377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4008"/>
              <a:gd name="connsiteY0" fmla="*/ 0 h 1247775"/>
              <a:gd name="connsiteX1" fmla="*/ 591336 w 1914008"/>
              <a:gd name="connsiteY1" fmla="*/ 0 h 1247775"/>
              <a:gd name="connsiteX2" fmla="*/ 1267611 w 1914008"/>
              <a:gd name="connsiteY2" fmla="*/ 3175 h 1247775"/>
              <a:gd name="connsiteX3" fmla="*/ 1569236 w 1914008"/>
              <a:gd name="connsiteY3" fmla="*/ 3175 h 1247775"/>
              <a:gd name="connsiteX4" fmla="*/ 1756561 w 1914008"/>
              <a:gd name="connsiteY4" fmla="*/ 12700 h 1247775"/>
              <a:gd name="connsiteX5" fmla="*/ 1759736 w 1914008"/>
              <a:gd name="connsiteY5" fmla="*/ 82550 h 1247775"/>
              <a:gd name="connsiteX6" fmla="*/ 1724811 w 1914008"/>
              <a:gd name="connsiteY6" fmla="*/ 206375 h 1247775"/>
              <a:gd name="connsiteX7" fmla="*/ 1700470 w 1914008"/>
              <a:gd name="connsiteY7" fmla="*/ 372533 h 1247775"/>
              <a:gd name="connsiteX8" fmla="*/ 1701527 w 1914008"/>
              <a:gd name="connsiteY8" fmla="*/ 536576 h 1247775"/>
              <a:gd name="connsiteX9" fmla="*/ 1756561 w 1914008"/>
              <a:gd name="connsiteY9" fmla="*/ 520700 h 1247775"/>
              <a:gd name="connsiteX10" fmla="*/ 1833820 w 1914008"/>
              <a:gd name="connsiteY10" fmla="*/ 487892 h 1247775"/>
              <a:gd name="connsiteX11" fmla="*/ 1898378 w 1914008"/>
              <a:gd name="connsiteY11" fmla="*/ 549275 h 1247775"/>
              <a:gd name="connsiteX12" fmla="*/ 1913194 w 1914008"/>
              <a:gd name="connsiteY12" fmla="*/ 629708 h 1247775"/>
              <a:gd name="connsiteX13" fmla="*/ 1881444 w 1914008"/>
              <a:gd name="connsiteY13" fmla="*/ 769408 h 1247775"/>
              <a:gd name="connsiteX14" fmla="*/ 1788310 w 1914008"/>
              <a:gd name="connsiteY14" fmla="*/ 804333 h 1247775"/>
              <a:gd name="connsiteX15" fmla="*/ 1715287 w 1914008"/>
              <a:gd name="connsiteY15" fmla="*/ 751416 h 1247775"/>
              <a:gd name="connsiteX16" fmla="*/ 1686711 w 1914008"/>
              <a:gd name="connsiteY16" fmla="*/ 847725 h 1247775"/>
              <a:gd name="connsiteX17" fmla="*/ 1705761 w 1914008"/>
              <a:gd name="connsiteY17" fmla="*/ 993775 h 1247775"/>
              <a:gd name="connsiteX18" fmla="*/ 1769261 w 1914008"/>
              <a:gd name="connsiteY18" fmla="*/ 1143000 h 1247775"/>
              <a:gd name="connsiteX19" fmla="*/ 1804186 w 1914008"/>
              <a:gd name="connsiteY19" fmla="*/ 1225550 h 1247775"/>
              <a:gd name="connsiteX20" fmla="*/ 1686711 w 1914008"/>
              <a:gd name="connsiteY20" fmla="*/ 1241425 h 1247775"/>
              <a:gd name="connsiteX21" fmla="*/ 1543836 w 1914008"/>
              <a:gd name="connsiteY21" fmla="*/ 1247775 h 1247775"/>
              <a:gd name="connsiteX22" fmla="*/ 1077111 w 1914008"/>
              <a:gd name="connsiteY22" fmla="*/ 1241425 h 1247775"/>
              <a:gd name="connsiteX23" fmla="*/ 654836 w 1914008"/>
              <a:gd name="connsiteY23" fmla="*/ 1231900 h 1247775"/>
              <a:gd name="connsiteX24" fmla="*/ 327811 w 1914008"/>
              <a:gd name="connsiteY24" fmla="*/ 1222375 h 1247775"/>
              <a:gd name="connsiteX25" fmla="*/ 67461 w 1914008"/>
              <a:gd name="connsiteY25" fmla="*/ 1206500 h 1247775"/>
              <a:gd name="connsiteX26" fmla="*/ 108736 w 1914008"/>
              <a:gd name="connsiteY26" fmla="*/ 1133475 h 1247775"/>
              <a:gd name="connsiteX27" fmla="*/ 180702 w 1914008"/>
              <a:gd name="connsiteY27" fmla="*/ 964142 h 1247775"/>
              <a:gd name="connsiteX28" fmla="*/ 189170 w 1914008"/>
              <a:gd name="connsiteY28" fmla="*/ 872067 h 1247775"/>
              <a:gd name="connsiteX29" fmla="*/ 191286 w 1914008"/>
              <a:gd name="connsiteY29" fmla="*/ 742950 h 1247775"/>
              <a:gd name="connsiteX30" fmla="*/ 137311 w 1914008"/>
              <a:gd name="connsiteY30" fmla="*/ 787400 h 1247775"/>
              <a:gd name="connsiteX31" fmla="*/ 80161 w 1914008"/>
              <a:gd name="connsiteY31" fmla="*/ 800100 h 1247775"/>
              <a:gd name="connsiteX32" fmla="*/ 7136 w 1914008"/>
              <a:gd name="connsiteY32" fmla="*/ 727075 h 1247775"/>
              <a:gd name="connsiteX33" fmla="*/ 10311 w 1914008"/>
              <a:gd name="connsiteY33" fmla="*/ 561975 h 1247775"/>
              <a:gd name="connsiteX34" fmla="*/ 73811 w 1914008"/>
              <a:gd name="connsiteY34" fmla="*/ 495300 h 1247775"/>
              <a:gd name="connsiteX35" fmla="*/ 210336 w 1914008"/>
              <a:gd name="connsiteY35" fmla="*/ 536575 h 1247775"/>
              <a:gd name="connsiteX36" fmla="*/ 216686 w 1914008"/>
              <a:gd name="connsiteY36" fmla="*/ 460375 h 1247775"/>
              <a:gd name="connsiteX37" fmla="*/ 172236 w 1914008"/>
              <a:gd name="connsiteY37" fmla="*/ 244475 h 1247775"/>
              <a:gd name="connsiteX38" fmla="*/ 146836 w 1914008"/>
              <a:gd name="connsiteY38" fmla="*/ 101600 h 1247775"/>
              <a:gd name="connsiteX39" fmla="*/ 130961 w 1914008"/>
              <a:gd name="connsiteY39" fmla="*/ 50800 h 1247775"/>
              <a:gd name="connsiteX40" fmla="*/ 99211 w 1914008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56561 w 1913949"/>
              <a:gd name="connsiteY9" fmla="*/ 52070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69261 w 1913949"/>
              <a:gd name="connsiteY9" fmla="*/ 529166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3494 w 1913949"/>
              <a:gd name="connsiteY9" fmla="*/ 524933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1377 w 1913949"/>
              <a:gd name="connsiteY9" fmla="*/ 51435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  <a:gd name="connsiteX0" fmla="*/ 99211 w 1913949"/>
              <a:gd name="connsiteY0" fmla="*/ 0 h 1247775"/>
              <a:gd name="connsiteX1" fmla="*/ 591336 w 1913949"/>
              <a:gd name="connsiteY1" fmla="*/ 0 h 1247775"/>
              <a:gd name="connsiteX2" fmla="*/ 1267611 w 1913949"/>
              <a:gd name="connsiteY2" fmla="*/ 3175 h 1247775"/>
              <a:gd name="connsiteX3" fmla="*/ 1569236 w 1913949"/>
              <a:gd name="connsiteY3" fmla="*/ 3175 h 1247775"/>
              <a:gd name="connsiteX4" fmla="*/ 1756561 w 1913949"/>
              <a:gd name="connsiteY4" fmla="*/ 12700 h 1247775"/>
              <a:gd name="connsiteX5" fmla="*/ 1759736 w 1913949"/>
              <a:gd name="connsiteY5" fmla="*/ 82550 h 1247775"/>
              <a:gd name="connsiteX6" fmla="*/ 1724811 w 1913949"/>
              <a:gd name="connsiteY6" fmla="*/ 206375 h 1247775"/>
              <a:gd name="connsiteX7" fmla="*/ 1700470 w 1913949"/>
              <a:gd name="connsiteY7" fmla="*/ 372533 h 1247775"/>
              <a:gd name="connsiteX8" fmla="*/ 1701527 w 1913949"/>
              <a:gd name="connsiteY8" fmla="*/ 536576 h 1247775"/>
              <a:gd name="connsiteX9" fmla="*/ 1771377 w 1913949"/>
              <a:gd name="connsiteY9" fmla="*/ 514350 h 1247775"/>
              <a:gd name="connsiteX10" fmla="*/ 1838053 w 1913949"/>
              <a:gd name="connsiteY10" fmla="*/ 496359 h 1247775"/>
              <a:gd name="connsiteX11" fmla="*/ 1898378 w 1913949"/>
              <a:gd name="connsiteY11" fmla="*/ 549275 h 1247775"/>
              <a:gd name="connsiteX12" fmla="*/ 1913194 w 1913949"/>
              <a:gd name="connsiteY12" fmla="*/ 629708 h 1247775"/>
              <a:gd name="connsiteX13" fmla="*/ 1881444 w 1913949"/>
              <a:gd name="connsiteY13" fmla="*/ 769408 h 1247775"/>
              <a:gd name="connsiteX14" fmla="*/ 1788310 w 1913949"/>
              <a:gd name="connsiteY14" fmla="*/ 804333 h 1247775"/>
              <a:gd name="connsiteX15" fmla="*/ 1715287 w 1913949"/>
              <a:gd name="connsiteY15" fmla="*/ 751416 h 1247775"/>
              <a:gd name="connsiteX16" fmla="*/ 1686711 w 1913949"/>
              <a:gd name="connsiteY16" fmla="*/ 847725 h 1247775"/>
              <a:gd name="connsiteX17" fmla="*/ 1705761 w 1913949"/>
              <a:gd name="connsiteY17" fmla="*/ 993775 h 1247775"/>
              <a:gd name="connsiteX18" fmla="*/ 1769261 w 1913949"/>
              <a:gd name="connsiteY18" fmla="*/ 1143000 h 1247775"/>
              <a:gd name="connsiteX19" fmla="*/ 1804186 w 1913949"/>
              <a:gd name="connsiteY19" fmla="*/ 1225550 h 1247775"/>
              <a:gd name="connsiteX20" fmla="*/ 1686711 w 1913949"/>
              <a:gd name="connsiteY20" fmla="*/ 1241425 h 1247775"/>
              <a:gd name="connsiteX21" fmla="*/ 1543836 w 1913949"/>
              <a:gd name="connsiteY21" fmla="*/ 1247775 h 1247775"/>
              <a:gd name="connsiteX22" fmla="*/ 1077111 w 1913949"/>
              <a:gd name="connsiteY22" fmla="*/ 1241425 h 1247775"/>
              <a:gd name="connsiteX23" fmla="*/ 654836 w 1913949"/>
              <a:gd name="connsiteY23" fmla="*/ 1231900 h 1247775"/>
              <a:gd name="connsiteX24" fmla="*/ 327811 w 1913949"/>
              <a:gd name="connsiteY24" fmla="*/ 1222375 h 1247775"/>
              <a:gd name="connsiteX25" fmla="*/ 67461 w 1913949"/>
              <a:gd name="connsiteY25" fmla="*/ 1206500 h 1247775"/>
              <a:gd name="connsiteX26" fmla="*/ 108736 w 1913949"/>
              <a:gd name="connsiteY26" fmla="*/ 1133475 h 1247775"/>
              <a:gd name="connsiteX27" fmla="*/ 180702 w 1913949"/>
              <a:gd name="connsiteY27" fmla="*/ 964142 h 1247775"/>
              <a:gd name="connsiteX28" fmla="*/ 189170 w 1913949"/>
              <a:gd name="connsiteY28" fmla="*/ 872067 h 1247775"/>
              <a:gd name="connsiteX29" fmla="*/ 191286 w 1913949"/>
              <a:gd name="connsiteY29" fmla="*/ 742950 h 1247775"/>
              <a:gd name="connsiteX30" fmla="*/ 137311 w 1913949"/>
              <a:gd name="connsiteY30" fmla="*/ 787400 h 1247775"/>
              <a:gd name="connsiteX31" fmla="*/ 80161 w 1913949"/>
              <a:gd name="connsiteY31" fmla="*/ 800100 h 1247775"/>
              <a:gd name="connsiteX32" fmla="*/ 7136 w 1913949"/>
              <a:gd name="connsiteY32" fmla="*/ 727075 h 1247775"/>
              <a:gd name="connsiteX33" fmla="*/ 10311 w 1913949"/>
              <a:gd name="connsiteY33" fmla="*/ 561975 h 1247775"/>
              <a:gd name="connsiteX34" fmla="*/ 73811 w 1913949"/>
              <a:gd name="connsiteY34" fmla="*/ 495300 h 1247775"/>
              <a:gd name="connsiteX35" fmla="*/ 210336 w 1913949"/>
              <a:gd name="connsiteY35" fmla="*/ 536575 h 1247775"/>
              <a:gd name="connsiteX36" fmla="*/ 216686 w 1913949"/>
              <a:gd name="connsiteY36" fmla="*/ 460375 h 1247775"/>
              <a:gd name="connsiteX37" fmla="*/ 172236 w 1913949"/>
              <a:gd name="connsiteY37" fmla="*/ 244475 h 1247775"/>
              <a:gd name="connsiteX38" fmla="*/ 146836 w 1913949"/>
              <a:gd name="connsiteY38" fmla="*/ 101600 h 1247775"/>
              <a:gd name="connsiteX39" fmla="*/ 130961 w 1913949"/>
              <a:gd name="connsiteY39" fmla="*/ 50800 h 1247775"/>
              <a:gd name="connsiteX40" fmla="*/ 99211 w 1913949"/>
              <a:gd name="connsiteY40" fmla="*/ 0 h 1247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13949" h="1247775">
                <a:moveTo>
                  <a:pt x="99211" y="0"/>
                </a:moveTo>
                <a:lnTo>
                  <a:pt x="591336" y="0"/>
                </a:lnTo>
                <a:lnTo>
                  <a:pt x="1267611" y="3175"/>
                </a:lnTo>
                <a:lnTo>
                  <a:pt x="1569236" y="3175"/>
                </a:lnTo>
                <a:cubicBezTo>
                  <a:pt x="1650728" y="4763"/>
                  <a:pt x="1724811" y="-529"/>
                  <a:pt x="1756561" y="12700"/>
                </a:cubicBezTo>
                <a:cubicBezTo>
                  <a:pt x="1788311" y="25929"/>
                  <a:pt x="1765028" y="50271"/>
                  <a:pt x="1759736" y="82550"/>
                </a:cubicBezTo>
                <a:cubicBezTo>
                  <a:pt x="1754444" y="114829"/>
                  <a:pt x="1734689" y="158045"/>
                  <a:pt x="1724811" y="206375"/>
                </a:cubicBezTo>
                <a:cubicBezTo>
                  <a:pt x="1714933" y="254705"/>
                  <a:pt x="1704351" y="317500"/>
                  <a:pt x="1700470" y="372533"/>
                </a:cubicBezTo>
                <a:cubicBezTo>
                  <a:pt x="1696589" y="427566"/>
                  <a:pt x="1689709" y="512940"/>
                  <a:pt x="1701527" y="536576"/>
                </a:cubicBezTo>
                <a:cubicBezTo>
                  <a:pt x="1713345" y="560212"/>
                  <a:pt x="1754973" y="525287"/>
                  <a:pt x="1771377" y="514350"/>
                </a:cubicBezTo>
                <a:cubicBezTo>
                  <a:pt x="1787781" y="503413"/>
                  <a:pt x="1816886" y="490538"/>
                  <a:pt x="1838053" y="496359"/>
                </a:cubicBezTo>
                <a:cubicBezTo>
                  <a:pt x="1859220" y="502180"/>
                  <a:pt x="1885855" y="527050"/>
                  <a:pt x="1898378" y="549275"/>
                </a:cubicBezTo>
                <a:cubicBezTo>
                  <a:pt x="1910902" y="571500"/>
                  <a:pt x="1916016" y="593019"/>
                  <a:pt x="1913194" y="629708"/>
                </a:cubicBezTo>
                <a:cubicBezTo>
                  <a:pt x="1910372" y="666397"/>
                  <a:pt x="1902258" y="740304"/>
                  <a:pt x="1881444" y="769408"/>
                </a:cubicBezTo>
                <a:cubicBezTo>
                  <a:pt x="1860630" y="798512"/>
                  <a:pt x="1816003" y="807332"/>
                  <a:pt x="1788310" y="804333"/>
                </a:cubicBezTo>
                <a:cubicBezTo>
                  <a:pt x="1760617" y="801334"/>
                  <a:pt x="1732220" y="744184"/>
                  <a:pt x="1715287" y="751416"/>
                </a:cubicBezTo>
                <a:cubicBezTo>
                  <a:pt x="1698354" y="758648"/>
                  <a:pt x="1688299" y="807332"/>
                  <a:pt x="1686711" y="847725"/>
                </a:cubicBezTo>
                <a:cubicBezTo>
                  <a:pt x="1685123" y="888118"/>
                  <a:pt x="1692003" y="944563"/>
                  <a:pt x="1705761" y="993775"/>
                </a:cubicBezTo>
                <a:cubicBezTo>
                  <a:pt x="1719519" y="1042987"/>
                  <a:pt x="1769261" y="1143000"/>
                  <a:pt x="1769261" y="1143000"/>
                </a:cubicBezTo>
                <a:cubicBezTo>
                  <a:pt x="1785665" y="1181629"/>
                  <a:pt x="1817944" y="1209146"/>
                  <a:pt x="1804186" y="1225550"/>
                </a:cubicBezTo>
                <a:cubicBezTo>
                  <a:pt x="1790428" y="1241954"/>
                  <a:pt x="1730103" y="1237721"/>
                  <a:pt x="1686711" y="1241425"/>
                </a:cubicBezTo>
                <a:cubicBezTo>
                  <a:pt x="1643319" y="1245129"/>
                  <a:pt x="1645436" y="1247775"/>
                  <a:pt x="1543836" y="1247775"/>
                </a:cubicBezTo>
                <a:cubicBezTo>
                  <a:pt x="1442236" y="1247775"/>
                  <a:pt x="1225278" y="1244071"/>
                  <a:pt x="1077111" y="1241425"/>
                </a:cubicBezTo>
                <a:lnTo>
                  <a:pt x="654836" y="1231900"/>
                </a:lnTo>
                <a:lnTo>
                  <a:pt x="327811" y="1222375"/>
                </a:lnTo>
                <a:cubicBezTo>
                  <a:pt x="229915" y="1218142"/>
                  <a:pt x="103973" y="1221317"/>
                  <a:pt x="67461" y="1206500"/>
                </a:cubicBezTo>
                <a:cubicBezTo>
                  <a:pt x="30949" y="1191683"/>
                  <a:pt x="89863" y="1173868"/>
                  <a:pt x="108736" y="1133475"/>
                </a:cubicBezTo>
                <a:cubicBezTo>
                  <a:pt x="127609" y="1093082"/>
                  <a:pt x="175763" y="1009827"/>
                  <a:pt x="180702" y="964142"/>
                </a:cubicBezTo>
                <a:cubicBezTo>
                  <a:pt x="185641" y="918457"/>
                  <a:pt x="187406" y="908932"/>
                  <a:pt x="189170" y="872067"/>
                </a:cubicBezTo>
                <a:cubicBezTo>
                  <a:pt x="190934" y="835202"/>
                  <a:pt x="199929" y="757061"/>
                  <a:pt x="191286" y="742950"/>
                </a:cubicBezTo>
                <a:cubicBezTo>
                  <a:pt x="182643" y="728839"/>
                  <a:pt x="155832" y="777875"/>
                  <a:pt x="137311" y="787400"/>
                </a:cubicBezTo>
                <a:cubicBezTo>
                  <a:pt x="118790" y="796925"/>
                  <a:pt x="101857" y="810154"/>
                  <a:pt x="80161" y="800100"/>
                </a:cubicBezTo>
                <a:cubicBezTo>
                  <a:pt x="58465" y="790046"/>
                  <a:pt x="18778" y="766763"/>
                  <a:pt x="7136" y="727075"/>
                </a:cubicBezTo>
                <a:cubicBezTo>
                  <a:pt x="-4506" y="687388"/>
                  <a:pt x="-801" y="600604"/>
                  <a:pt x="10311" y="561975"/>
                </a:cubicBezTo>
                <a:cubicBezTo>
                  <a:pt x="21423" y="523346"/>
                  <a:pt x="40473" y="499533"/>
                  <a:pt x="73811" y="495300"/>
                </a:cubicBezTo>
                <a:cubicBezTo>
                  <a:pt x="107149" y="491067"/>
                  <a:pt x="186523" y="542396"/>
                  <a:pt x="210336" y="536575"/>
                </a:cubicBezTo>
                <a:cubicBezTo>
                  <a:pt x="234149" y="530754"/>
                  <a:pt x="223036" y="509058"/>
                  <a:pt x="216686" y="460375"/>
                </a:cubicBezTo>
                <a:cubicBezTo>
                  <a:pt x="210336" y="411692"/>
                  <a:pt x="183878" y="304271"/>
                  <a:pt x="172236" y="244475"/>
                </a:cubicBezTo>
                <a:cubicBezTo>
                  <a:pt x="160594" y="184679"/>
                  <a:pt x="152657" y="133879"/>
                  <a:pt x="146836" y="101600"/>
                </a:cubicBezTo>
                <a:cubicBezTo>
                  <a:pt x="141015" y="69321"/>
                  <a:pt x="136253" y="67204"/>
                  <a:pt x="130961" y="50800"/>
                </a:cubicBezTo>
                <a:cubicBezTo>
                  <a:pt x="125669" y="34396"/>
                  <a:pt x="123552" y="18785"/>
                  <a:pt x="9921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0F22A62-7477-E614-7466-B67AC56BBF8E}"/>
              </a:ext>
            </a:extLst>
          </p:cNvPr>
          <p:cNvSpPr/>
          <p:nvPr/>
        </p:nvSpPr>
        <p:spPr>
          <a:xfrm>
            <a:off x="4874801" y="4330700"/>
            <a:ext cx="1739172" cy="1275170"/>
          </a:xfrm>
          <a:custGeom>
            <a:avLst/>
            <a:gdLst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75224 w 1739346"/>
              <a:gd name="connsiteY4" fmla="*/ 25400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56174 w 1739346"/>
              <a:gd name="connsiteY4" fmla="*/ 14816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346"/>
              <a:gd name="connsiteY0" fmla="*/ 0 h 1275170"/>
              <a:gd name="connsiteX1" fmla="*/ 754474 w 1739346"/>
              <a:gd name="connsiteY1" fmla="*/ 3175 h 1275170"/>
              <a:gd name="connsiteX2" fmla="*/ 1148174 w 1739346"/>
              <a:gd name="connsiteY2" fmla="*/ 9525 h 1275170"/>
              <a:gd name="connsiteX3" fmla="*/ 1494249 w 1739346"/>
              <a:gd name="connsiteY3" fmla="*/ 12700 h 1275170"/>
              <a:gd name="connsiteX4" fmla="*/ 1698508 w 1739346"/>
              <a:gd name="connsiteY4" fmla="*/ 12699 h 1275170"/>
              <a:gd name="connsiteX5" fmla="*/ 1719674 w 1739346"/>
              <a:gd name="connsiteY5" fmla="*/ 44450 h 1275170"/>
              <a:gd name="connsiteX6" fmla="*/ 1735549 w 1739346"/>
              <a:gd name="connsiteY6" fmla="*/ 374650 h 1275170"/>
              <a:gd name="connsiteX7" fmla="*/ 1738724 w 1739346"/>
              <a:gd name="connsiteY7" fmla="*/ 708025 h 1275170"/>
              <a:gd name="connsiteX8" fmla="*/ 1726024 w 1739346"/>
              <a:gd name="connsiteY8" fmla="*/ 1025525 h 1275170"/>
              <a:gd name="connsiteX9" fmla="*/ 1706974 w 1739346"/>
              <a:gd name="connsiteY9" fmla="*/ 1222375 h 1275170"/>
              <a:gd name="connsiteX10" fmla="*/ 1576799 w 1739346"/>
              <a:gd name="connsiteY10" fmla="*/ 1270000 h 1275170"/>
              <a:gd name="connsiteX11" fmla="*/ 1211674 w 1739346"/>
              <a:gd name="connsiteY11" fmla="*/ 1273175 h 1275170"/>
              <a:gd name="connsiteX12" fmla="*/ 808449 w 1739346"/>
              <a:gd name="connsiteY12" fmla="*/ 1263650 h 1275170"/>
              <a:gd name="connsiteX13" fmla="*/ 500474 w 1739346"/>
              <a:gd name="connsiteY13" fmla="*/ 1260475 h 1275170"/>
              <a:gd name="connsiteX14" fmla="*/ 303624 w 1739346"/>
              <a:gd name="connsiteY14" fmla="*/ 1250950 h 1275170"/>
              <a:gd name="connsiteX15" fmla="*/ 109949 w 1739346"/>
              <a:gd name="connsiteY15" fmla="*/ 1231900 h 1275170"/>
              <a:gd name="connsiteX16" fmla="*/ 154399 w 1739346"/>
              <a:gd name="connsiteY16" fmla="*/ 1155700 h 1275170"/>
              <a:gd name="connsiteX17" fmla="*/ 205199 w 1739346"/>
              <a:gd name="connsiteY17" fmla="*/ 987425 h 1275170"/>
              <a:gd name="connsiteX18" fmla="*/ 227424 w 1739346"/>
              <a:gd name="connsiteY18" fmla="*/ 879475 h 1275170"/>
              <a:gd name="connsiteX19" fmla="*/ 255999 w 1739346"/>
              <a:gd name="connsiteY19" fmla="*/ 752475 h 1275170"/>
              <a:gd name="connsiteX20" fmla="*/ 240124 w 1739346"/>
              <a:gd name="connsiteY20" fmla="*/ 685800 h 1275170"/>
              <a:gd name="connsiteX21" fmla="*/ 202024 w 1739346"/>
              <a:gd name="connsiteY21" fmla="*/ 727075 h 1275170"/>
              <a:gd name="connsiteX22" fmla="*/ 148049 w 1739346"/>
              <a:gd name="connsiteY22" fmla="*/ 762000 h 1275170"/>
              <a:gd name="connsiteX23" fmla="*/ 78199 w 1739346"/>
              <a:gd name="connsiteY23" fmla="*/ 765175 h 1275170"/>
              <a:gd name="connsiteX24" fmla="*/ 11524 w 1739346"/>
              <a:gd name="connsiteY24" fmla="*/ 688975 h 1275170"/>
              <a:gd name="connsiteX25" fmla="*/ 1999 w 1739346"/>
              <a:gd name="connsiteY25" fmla="*/ 577850 h 1275170"/>
              <a:gd name="connsiteX26" fmla="*/ 33749 w 1739346"/>
              <a:gd name="connsiteY26" fmla="*/ 498475 h 1275170"/>
              <a:gd name="connsiteX27" fmla="*/ 78199 w 1739346"/>
              <a:gd name="connsiteY27" fmla="*/ 450850 h 1275170"/>
              <a:gd name="connsiteX28" fmla="*/ 167099 w 1739346"/>
              <a:gd name="connsiteY28" fmla="*/ 482600 h 1275170"/>
              <a:gd name="connsiteX29" fmla="*/ 202024 w 1739346"/>
              <a:gd name="connsiteY29" fmla="*/ 504825 h 1275170"/>
              <a:gd name="connsiteX30" fmla="*/ 217899 w 1739346"/>
              <a:gd name="connsiteY30" fmla="*/ 393700 h 1275170"/>
              <a:gd name="connsiteX31" fmla="*/ 167099 w 1739346"/>
              <a:gd name="connsiteY31" fmla="*/ 225425 h 1275170"/>
              <a:gd name="connsiteX32" fmla="*/ 122649 w 1739346"/>
              <a:gd name="connsiteY32" fmla="*/ 127000 h 1275170"/>
              <a:gd name="connsiteX33" fmla="*/ 87724 w 1739346"/>
              <a:gd name="connsiteY33" fmla="*/ 76200 h 1275170"/>
              <a:gd name="connsiteX34" fmla="*/ 49624 w 1739346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98508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49624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49624 w 1739172"/>
              <a:gd name="connsiteY34" fmla="*/ 0 h 1275170"/>
              <a:gd name="connsiteX0" fmla="*/ 6444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6444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67099 w 1739172"/>
              <a:gd name="connsiteY31" fmla="*/ 225425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87724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830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67099 w 1739172"/>
              <a:gd name="connsiteY28" fmla="*/ 482600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78199 w 1739172"/>
              <a:gd name="connsiteY27" fmla="*/ 450850 h 1275170"/>
              <a:gd name="connsiteX28" fmla="*/ 154399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4399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789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54399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154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  <a:gd name="connsiteX0" fmla="*/ 70790 w 1739172"/>
              <a:gd name="connsiteY0" fmla="*/ 0 h 1275170"/>
              <a:gd name="connsiteX1" fmla="*/ 754474 w 1739172"/>
              <a:gd name="connsiteY1" fmla="*/ 3175 h 1275170"/>
              <a:gd name="connsiteX2" fmla="*/ 1148174 w 1739172"/>
              <a:gd name="connsiteY2" fmla="*/ 9525 h 1275170"/>
              <a:gd name="connsiteX3" fmla="*/ 1494249 w 1739172"/>
              <a:gd name="connsiteY3" fmla="*/ 12700 h 1275170"/>
              <a:gd name="connsiteX4" fmla="*/ 1675224 w 1739172"/>
              <a:gd name="connsiteY4" fmla="*/ 12699 h 1275170"/>
              <a:gd name="connsiteX5" fmla="*/ 1728141 w 1739172"/>
              <a:gd name="connsiteY5" fmla="*/ 99483 h 1275170"/>
              <a:gd name="connsiteX6" fmla="*/ 1735549 w 1739172"/>
              <a:gd name="connsiteY6" fmla="*/ 374650 h 1275170"/>
              <a:gd name="connsiteX7" fmla="*/ 1738724 w 1739172"/>
              <a:gd name="connsiteY7" fmla="*/ 708025 h 1275170"/>
              <a:gd name="connsiteX8" fmla="*/ 1726024 w 1739172"/>
              <a:gd name="connsiteY8" fmla="*/ 1025525 h 1275170"/>
              <a:gd name="connsiteX9" fmla="*/ 1706974 w 1739172"/>
              <a:gd name="connsiteY9" fmla="*/ 1222375 h 1275170"/>
              <a:gd name="connsiteX10" fmla="*/ 1576799 w 1739172"/>
              <a:gd name="connsiteY10" fmla="*/ 1270000 h 1275170"/>
              <a:gd name="connsiteX11" fmla="*/ 1211674 w 1739172"/>
              <a:gd name="connsiteY11" fmla="*/ 1273175 h 1275170"/>
              <a:gd name="connsiteX12" fmla="*/ 808449 w 1739172"/>
              <a:gd name="connsiteY12" fmla="*/ 1263650 h 1275170"/>
              <a:gd name="connsiteX13" fmla="*/ 500474 w 1739172"/>
              <a:gd name="connsiteY13" fmla="*/ 1260475 h 1275170"/>
              <a:gd name="connsiteX14" fmla="*/ 303624 w 1739172"/>
              <a:gd name="connsiteY14" fmla="*/ 1250950 h 1275170"/>
              <a:gd name="connsiteX15" fmla="*/ 109949 w 1739172"/>
              <a:gd name="connsiteY15" fmla="*/ 1231900 h 1275170"/>
              <a:gd name="connsiteX16" fmla="*/ 145933 w 1739172"/>
              <a:gd name="connsiteY16" fmla="*/ 1155700 h 1275170"/>
              <a:gd name="connsiteX17" fmla="*/ 205199 w 1739172"/>
              <a:gd name="connsiteY17" fmla="*/ 987425 h 1275170"/>
              <a:gd name="connsiteX18" fmla="*/ 227424 w 1739172"/>
              <a:gd name="connsiteY18" fmla="*/ 879475 h 1275170"/>
              <a:gd name="connsiteX19" fmla="*/ 255999 w 1739172"/>
              <a:gd name="connsiteY19" fmla="*/ 752475 h 1275170"/>
              <a:gd name="connsiteX20" fmla="*/ 240124 w 1739172"/>
              <a:gd name="connsiteY20" fmla="*/ 685800 h 1275170"/>
              <a:gd name="connsiteX21" fmla="*/ 202024 w 1739172"/>
              <a:gd name="connsiteY21" fmla="*/ 727075 h 1275170"/>
              <a:gd name="connsiteX22" fmla="*/ 148049 w 1739172"/>
              <a:gd name="connsiteY22" fmla="*/ 762000 h 1275170"/>
              <a:gd name="connsiteX23" fmla="*/ 78199 w 1739172"/>
              <a:gd name="connsiteY23" fmla="*/ 765175 h 1275170"/>
              <a:gd name="connsiteX24" fmla="*/ 11524 w 1739172"/>
              <a:gd name="connsiteY24" fmla="*/ 688975 h 1275170"/>
              <a:gd name="connsiteX25" fmla="*/ 1999 w 1739172"/>
              <a:gd name="connsiteY25" fmla="*/ 577850 h 1275170"/>
              <a:gd name="connsiteX26" fmla="*/ 33749 w 1739172"/>
              <a:gd name="connsiteY26" fmla="*/ 498475 h 1275170"/>
              <a:gd name="connsiteX27" fmla="*/ 84549 w 1739172"/>
              <a:gd name="connsiteY27" fmla="*/ 457200 h 1275170"/>
              <a:gd name="connsiteX28" fmla="*/ 152283 w 1739172"/>
              <a:gd name="connsiteY28" fmla="*/ 480483 h 1275170"/>
              <a:gd name="connsiteX29" fmla="*/ 202024 w 1739172"/>
              <a:gd name="connsiteY29" fmla="*/ 504825 h 1275170"/>
              <a:gd name="connsiteX30" fmla="*/ 211549 w 1739172"/>
              <a:gd name="connsiteY30" fmla="*/ 393700 h 1275170"/>
              <a:gd name="connsiteX31" fmla="*/ 177683 w 1739172"/>
              <a:gd name="connsiteY31" fmla="*/ 267758 h 1275170"/>
              <a:gd name="connsiteX32" fmla="*/ 122649 w 1739172"/>
              <a:gd name="connsiteY32" fmla="*/ 127000 h 1275170"/>
              <a:gd name="connsiteX33" fmla="*/ 91958 w 1739172"/>
              <a:gd name="connsiteY33" fmla="*/ 76200 h 1275170"/>
              <a:gd name="connsiteX34" fmla="*/ 70790 w 1739172"/>
              <a:gd name="connsiteY34" fmla="*/ 0 h 1275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39172" h="1275170">
                <a:moveTo>
                  <a:pt x="70790" y="0"/>
                </a:moveTo>
                <a:lnTo>
                  <a:pt x="754474" y="3175"/>
                </a:lnTo>
                <a:lnTo>
                  <a:pt x="1148174" y="9525"/>
                </a:lnTo>
                <a:lnTo>
                  <a:pt x="1494249" y="12700"/>
                </a:lnTo>
                <a:cubicBezTo>
                  <a:pt x="1582091" y="15346"/>
                  <a:pt x="1640475" y="6702"/>
                  <a:pt x="1675224" y="12699"/>
                </a:cubicBezTo>
                <a:cubicBezTo>
                  <a:pt x="1709973" y="18696"/>
                  <a:pt x="1718087" y="39158"/>
                  <a:pt x="1728141" y="99483"/>
                </a:cubicBezTo>
                <a:cubicBezTo>
                  <a:pt x="1738195" y="159808"/>
                  <a:pt x="1733785" y="273226"/>
                  <a:pt x="1735549" y="374650"/>
                </a:cubicBezTo>
                <a:cubicBezTo>
                  <a:pt x="1737313" y="476074"/>
                  <a:pt x="1740311" y="599546"/>
                  <a:pt x="1738724" y="708025"/>
                </a:cubicBezTo>
                <a:cubicBezTo>
                  <a:pt x="1737137" y="816504"/>
                  <a:pt x="1731316" y="939800"/>
                  <a:pt x="1726024" y="1025525"/>
                </a:cubicBezTo>
                <a:cubicBezTo>
                  <a:pt x="1720732" y="1111250"/>
                  <a:pt x="1731845" y="1181629"/>
                  <a:pt x="1706974" y="1222375"/>
                </a:cubicBezTo>
                <a:cubicBezTo>
                  <a:pt x="1682103" y="1263121"/>
                  <a:pt x="1659349" y="1261533"/>
                  <a:pt x="1576799" y="1270000"/>
                </a:cubicBezTo>
                <a:cubicBezTo>
                  <a:pt x="1494249" y="1278467"/>
                  <a:pt x="1339732" y="1274233"/>
                  <a:pt x="1211674" y="1273175"/>
                </a:cubicBezTo>
                <a:cubicBezTo>
                  <a:pt x="1083616" y="1272117"/>
                  <a:pt x="808449" y="1263650"/>
                  <a:pt x="808449" y="1263650"/>
                </a:cubicBezTo>
                <a:lnTo>
                  <a:pt x="500474" y="1260475"/>
                </a:lnTo>
                <a:cubicBezTo>
                  <a:pt x="416337" y="1258358"/>
                  <a:pt x="368711" y="1255712"/>
                  <a:pt x="303624" y="1250950"/>
                </a:cubicBezTo>
                <a:cubicBezTo>
                  <a:pt x="238537" y="1246188"/>
                  <a:pt x="136231" y="1247775"/>
                  <a:pt x="109949" y="1231900"/>
                </a:cubicBezTo>
                <a:cubicBezTo>
                  <a:pt x="83667" y="1216025"/>
                  <a:pt x="130058" y="1196446"/>
                  <a:pt x="145933" y="1155700"/>
                </a:cubicBezTo>
                <a:cubicBezTo>
                  <a:pt x="161808" y="1114954"/>
                  <a:pt x="191617" y="1033462"/>
                  <a:pt x="205199" y="987425"/>
                </a:cubicBezTo>
                <a:cubicBezTo>
                  <a:pt x="218781" y="941388"/>
                  <a:pt x="218957" y="918633"/>
                  <a:pt x="227424" y="879475"/>
                </a:cubicBezTo>
                <a:cubicBezTo>
                  <a:pt x="235891" y="840317"/>
                  <a:pt x="253882" y="784754"/>
                  <a:pt x="255999" y="752475"/>
                </a:cubicBezTo>
                <a:cubicBezTo>
                  <a:pt x="258116" y="720196"/>
                  <a:pt x="249120" y="690033"/>
                  <a:pt x="240124" y="685800"/>
                </a:cubicBezTo>
                <a:cubicBezTo>
                  <a:pt x="231128" y="681567"/>
                  <a:pt x="217370" y="714375"/>
                  <a:pt x="202024" y="727075"/>
                </a:cubicBezTo>
                <a:cubicBezTo>
                  <a:pt x="186678" y="739775"/>
                  <a:pt x="168686" y="755650"/>
                  <a:pt x="148049" y="762000"/>
                </a:cubicBezTo>
                <a:cubicBezTo>
                  <a:pt x="127412" y="768350"/>
                  <a:pt x="100953" y="777346"/>
                  <a:pt x="78199" y="765175"/>
                </a:cubicBezTo>
                <a:cubicBezTo>
                  <a:pt x="55445" y="753004"/>
                  <a:pt x="24224" y="720196"/>
                  <a:pt x="11524" y="688975"/>
                </a:cubicBezTo>
                <a:cubicBezTo>
                  <a:pt x="-1176" y="657754"/>
                  <a:pt x="-1705" y="609600"/>
                  <a:pt x="1999" y="577850"/>
                </a:cubicBezTo>
                <a:cubicBezTo>
                  <a:pt x="5703" y="546100"/>
                  <a:pt x="19991" y="518583"/>
                  <a:pt x="33749" y="498475"/>
                </a:cubicBezTo>
                <a:cubicBezTo>
                  <a:pt x="47507" y="478367"/>
                  <a:pt x="64793" y="460199"/>
                  <a:pt x="84549" y="457200"/>
                </a:cubicBezTo>
                <a:cubicBezTo>
                  <a:pt x="104305" y="454201"/>
                  <a:pt x="132704" y="472545"/>
                  <a:pt x="152283" y="480483"/>
                </a:cubicBezTo>
                <a:cubicBezTo>
                  <a:pt x="171862" y="488421"/>
                  <a:pt x="192146" y="519289"/>
                  <a:pt x="202024" y="504825"/>
                </a:cubicBezTo>
                <a:cubicBezTo>
                  <a:pt x="211902" y="490361"/>
                  <a:pt x="215606" y="433211"/>
                  <a:pt x="211549" y="393700"/>
                </a:cubicBezTo>
                <a:cubicBezTo>
                  <a:pt x="207492" y="354189"/>
                  <a:pt x="192500" y="312208"/>
                  <a:pt x="177683" y="267758"/>
                </a:cubicBezTo>
                <a:cubicBezTo>
                  <a:pt x="162866" y="223308"/>
                  <a:pt x="135878" y="151871"/>
                  <a:pt x="122649" y="127000"/>
                </a:cubicBezTo>
                <a:cubicBezTo>
                  <a:pt x="109420" y="102129"/>
                  <a:pt x="100601" y="97367"/>
                  <a:pt x="91958" y="76200"/>
                </a:cubicBezTo>
                <a:cubicBezTo>
                  <a:pt x="83315" y="55033"/>
                  <a:pt x="31897" y="6879"/>
                  <a:pt x="70790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15FA11-2D23-44AF-9A9A-4A4A800AE6A2}"/>
              </a:ext>
            </a:extLst>
          </p:cNvPr>
          <p:cNvSpPr/>
          <p:nvPr/>
        </p:nvSpPr>
        <p:spPr>
          <a:xfrm>
            <a:off x="3276476" y="4330700"/>
            <a:ext cx="1850100" cy="1251241"/>
          </a:xfrm>
          <a:custGeom>
            <a:avLst/>
            <a:gdLst>
              <a:gd name="connsiteX0" fmla="*/ 85824 w 1860733"/>
              <a:gd name="connsiteY0" fmla="*/ 3175 h 1251517"/>
              <a:gd name="connsiteX1" fmla="*/ 927199 w 1860733"/>
              <a:gd name="connsiteY1" fmla="*/ 3175 h 1251517"/>
              <a:gd name="connsiteX2" fmla="*/ 1349474 w 1860733"/>
              <a:gd name="connsiteY2" fmla="*/ 0 h 1251517"/>
              <a:gd name="connsiteX3" fmla="*/ 1533624 w 1860733"/>
              <a:gd name="connsiteY3" fmla="*/ 3175 h 1251517"/>
              <a:gd name="connsiteX4" fmla="*/ 1603474 w 1860733"/>
              <a:gd name="connsiteY4" fmla="*/ 6350 h 1251517"/>
              <a:gd name="connsiteX5" fmla="*/ 1651099 w 1860733"/>
              <a:gd name="connsiteY5" fmla="*/ 25400 h 1251517"/>
              <a:gd name="connsiteX6" fmla="*/ 1720949 w 1860733"/>
              <a:gd name="connsiteY6" fmla="*/ 127000 h 1251517"/>
              <a:gd name="connsiteX7" fmla="*/ 1778099 w 1860733"/>
              <a:gd name="connsiteY7" fmla="*/ 311150 h 1251517"/>
              <a:gd name="connsiteX8" fmla="*/ 1813024 w 1860733"/>
              <a:gd name="connsiteY8" fmla="*/ 434975 h 1251517"/>
              <a:gd name="connsiteX9" fmla="*/ 1813024 w 1860733"/>
              <a:gd name="connsiteY9" fmla="*/ 514350 h 1251517"/>
              <a:gd name="connsiteX10" fmla="*/ 1765399 w 1860733"/>
              <a:gd name="connsiteY10" fmla="*/ 523875 h 1251517"/>
              <a:gd name="connsiteX11" fmla="*/ 1686024 w 1860733"/>
              <a:gd name="connsiteY11" fmla="*/ 460375 h 1251517"/>
              <a:gd name="connsiteX12" fmla="*/ 1616174 w 1860733"/>
              <a:gd name="connsiteY12" fmla="*/ 492125 h 1251517"/>
              <a:gd name="connsiteX13" fmla="*/ 1587599 w 1860733"/>
              <a:gd name="connsiteY13" fmla="*/ 561975 h 1251517"/>
              <a:gd name="connsiteX14" fmla="*/ 1609824 w 1860733"/>
              <a:gd name="connsiteY14" fmla="*/ 647700 h 1251517"/>
              <a:gd name="connsiteX15" fmla="*/ 1654274 w 1860733"/>
              <a:gd name="connsiteY15" fmla="*/ 727075 h 1251517"/>
              <a:gd name="connsiteX16" fmla="*/ 1752699 w 1860733"/>
              <a:gd name="connsiteY16" fmla="*/ 752475 h 1251517"/>
              <a:gd name="connsiteX17" fmla="*/ 1813024 w 1860733"/>
              <a:gd name="connsiteY17" fmla="*/ 733425 h 1251517"/>
              <a:gd name="connsiteX18" fmla="*/ 1832074 w 1860733"/>
              <a:gd name="connsiteY18" fmla="*/ 692150 h 1251517"/>
              <a:gd name="connsiteX19" fmla="*/ 1860649 w 1860733"/>
              <a:gd name="connsiteY19" fmla="*/ 730250 h 1251517"/>
              <a:gd name="connsiteX20" fmla="*/ 1838424 w 1860733"/>
              <a:gd name="connsiteY20" fmla="*/ 866775 h 1251517"/>
              <a:gd name="connsiteX21" fmla="*/ 1774924 w 1860733"/>
              <a:gd name="connsiteY21" fmla="*/ 1082675 h 1251517"/>
              <a:gd name="connsiteX22" fmla="*/ 1708249 w 1860733"/>
              <a:gd name="connsiteY22" fmla="*/ 1203325 h 1251517"/>
              <a:gd name="connsiteX23" fmla="*/ 1606649 w 1860733"/>
              <a:gd name="connsiteY23" fmla="*/ 1241425 h 1251517"/>
              <a:gd name="connsiteX24" fmla="*/ 1441549 w 1860733"/>
              <a:gd name="connsiteY24" fmla="*/ 1241425 h 1251517"/>
              <a:gd name="connsiteX25" fmla="*/ 870049 w 1860733"/>
              <a:gd name="connsiteY25" fmla="*/ 1241425 h 1251517"/>
              <a:gd name="connsiteX26" fmla="*/ 403324 w 1860733"/>
              <a:gd name="connsiteY26" fmla="*/ 1250950 h 1251517"/>
              <a:gd name="connsiteX27" fmla="*/ 114399 w 1860733"/>
              <a:gd name="connsiteY27" fmla="*/ 1222375 h 1251517"/>
              <a:gd name="connsiteX28" fmla="*/ 76299 w 1860733"/>
              <a:gd name="connsiteY28" fmla="*/ 1136650 h 1251517"/>
              <a:gd name="connsiteX29" fmla="*/ 19149 w 1860733"/>
              <a:gd name="connsiteY29" fmla="*/ 974725 h 1251517"/>
              <a:gd name="connsiteX30" fmla="*/ 99 w 1860733"/>
              <a:gd name="connsiteY30" fmla="*/ 841375 h 1251517"/>
              <a:gd name="connsiteX31" fmla="*/ 25499 w 1860733"/>
              <a:gd name="connsiteY31" fmla="*/ 733425 h 1251517"/>
              <a:gd name="connsiteX32" fmla="*/ 76299 w 1860733"/>
              <a:gd name="connsiteY32" fmla="*/ 777875 h 1251517"/>
              <a:gd name="connsiteX33" fmla="*/ 152499 w 1860733"/>
              <a:gd name="connsiteY33" fmla="*/ 784225 h 1251517"/>
              <a:gd name="connsiteX34" fmla="*/ 215999 w 1860733"/>
              <a:gd name="connsiteY34" fmla="*/ 708025 h 1251517"/>
              <a:gd name="connsiteX35" fmla="*/ 228699 w 1860733"/>
              <a:gd name="connsiteY35" fmla="*/ 584200 h 1251517"/>
              <a:gd name="connsiteX36" fmla="*/ 187424 w 1860733"/>
              <a:gd name="connsiteY36" fmla="*/ 492125 h 1251517"/>
              <a:gd name="connsiteX37" fmla="*/ 92174 w 1860733"/>
              <a:gd name="connsiteY37" fmla="*/ 488950 h 1251517"/>
              <a:gd name="connsiteX38" fmla="*/ 38199 w 1860733"/>
              <a:gd name="connsiteY38" fmla="*/ 523875 h 1251517"/>
              <a:gd name="connsiteX39" fmla="*/ 6449 w 1860733"/>
              <a:gd name="connsiteY39" fmla="*/ 495300 h 1251517"/>
              <a:gd name="connsiteX40" fmla="*/ 15974 w 1860733"/>
              <a:gd name="connsiteY40" fmla="*/ 333375 h 1251517"/>
              <a:gd name="connsiteX41" fmla="*/ 35024 w 1860733"/>
              <a:gd name="connsiteY41" fmla="*/ 200025 h 1251517"/>
              <a:gd name="connsiteX42" fmla="*/ 60424 w 1860733"/>
              <a:gd name="connsiteY42" fmla="*/ 104775 h 1251517"/>
              <a:gd name="connsiteX43" fmla="*/ 79474 w 1860733"/>
              <a:gd name="connsiteY43" fmla="*/ 57150 h 1251517"/>
              <a:gd name="connsiteX44" fmla="*/ 85824 w 1860733"/>
              <a:gd name="connsiteY44" fmla="*/ 3175 h 1251517"/>
              <a:gd name="connsiteX0" fmla="*/ 85824 w 1860733"/>
              <a:gd name="connsiteY0" fmla="*/ 3175 h 1251241"/>
              <a:gd name="connsiteX1" fmla="*/ 927199 w 1860733"/>
              <a:gd name="connsiteY1" fmla="*/ 3175 h 1251241"/>
              <a:gd name="connsiteX2" fmla="*/ 1349474 w 1860733"/>
              <a:gd name="connsiteY2" fmla="*/ 0 h 1251241"/>
              <a:gd name="connsiteX3" fmla="*/ 1533624 w 1860733"/>
              <a:gd name="connsiteY3" fmla="*/ 3175 h 1251241"/>
              <a:gd name="connsiteX4" fmla="*/ 1603474 w 1860733"/>
              <a:gd name="connsiteY4" fmla="*/ 6350 h 1251241"/>
              <a:gd name="connsiteX5" fmla="*/ 1651099 w 1860733"/>
              <a:gd name="connsiteY5" fmla="*/ 25400 h 1251241"/>
              <a:gd name="connsiteX6" fmla="*/ 1720949 w 1860733"/>
              <a:gd name="connsiteY6" fmla="*/ 127000 h 1251241"/>
              <a:gd name="connsiteX7" fmla="*/ 1778099 w 1860733"/>
              <a:gd name="connsiteY7" fmla="*/ 311150 h 1251241"/>
              <a:gd name="connsiteX8" fmla="*/ 1813024 w 1860733"/>
              <a:gd name="connsiteY8" fmla="*/ 434975 h 1251241"/>
              <a:gd name="connsiteX9" fmla="*/ 1813024 w 1860733"/>
              <a:gd name="connsiteY9" fmla="*/ 514350 h 1251241"/>
              <a:gd name="connsiteX10" fmla="*/ 1765399 w 1860733"/>
              <a:gd name="connsiteY10" fmla="*/ 523875 h 1251241"/>
              <a:gd name="connsiteX11" fmla="*/ 1686024 w 1860733"/>
              <a:gd name="connsiteY11" fmla="*/ 460375 h 1251241"/>
              <a:gd name="connsiteX12" fmla="*/ 1616174 w 1860733"/>
              <a:gd name="connsiteY12" fmla="*/ 492125 h 1251241"/>
              <a:gd name="connsiteX13" fmla="*/ 1587599 w 1860733"/>
              <a:gd name="connsiteY13" fmla="*/ 561975 h 1251241"/>
              <a:gd name="connsiteX14" fmla="*/ 1609824 w 1860733"/>
              <a:gd name="connsiteY14" fmla="*/ 647700 h 1251241"/>
              <a:gd name="connsiteX15" fmla="*/ 1654274 w 1860733"/>
              <a:gd name="connsiteY15" fmla="*/ 727075 h 1251241"/>
              <a:gd name="connsiteX16" fmla="*/ 1752699 w 1860733"/>
              <a:gd name="connsiteY16" fmla="*/ 752475 h 1251241"/>
              <a:gd name="connsiteX17" fmla="*/ 1813024 w 1860733"/>
              <a:gd name="connsiteY17" fmla="*/ 733425 h 1251241"/>
              <a:gd name="connsiteX18" fmla="*/ 1832074 w 1860733"/>
              <a:gd name="connsiteY18" fmla="*/ 692150 h 1251241"/>
              <a:gd name="connsiteX19" fmla="*/ 1860649 w 1860733"/>
              <a:gd name="connsiteY19" fmla="*/ 730250 h 1251241"/>
              <a:gd name="connsiteX20" fmla="*/ 1838424 w 1860733"/>
              <a:gd name="connsiteY20" fmla="*/ 866775 h 1251241"/>
              <a:gd name="connsiteX21" fmla="*/ 1774924 w 1860733"/>
              <a:gd name="connsiteY21" fmla="*/ 1082675 h 1251241"/>
              <a:gd name="connsiteX22" fmla="*/ 1708249 w 1860733"/>
              <a:gd name="connsiteY22" fmla="*/ 1203325 h 1251241"/>
              <a:gd name="connsiteX23" fmla="*/ 1606649 w 1860733"/>
              <a:gd name="connsiteY23" fmla="*/ 1241425 h 1251241"/>
              <a:gd name="connsiteX24" fmla="*/ 1441549 w 1860733"/>
              <a:gd name="connsiteY24" fmla="*/ 1241425 h 1251241"/>
              <a:gd name="connsiteX25" fmla="*/ 870049 w 1860733"/>
              <a:gd name="connsiteY25" fmla="*/ 1241425 h 1251241"/>
              <a:gd name="connsiteX26" fmla="*/ 403324 w 1860733"/>
              <a:gd name="connsiteY26" fmla="*/ 1250950 h 1251241"/>
              <a:gd name="connsiteX27" fmla="*/ 173666 w 1860733"/>
              <a:gd name="connsiteY27" fmla="*/ 1228725 h 1251241"/>
              <a:gd name="connsiteX28" fmla="*/ 76299 w 1860733"/>
              <a:gd name="connsiteY28" fmla="*/ 1136650 h 1251241"/>
              <a:gd name="connsiteX29" fmla="*/ 19149 w 1860733"/>
              <a:gd name="connsiteY29" fmla="*/ 974725 h 1251241"/>
              <a:gd name="connsiteX30" fmla="*/ 99 w 1860733"/>
              <a:gd name="connsiteY30" fmla="*/ 841375 h 1251241"/>
              <a:gd name="connsiteX31" fmla="*/ 25499 w 1860733"/>
              <a:gd name="connsiteY31" fmla="*/ 733425 h 1251241"/>
              <a:gd name="connsiteX32" fmla="*/ 76299 w 1860733"/>
              <a:gd name="connsiteY32" fmla="*/ 777875 h 1251241"/>
              <a:gd name="connsiteX33" fmla="*/ 152499 w 1860733"/>
              <a:gd name="connsiteY33" fmla="*/ 784225 h 1251241"/>
              <a:gd name="connsiteX34" fmla="*/ 215999 w 1860733"/>
              <a:gd name="connsiteY34" fmla="*/ 708025 h 1251241"/>
              <a:gd name="connsiteX35" fmla="*/ 228699 w 1860733"/>
              <a:gd name="connsiteY35" fmla="*/ 584200 h 1251241"/>
              <a:gd name="connsiteX36" fmla="*/ 187424 w 1860733"/>
              <a:gd name="connsiteY36" fmla="*/ 492125 h 1251241"/>
              <a:gd name="connsiteX37" fmla="*/ 92174 w 1860733"/>
              <a:gd name="connsiteY37" fmla="*/ 488950 h 1251241"/>
              <a:gd name="connsiteX38" fmla="*/ 38199 w 1860733"/>
              <a:gd name="connsiteY38" fmla="*/ 523875 h 1251241"/>
              <a:gd name="connsiteX39" fmla="*/ 6449 w 1860733"/>
              <a:gd name="connsiteY39" fmla="*/ 495300 h 1251241"/>
              <a:gd name="connsiteX40" fmla="*/ 15974 w 1860733"/>
              <a:gd name="connsiteY40" fmla="*/ 333375 h 1251241"/>
              <a:gd name="connsiteX41" fmla="*/ 35024 w 1860733"/>
              <a:gd name="connsiteY41" fmla="*/ 200025 h 1251241"/>
              <a:gd name="connsiteX42" fmla="*/ 60424 w 1860733"/>
              <a:gd name="connsiteY42" fmla="*/ 104775 h 1251241"/>
              <a:gd name="connsiteX43" fmla="*/ 79474 w 1860733"/>
              <a:gd name="connsiteY43" fmla="*/ 57150 h 1251241"/>
              <a:gd name="connsiteX44" fmla="*/ 85824 w 1860733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86049 w 1860758"/>
              <a:gd name="connsiteY11" fmla="*/ 460375 h 1251241"/>
              <a:gd name="connsiteX12" fmla="*/ 1616199 w 1860758"/>
              <a:gd name="connsiteY12" fmla="*/ 492125 h 1251241"/>
              <a:gd name="connsiteX13" fmla="*/ 1587624 w 1860758"/>
              <a:gd name="connsiteY13" fmla="*/ 56197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587624 w 1860758"/>
              <a:gd name="connsiteY13" fmla="*/ 56197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15141 w 1860758"/>
              <a:gd name="connsiteY13" fmla="*/ 568325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9849 w 1860758"/>
              <a:gd name="connsiteY14" fmla="*/ 647700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4299 w 1860758"/>
              <a:gd name="connsiteY15" fmla="*/ 727075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6416 w 1860758"/>
              <a:gd name="connsiteY15" fmla="*/ 74824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56416 w 1860758"/>
              <a:gd name="connsiteY15" fmla="*/ 74824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79699 w 1860758"/>
              <a:gd name="connsiteY15" fmla="*/ 767292 h 1251241"/>
              <a:gd name="connsiteX16" fmla="*/ 1752724 w 1860758"/>
              <a:gd name="connsiteY16" fmla="*/ 752475 h 1251241"/>
              <a:gd name="connsiteX17" fmla="*/ 1813049 w 1860758"/>
              <a:gd name="connsiteY17" fmla="*/ 733425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60758"/>
              <a:gd name="connsiteY0" fmla="*/ 3175 h 1251241"/>
              <a:gd name="connsiteX1" fmla="*/ 927224 w 1860758"/>
              <a:gd name="connsiteY1" fmla="*/ 3175 h 1251241"/>
              <a:gd name="connsiteX2" fmla="*/ 1349499 w 1860758"/>
              <a:gd name="connsiteY2" fmla="*/ 0 h 1251241"/>
              <a:gd name="connsiteX3" fmla="*/ 1533649 w 1860758"/>
              <a:gd name="connsiteY3" fmla="*/ 3175 h 1251241"/>
              <a:gd name="connsiteX4" fmla="*/ 1603499 w 1860758"/>
              <a:gd name="connsiteY4" fmla="*/ 6350 h 1251241"/>
              <a:gd name="connsiteX5" fmla="*/ 1651124 w 1860758"/>
              <a:gd name="connsiteY5" fmla="*/ 25400 h 1251241"/>
              <a:gd name="connsiteX6" fmla="*/ 1720974 w 1860758"/>
              <a:gd name="connsiteY6" fmla="*/ 127000 h 1251241"/>
              <a:gd name="connsiteX7" fmla="*/ 1778124 w 1860758"/>
              <a:gd name="connsiteY7" fmla="*/ 311150 h 1251241"/>
              <a:gd name="connsiteX8" fmla="*/ 1813049 w 1860758"/>
              <a:gd name="connsiteY8" fmla="*/ 434975 h 1251241"/>
              <a:gd name="connsiteX9" fmla="*/ 1813049 w 1860758"/>
              <a:gd name="connsiteY9" fmla="*/ 514350 h 1251241"/>
              <a:gd name="connsiteX10" fmla="*/ 1765424 w 1860758"/>
              <a:gd name="connsiteY10" fmla="*/ 523875 h 1251241"/>
              <a:gd name="connsiteX11" fmla="*/ 1698749 w 1860758"/>
              <a:gd name="connsiteY11" fmla="*/ 485775 h 1251241"/>
              <a:gd name="connsiteX12" fmla="*/ 1616199 w 1860758"/>
              <a:gd name="connsiteY12" fmla="*/ 492125 h 1251241"/>
              <a:gd name="connsiteX13" fmla="*/ 1604558 w 1860758"/>
              <a:gd name="connsiteY13" fmla="*/ 566209 h 1251241"/>
              <a:gd name="connsiteX14" fmla="*/ 1605615 w 1860758"/>
              <a:gd name="connsiteY14" fmla="*/ 677333 h 1251241"/>
              <a:gd name="connsiteX15" fmla="*/ 1679699 w 1860758"/>
              <a:gd name="connsiteY15" fmla="*/ 767292 h 1251241"/>
              <a:gd name="connsiteX16" fmla="*/ 1752724 w 1860758"/>
              <a:gd name="connsiteY16" fmla="*/ 752475 h 1251241"/>
              <a:gd name="connsiteX17" fmla="*/ 1800349 w 1860758"/>
              <a:gd name="connsiteY17" fmla="*/ 731308 h 1251241"/>
              <a:gd name="connsiteX18" fmla="*/ 1832099 w 1860758"/>
              <a:gd name="connsiteY18" fmla="*/ 692150 h 1251241"/>
              <a:gd name="connsiteX19" fmla="*/ 1860674 w 1860758"/>
              <a:gd name="connsiteY19" fmla="*/ 730250 h 1251241"/>
              <a:gd name="connsiteX20" fmla="*/ 1838449 w 1860758"/>
              <a:gd name="connsiteY20" fmla="*/ 866775 h 1251241"/>
              <a:gd name="connsiteX21" fmla="*/ 1774949 w 1860758"/>
              <a:gd name="connsiteY21" fmla="*/ 1082675 h 1251241"/>
              <a:gd name="connsiteX22" fmla="*/ 1708274 w 1860758"/>
              <a:gd name="connsiteY22" fmla="*/ 1203325 h 1251241"/>
              <a:gd name="connsiteX23" fmla="*/ 1606674 w 1860758"/>
              <a:gd name="connsiteY23" fmla="*/ 1241425 h 1251241"/>
              <a:gd name="connsiteX24" fmla="*/ 1441574 w 1860758"/>
              <a:gd name="connsiteY24" fmla="*/ 1241425 h 1251241"/>
              <a:gd name="connsiteX25" fmla="*/ 870074 w 1860758"/>
              <a:gd name="connsiteY25" fmla="*/ 1241425 h 1251241"/>
              <a:gd name="connsiteX26" fmla="*/ 403349 w 1860758"/>
              <a:gd name="connsiteY26" fmla="*/ 1250950 h 1251241"/>
              <a:gd name="connsiteX27" fmla="*/ 173691 w 1860758"/>
              <a:gd name="connsiteY27" fmla="*/ 1228725 h 1251241"/>
              <a:gd name="connsiteX28" fmla="*/ 86908 w 1860758"/>
              <a:gd name="connsiteY28" fmla="*/ 1147233 h 1251241"/>
              <a:gd name="connsiteX29" fmla="*/ 19174 w 1860758"/>
              <a:gd name="connsiteY29" fmla="*/ 974725 h 1251241"/>
              <a:gd name="connsiteX30" fmla="*/ 124 w 1860758"/>
              <a:gd name="connsiteY30" fmla="*/ 841375 h 1251241"/>
              <a:gd name="connsiteX31" fmla="*/ 25524 w 1860758"/>
              <a:gd name="connsiteY31" fmla="*/ 733425 h 1251241"/>
              <a:gd name="connsiteX32" fmla="*/ 76324 w 1860758"/>
              <a:gd name="connsiteY32" fmla="*/ 777875 h 1251241"/>
              <a:gd name="connsiteX33" fmla="*/ 152524 w 1860758"/>
              <a:gd name="connsiteY33" fmla="*/ 784225 h 1251241"/>
              <a:gd name="connsiteX34" fmla="*/ 216024 w 1860758"/>
              <a:gd name="connsiteY34" fmla="*/ 708025 h 1251241"/>
              <a:gd name="connsiteX35" fmla="*/ 228724 w 1860758"/>
              <a:gd name="connsiteY35" fmla="*/ 584200 h 1251241"/>
              <a:gd name="connsiteX36" fmla="*/ 187449 w 1860758"/>
              <a:gd name="connsiteY36" fmla="*/ 492125 h 1251241"/>
              <a:gd name="connsiteX37" fmla="*/ 92199 w 1860758"/>
              <a:gd name="connsiteY37" fmla="*/ 488950 h 1251241"/>
              <a:gd name="connsiteX38" fmla="*/ 38224 w 1860758"/>
              <a:gd name="connsiteY38" fmla="*/ 523875 h 1251241"/>
              <a:gd name="connsiteX39" fmla="*/ 6474 w 1860758"/>
              <a:gd name="connsiteY39" fmla="*/ 495300 h 1251241"/>
              <a:gd name="connsiteX40" fmla="*/ 15999 w 1860758"/>
              <a:gd name="connsiteY40" fmla="*/ 333375 h 1251241"/>
              <a:gd name="connsiteX41" fmla="*/ 35049 w 1860758"/>
              <a:gd name="connsiteY41" fmla="*/ 200025 h 1251241"/>
              <a:gd name="connsiteX42" fmla="*/ 60449 w 1860758"/>
              <a:gd name="connsiteY42" fmla="*/ 104775 h 1251241"/>
              <a:gd name="connsiteX43" fmla="*/ 79499 w 1860758"/>
              <a:gd name="connsiteY43" fmla="*/ 57150 h 1251241"/>
              <a:gd name="connsiteX44" fmla="*/ 85849 w 1860758"/>
              <a:gd name="connsiteY44" fmla="*/ 3175 h 1251241"/>
              <a:gd name="connsiteX0" fmla="*/ 85849 w 1850490"/>
              <a:gd name="connsiteY0" fmla="*/ 3175 h 1251241"/>
              <a:gd name="connsiteX1" fmla="*/ 927224 w 1850490"/>
              <a:gd name="connsiteY1" fmla="*/ 3175 h 1251241"/>
              <a:gd name="connsiteX2" fmla="*/ 1349499 w 1850490"/>
              <a:gd name="connsiteY2" fmla="*/ 0 h 1251241"/>
              <a:gd name="connsiteX3" fmla="*/ 1533649 w 1850490"/>
              <a:gd name="connsiteY3" fmla="*/ 3175 h 1251241"/>
              <a:gd name="connsiteX4" fmla="*/ 1603499 w 1850490"/>
              <a:gd name="connsiteY4" fmla="*/ 6350 h 1251241"/>
              <a:gd name="connsiteX5" fmla="*/ 1651124 w 1850490"/>
              <a:gd name="connsiteY5" fmla="*/ 25400 h 1251241"/>
              <a:gd name="connsiteX6" fmla="*/ 1720974 w 1850490"/>
              <a:gd name="connsiteY6" fmla="*/ 127000 h 1251241"/>
              <a:gd name="connsiteX7" fmla="*/ 1778124 w 1850490"/>
              <a:gd name="connsiteY7" fmla="*/ 311150 h 1251241"/>
              <a:gd name="connsiteX8" fmla="*/ 1813049 w 1850490"/>
              <a:gd name="connsiteY8" fmla="*/ 434975 h 1251241"/>
              <a:gd name="connsiteX9" fmla="*/ 1813049 w 1850490"/>
              <a:gd name="connsiteY9" fmla="*/ 514350 h 1251241"/>
              <a:gd name="connsiteX10" fmla="*/ 1765424 w 1850490"/>
              <a:gd name="connsiteY10" fmla="*/ 523875 h 1251241"/>
              <a:gd name="connsiteX11" fmla="*/ 1698749 w 1850490"/>
              <a:gd name="connsiteY11" fmla="*/ 485775 h 1251241"/>
              <a:gd name="connsiteX12" fmla="*/ 1616199 w 1850490"/>
              <a:gd name="connsiteY12" fmla="*/ 492125 h 1251241"/>
              <a:gd name="connsiteX13" fmla="*/ 1604558 w 1850490"/>
              <a:gd name="connsiteY13" fmla="*/ 566209 h 1251241"/>
              <a:gd name="connsiteX14" fmla="*/ 1605615 w 1850490"/>
              <a:gd name="connsiteY14" fmla="*/ 677333 h 1251241"/>
              <a:gd name="connsiteX15" fmla="*/ 1679699 w 1850490"/>
              <a:gd name="connsiteY15" fmla="*/ 767292 h 1251241"/>
              <a:gd name="connsiteX16" fmla="*/ 1752724 w 1850490"/>
              <a:gd name="connsiteY16" fmla="*/ 752475 h 1251241"/>
              <a:gd name="connsiteX17" fmla="*/ 1800349 w 1850490"/>
              <a:gd name="connsiteY17" fmla="*/ 731308 h 1251241"/>
              <a:gd name="connsiteX18" fmla="*/ 1832099 w 1850490"/>
              <a:gd name="connsiteY18" fmla="*/ 692150 h 1251241"/>
              <a:gd name="connsiteX19" fmla="*/ 1850090 w 1850490"/>
              <a:gd name="connsiteY19" fmla="*/ 726016 h 1251241"/>
              <a:gd name="connsiteX20" fmla="*/ 1838449 w 1850490"/>
              <a:gd name="connsiteY20" fmla="*/ 866775 h 1251241"/>
              <a:gd name="connsiteX21" fmla="*/ 1774949 w 1850490"/>
              <a:gd name="connsiteY21" fmla="*/ 1082675 h 1251241"/>
              <a:gd name="connsiteX22" fmla="*/ 1708274 w 1850490"/>
              <a:gd name="connsiteY22" fmla="*/ 1203325 h 1251241"/>
              <a:gd name="connsiteX23" fmla="*/ 1606674 w 1850490"/>
              <a:gd name="connsiteY23" fmla="*/ 1241425 h 1251241"/>
              <a:gd name="connsiteX24" fmla="*/ 1441574 w 1850490"/>
              <a:gd name="connsiteY24" fmla="*/ 1241425 h 1251241"/>
              <a:gd name="connsiteX25" fmla="*/ 870074 w 1850490"/>
              <a:gd name="connsiteY25" fmla="*/ 1241425 h 1251241"/>
              <a:gd name="connsiteX26" fmla="*/ 403349 w 1850490"/>
              <a:gd name="connsiteY26" fmla="*/ 1250950 h 1251241"/>
              <a:gd name="connsiteX27" fmla="*/ 173691 w 1850490"/>
              <a:gd name="connsiteY27" fmla="*/ 1228725 h 1251241"/>
              <a:gd name="connsiteX28" fmla="*/ 86908 w 1850490"/>
              <a:gd name="connsiteY28" fmla="*/ 1147233 h 1251241"/>
              <a:gd name="connsiteX29" fmla="*/ 19174 w 1850490"/>
              <a:gd name="connsiteY29" fmla="*/ 974725 h 1251241"/>
              <a:gd name="connsiteX30" fmla="*/ 124 w 1850490"/>
              <a:gd name="connsiteY30" fmla="*/ 841375 h 1251241"/>
              <a:gd name="connsiteX31" fmla="*/ 25524 w 1850490"/>
              <a:gd name="connsiteY31" fmla="*/ 733425 h 1251241"/>
              <a:gd name="connsiteX32" fmla="*/ 76324 w 1850490"/>
              <a:gd name="connsiteY32" fmla="*/ 777875 h 1251241"/>
              <a:gd name="connsiteX33" fmla="*/ 152524 w 1850490"/>
              <a:gd name="connsiteY33" fmla="*/ 784225 h 1251241"/>
              <a:gd name="connsiteX34" fmla="*/ 216024 w 1850490"/>
              <a:gd name="connsiteY34" fmla="*/ 708025 h 1251241"/>
              <a:gd name="connsiteX35" fmla="*/ 228724 w 1850490"/>
              <a:gd name="connsiteY35" fmla="*/ 584200 h 1251241"/>
              <a:gd name="connsiteX36" fmla="*/ 187449 w 1850490"/>
              <a:gd name="connsiteY36" fmla="*/ 492125 h 1251241"/>
              <a:gd name="connsiteX37" fmla="*/ 92199 w 1850490"/>
              <a:gd name="connsiteY37" fmla="*/ 488950 h 1251241"/>
              <a:gd name="connsiteX38" fmla="*/ 38224 w 1850490"/>
              <a:gd name="connsiteY38" fmla="*/ 523875 h 1251241"/>
              <a:gd name="connsiteX39" fmla="*/ 6474 w 1850490"/>
              <a:gd name="connsiteY39" fmla="*/ 495300 h 1251241"/>
              <a:gd name="connsiteX40" fmla="*/ 15999 w 1850490"/>
              <a:gd name="connsiteY40" fmla="*/ 333375 h 1251241"/>
              <a:gd name="connsiteX41" fmla="*/ 35049 w 1850490"/>
              <a:gd name="connsiteY41" fmla="*/ 200025 h 1251241"/>
              <a:gd name="connsiteX42" fmla="*/ 60449 w 1850490"/>
              <a:gd name="connsiteY42" fmla="*/ 104775 h 1251241"/>
              <a:gd name="connsiteX43" fmla="*/ 79499 w 1850490"/>
              <a:gd name="connsiteY43" fmla="*/ 57150 h 1251241"/>
              <a:gd name="connsiteX44" fmla="*/ 85849 w 1850490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65424 w 1850099"/>
              <a:gd name="connsiteY10" fmla="*/ 523875 h 1251241"/>
              <a:gd name="connsiteX11" fmla="*/ 1698749 w 1850099"/>
              <a:gd name="connsiteY11" fmla="*/ 485775 h 1251241"/>
              <a:gd name="connsiteX12" fmla="*/ 1616199 w 1850099"/>
              <a:gd name="connsiteY12" fmla="*/ 4921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65424 w 1850099"/>
              <a:gd name="connsiteY10" fmla="*/ 523875 h 1251241"/>
              <a:gd name="connsiteX11" fmla="*/ 1698749 w 1850099"/>
              <a:gd name="connsiteY11" fmla="*/ 485775 h 1251241"/>
              <a:gd name="connsiteX12" fmla="*/ 1641599 w 1850099"/>
              <a:gd name="connsiteY12" fmla="*/ 5048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099"/>
              <a:gd name="connsiteY0" fmla="*/ 3175 h 1251241"/>
              <a:gd name="connsiteX1" fmla="*/ 927224 w 1850099"/>
              <a:gd name="connsiteY1" fmla="*/ 3175 h 1251241"/>
              <a:gd name="connsiteX2" fmla="*/ 1349499 w 1850099"/>
              <a:gd name="connsiteY2" fmla="*/ 0 h 1251241"/>
              <a:gd name="connsiteX3" fmla="*/ 1533649 w 1850099"/>
              <a:gd name="connsiteY3" fmla="*/ 3175 h 1251241"/>
              <a:gd name="connsiteX4" fmla="*/ 1603499 w 1850099"/>
              <a:gd name="connsiteY4" fmla="*/ 6350 h 1251241"/>
              <a:gd name="connsiteX5" fmla="*/ 1651124 w 1850099"/>
              <a:gd name="connsiteY5" fmla="*/ 25400 h 1251241"/>
              <a:gd name="connsiteX6" fmla="*/ 1720974 w 1850099"/>
              <a:gd name="connsiteY6" fmla="*/ 127000 h 1251241"/>
              <a:gd name="connsiteX7" fmla="*/ 1778124 w 1850099"/>
              <a:gd name="connsiteY7" fmla="*/ 311150 h 1251241"/>
              <a:gd name="connsiteX8" fmla="*/ 1813049 w 1850099"/>
              <a:gd name="connsiteY8" fmla="*/ 434975 h 1251241"/>
              <a:gd name="connsiteX9" fmla="*/ 1813049 w 1850099"/>
              <a:gd name="connsiteY9" fmla="*/ 514350 h 1251241"/>
              <a:gd name="connsiteX10" fmla="*/ 1778124 w 1850099"/>
              <a:gd name="connsiteY10" fmla="*/ 532342 h 1251241"/>
              <a:gd name="connsiteX11" fmla="*/ 1698749 w 1850099"/>
              <a:gd name="connsiteY11" fmla="*/ 485775 h 1251241"/>
              <a:gd name="connsiteX12" fmla="*/ 1641599 w 1850099"/>
              <a:gd name="connsiteY12" fmla="*/ 504825 h 1251241"/>
              <a:gd name="connsiteX13" fmla="*/ 1604558 w 1850099"/>
              <a:gd name="connsiteY13" fmla="*/ 566209 h 1251241"/>
              <a:gd name="connsiteX14" fmla="*/ 1605615 w 1850099"/>
              <a:gd name="connsiteY14" fmla="*/ 677333 h 1251241"/>
              <a:gd name="connsiteX15" fmla="*/ 1679699 w 1850099"/>
              <a:gd name="connsiteY15" fmla="*/ 767292 h 1251241"/>
              <a:gd name="connsiteX16" fmla="*/ 1752724 w 1850099"/>
              <a:gd name="connsiteY16" fmla="*/ 752475 h 1251241"/>
              <a:gd name="connsiteX17" fmla="*/ 1800349 w 1850099"/>
              <a:gd name="connsiteY17" fmla="*/ 731308 h 1251241"/>
              <a:gd name="connsiteX18" fmla="*/ 1832099 w 1850099"/>
              <a:gd name="connsiteY18" fmla="*/ 692150 h 1251241"/>
              <a:gd name="connsiteX19" fmla="*/ 1850090 w 1850099"/>
              <a:gd name="connsiteY19" fmla="*/ 726016 h 1251241"/>
              <a:gd name="connsiteX20" fmla="*/ 1829983 w 1850099"/>
              <a:gd name="connsiteY20" fmla="*/ 864659 h 1251241"/>
              <a:gd name="connsiteX21" fmla="*/ 1774949 w 1850099"/>
              <a:gd name="connsiteY21" fmla="*/ 1082675 h 1251241"/>
              <a:gd name="connsiteX22" fmla="*/ 1708274 w 1850099"/>
              <a:gd name="connsiteY22" fmla="*/ 1203325 h 1251241"/>
              <a:gd name="connsiteX23" fmla="*/ 1606674 w 1850099"/>
              <a:gd name="connsiteY23" fmla="*/ 1241425 h 1251241"/>
              <a:gd name="connsiteX24" fmla="*/ 1441574 w 1850099"/>
              <a:gd name="connsiteY24" fmla="*/ 1241425 h 1251241"/>
              <a:gd name="connsiteX25" fmla="*/ 870074 w 1850099"/>
              <a:gd name="connsiteY25" fmla="*/ 1241425 h 1251241"/>
              <a:gd name="connsiteX26" fmla="*/ 403349 w 1850099"/>
              <a:gd name="connsiteY26" fmla="*/ 1250950 h 1251241"/>
              <a:gd name="connsiteX27" fmla="*/ 173691 w 1850099"/>
              <a:gd name="connsiteY27" fmla="*/ 1228725 h 1251241"/>
              <a:gd name="connsiteX28" fmla="*/ 86908 w 1850099"/>
              <a:gd name="connsiteY28" fmla="*/ 1147233 h 1251241"/>
              <a:gd name="connsiteX29" fmla="*/ 19174 w 1850099"/>
              <a:gd name="connsiteY29" fmla="*/ 974725 h 1251241"/>
              <a:gd name="connsiteX30" fmla="*/ 124 w 1850099"/>
              <a:gd name="connsiteY30" fmla="*/ 841375 h 1251241"/>
              <a:gd name="connsiteX31" fmla="*/ 25524 w 1850099"/>
              <a:gd name="connsiteY31" fmla="*/ 733425 h 1251241"/>
              <a:gd name="connsiteX32" fmla="*/ 76324 w 1850099"/>
              <a:gd name="connsiteY32" fmla="*/ 777875 h 1251241"/>
              <a:gd name="connsiteX33" fmla="*/ 152524 w 1850099"/>
              <a:gd name="connsiteY33" fmla="*/ 784225 h 1251241"/>
              <a:gd name="connsiteX34" fmla="*/ 216024 w 1850099"/>
              <a:gd name="connsiteY34" fmla="*/ 708025 h 1251241"/>
              <a:gd name="connsiteX35" fmla="*/ 228724 w 1850099"/>
              <a:gd name="connsiteY35" fmla="*/ 584200 h 1251241"/>
              <a:gd name="connsiteX36" fmla="*/ 187449 w 1850099"/>
              <a:gd name="connsiteY36" fmla="*/ 492125 h 1251241"/>
              <a:gd name="connsiteX37" fmla="*/ 92199 w 1850099"/>
              <a:gd name="connsiteY37" fmla="*/ 488950 h 1251241"/>
              <a:gd name="connsiteX38" fmla="*/ 38224 w 1850099"/>
              <a:gd name="connsiteY38" fmla="*/ 523875 h 1251241"/>
              <a:gd name="connsiteX39" fmla="*/ 6474 w 1850099"/>
              <a:gd name="connsiteY39" fmla="*/ 495300 h 1251241"/>
              <a:gd name="connsiteX40" fmla="*/ 15999 w 1850099"/>
              <a:gd name="connsiteY40" fmla="*/ 333375 h 1251241"/>
              <a:gd name="connsiteX41" fmla="*/ 35049 w 1850099"/>
              <a:gd name="connsiteY41" fmla="*/ 200025 h 1251241"/>
              <a:gd name="connsiteX42" fmla="*/ 60449 w 1850099"/>
              <a:gd name="connsiteY42" fmla="*/ 104775 h 1251241"/>
              <a:gd name="connsiteX43" fmla="*/ 79499 w 1850099"/>
              <a:gd name="connsiteY43" fmla="*/ 57150 h 1251241"/>
              <a:gd name="connsiteX44" fmla="*/ 85849 w 1850099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2724 w 1850100"/>
              <a:gd name="connsiteY16" fmla="*/ 752475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7449 w 1850100"/>
              <a:gd name="connsiteY36" fmla="*/ 492125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7449 w 1850100"/>
              <a:gd name="connsiteY36" fmla="*/ 492125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16024 w 1850100"/>
              <a:gd name="connsiteY34" fmla="*/ 708025 h 1251241"/>
              <a:gd name="connsiteX35" fmla="*/ 228724 w 1850100"/>
              <a:gd name="connsiteY35" fmla="*/ 584200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28724 w 1850100"/>
              <a:gd name="connsiteY35" fmla="*/ 584200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20258 w 1850100"/>
              <a:gd name="connsiteY34" fmla="*/ 676275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1599 w 1850100"/>
              <a:gd name="connsiteY12" fmla="*/ 5048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857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32342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3049 w 1850100"/>
              <a:gd name="connsiteY9" fmla="*/ 514350 h 1251241"/>
              <a:gd name="connsiteX10" fmla="*/ 1778124 w 1850100"/>
              <a:gd name="connsiteY10" fmla="*/ 5111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08816 w 1850100"/>
              <a:gd name="connsiteY9" fmla="*/ 501650 h 1251241"/>
              <a:gd name="connsiteX10" fmla="*/ 1778124 w 1850100"/>
              <a:gd name="connsiteY10" fmla="*/ 5111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08816 w 1850100"/>
              <a:gd name="connsiteY9" fmla="*/ 50165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13049 w 1850100"/>
              <a:gd name="connsiteY8" fmla="*/ 434975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311150 h 1251241"/>
              <a:gd name="connsiteX8" fmla="*/ 1808816 w 1850100"/>
              <a:gd name="connsiteY8" fmla="*/ 411692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281517 h 1251241"/>
              <a:gd name="connsiteX8" fmla="*/ 1808816 w 1850100"/>
              <a:gd name="connsiteY8" fmla="*/ 411692 h 1251241"/>
              <a:gd name="connsiteX9" fmla="*/ 1819399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  <a:gd name="connsiteX0" fmla="*/ 85849 w 1850100"/>
              <a:gd name="connsiteY0" fmla="*/ 3175 h 1251241"/>
              <a:gd name="connsiteX1" fmla="*/ 927224 w 1850100"/>
              <a:gd name="connsiteY1" fmla="*/ 3175 h 1251241"/>
              <a:gd name="connsiteX2" fmla="*/ 1349499 w 1850100"/>
              <a:gd name="connsiteY2" fmla="*/ 0 h 1251241"/>
              <a:gd name="connsiteX3" fmla="*/ 1533649 w 1850100"/>
              <a:gd name="connsiteY3" fmla="*/ 3175 h 1251241"/>
              <a:gd name="connsiteX4" fmla="*/ 1603499 w 1850100"/>
              <a:gd name="connsiteY4" fmla="*/ 6350 h 1251241"/>
              <a:gd name="connsiteX5" fmla="*/ 1651124 w 1850100"/>
              <a:gd name="connsiteY5" fmla="*/ 25400 h 1251241"/>
              <a:gd name="connsiteX6" fmla="*/ 1720974 w 1850100"/>
              <a:gd name="connsiteY6" fmla="*/ 127000 h 1251241"/>
              <a:gd name="connsiteX7" fmla="*/ 1778124 w 1850100"/>
              <a:gd name="connsiteY7" fmla="*/ 281517 h 1251241"/>
              <a:gd name="connsiteX8" fmla="*/ 1808816 w 1850100"/>
              <a:gd name="connsiteY8" fmla="*/ 411692 h 1251241"/>
              <a:gd name="connsiteX9" fmla="*/ 1804582 w 1850100"/>
              <a:gd name="connsiteY9" fmla="*/ 482600 h 1251241"/>
              <a:gd name="connsiteX10" fmla="*/ 1776007 w 1850100"/>
              <a:gd name="connsiteY10" fmla="*/ 498475 h 1251241"/>
              <a:gd name="connsiteX11" fmla="*/ 1698749 w 1850100"/>
              <a:gd name="connsiteY11" fmla="*/ 460375 h 1251241"/>
              <a:gd name="connsiteX12" fmla="*/ 1643716 w 1850100"/>
              <a:gd name="connsiteY12" fmla="*/ 479425 h 1251241"/>
              <a:gd name="connsiteX13" fmla="*/ 1604558 w 1850100"/>
              <a:gd name="connsiteY13" fmla="*/ 566209 h 1251241"/>
              <a:gd name="connsiteX14" fmla="*/ 1605615 w 1850100"/>
              <a:gd name="connsiteY14" fmla="*/ 677333 h 1251241"/>
              <a:gd name="connsiteX15" fmla="*/ 1679699 w 1850100"/>
              <a:gd name="connsiteY15" fmla="*/ 767292 h 1251241"/>
              <a:gd name="connsiteX16" fmla="*/ 1756957 w 1850100"/>
              <a:gd name="connsiteY16" fmla="*/ 756709 h 1251241"/>
              <a:gd name="connsiteX17" fmla="*/ 1793999 w 1850100"/>
              <a:gd name="connsiteY17" fmla="*/ 729191 h 1251241"/>
              <a:gd name="connsiteX18" fmla="*/ 1832099 w 1850100"/>
              <a:gd name="connsiteY18" fmla="*/ 692150 h 1251241"/>
              <a:gd name="connsiteX19" fmla="*/ 1850090 w 1850100"/>
              <a:gd name="connsiteY19" fmla="*/ 726016 h 1251241"/>
              <a:gd name="connsiteX20" fmla="*/ 1829983 w 1850100"/>
              <a:gd name="connsiteY20" fmla="*/ 864659 h 1251241"/>
              <a:gd name="connsiteX21" fmla="*/ 1774949 w 1850100"/>
              <a:gd name="connsiteY21" fmla="*/ 1082675 h 1251241"/>
              <a:gd name="connsiteX22" fmla="*/ 1708274 w 1850100"/>
              <a:gd name="connsiteY22" fmla="*/ 1203325 h 1251241"/>
              <a:gd name="connsiteX23" fmla="*/ 1606674 w 1850100"/>
              <a:gd name="connsiteY23" fmla="*/ 1241425 h 1251241"/>
              <a:gd name="connsiteX24" fmla="*/ 1441574 w 1850100"/>
              <a:gd name="connsiteY24" fmla="*/ 1241425 h 1251241"/>
              <a:gd name="connsiteX25" fmla="*/ 870074 w 1850100"/>
              <a:gd name="connsiteY25" fmla="*/ 1241425 h 1251241"/>
              <a:gd name="connsiteX26" fmla="*/ 403349 w 1850100"/>
              <a:gd name="connsiteY26" fmla="*/ 1250950 h 1251241"/>
              <a:gd name="connsiteX27" fmla="*/ 173691 w 1850100"/>
              <a:gd name="connsiteY27" fmla="*/ 1228725 h 1251241"/>
              <a:gd name="connsiteX28" fmla="*/ 86908 w 1850100"/>
              <a:gd name="connsiteY28" fmla="*/ 1147233 h 1251241"/>
              <a:gd name="connsiteX29" fmla="*/ 19174 w 1850100"/>
              <a:gd name="connsiteY29" fmla="*/ 974725 h 1251241"/>
              <a:gd name="connsiteX30" fmla="*/ 124 w 1850100"/>
              <a:gd name="connsiteY30" fmla="*/ 841375 h 1251241"/>
              <a:gd name="connsiteX31" fmla="*/ 25524 w 1850100"/>
              <a:gd name="connsiteY31" fmla="*/ 733425 h 1251241"/>
              <a:gd name="connsiteX32" fmla="*/ 76324 w 1850100"/>
              <a:gd name="connsiteY32" fmla="*/ 777875 h 1251241"/>
              <a:gd name="connsiteX33" fmla="*/ 152524 w 1850100"/>
              <a:gd name="connsiteY33" fmla="*/ 784225 h 1251241"/>
              <a:gd name="connsiteX34" fmla="*/ 209675 w 1850100"/>
              <a:gd name="connsiteY34" fmla="*/ 705908 h 1251241"/>
              <a:gd name="connsiteX35" fmla="*/ 230841 w 1850100"/>
              <a:gd name="connsiteY35" fmla="*/ 605366 h 1251241"/>
              <a:gd name="connsiteX36" fmla="*/ 183216 w 1850100"/>
              <a:gd name="connsiteY36" fmla="*/ 500591 h 1251241"/>
              <a:gd name="connsiteX37" fmla="*/ 92199 w 1850100"/>
              <a:gd name="connsiteY37" fmla="*/ 488950 h 1251241"/>
              <a:gd name="connsiteX38" fmla="*/ 38224 w 1850100"/>
              <a:gd name="connsiteY38" fmla="*/ 523875 h 1251241"/>
              <a:gd name="connsiteX39" fmla="*/ 6474 w 1850100"/>
              <a:gd name="connsiteY39" fmla="*/ 495300 h 1251241"/>
              <a:gd name="connsiteX40" fmla="*/ 15999 w 1850100"/>
              <a:gd name="connsiteY40" fmla="*/ 333375 h 1251241"/>
              <a:gd name="connsiteX41" fmla="*/ 35049 w 1850100"/>
              <a:gd name="connsiteY41" fmla="*/ 200025 h 1251241"/>
              <a:gd name="connsiteX42" fmla="*/ 60449 w 1850100"/>
              <a:gd name="connsiteY42" fmla="*/ 104775 h 1251241"/>
              <a:gd name="connsiteX43" fmla="*/ 79499 w 1850100"/>
              <a:gd name="connsiteY43" fmla="*/ 57150 h 1251241"/>
              <a:gd name="connsiteX44" fmla="*/ 85849 w 1850100"/>
              <a:gd name="connsiteY44" fmla="*/ 3175 h 1251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850100" h="1251241">
                <a:moveTo>
                  <a:pt x="85849" y="3175"/>
                </a:moveTo>
                <a:lnTo>
                  <a:pt x="927224" y="3175"/>
                </a:lnTo>
                <a:lnTo>
                  <a:pt x="1349499" y="0"/>
                </a:lnTo>
                <a:cubicBezTo>
                  <a:pt x="1450570" y="0"/>
                  <a:pt x="1491316" y="2117"/>
                  <a:pt x="1533649" y="3175"/>
                </a:cubicBezTo>
                <a:cubicBezTo>
                  <a:pt x="1575982" y="4233"/>
                  <a:pt x="1583920" y="2646"/>
                  <a:pt x="1603499" y="6350"/>
                </a:cubicBezTo>
                <a:cubicBezTo>
                  <a:pt x="1623078" y="10054"/>
                  <a:pt x="1631545" y="5292"/>
                  <a:pt x="1651124" y="25400"/>
                </a:cubicBezTo>
                <a:cubicBezTo>
                  <a:pt x="1670703" y="45508"/>
                  <a:pt x="1699807" y="84314"/>
                  <a:pt x="1720974" y="127000"/>
                </a:cubicBezTo>
                <a:cubicBezTo>
                  <a:pt x="1742141" y="169686"/>
                  <a:pt x="1763484" y="234068"/>
                  <a:pt x="1778124" y="281517"/>
                </a:cubicBezTo>
                <a:cubicBezTo>
                  <a:pt x="1792764" y="328966"/>
                  <a:pt x="1804406" y="378178"/>
                  <a:pt x="1808816" y="411692"/>
                </a:cubicBezTo>
                <a:cubicBezTo>
                  <a:pt x="1813226" y="445206"/>
                  <a:pt x="1810050" y="468136"/>
                  <a:pt x="1804582" y="482600"/>
                </a:cubicBezTo>
                <a:cubicBezTo>
                  <a:pt x="1799114" y="497064"/>
                  <a:pt x="1793646" y="502179"/>
                  <a:pt x="1776007" y="498475"/>
                </a:cubicBezTo>
                <a:cubicBezTo>
                  <a:pt x="1758368" y="494771"/>
                  <a:pt x="1720797" y="463550"/>
                  <a:pt x="1698749" y="460375"/>
                </a:cubicBezTo>
                <a:cubicBezTo>
                  <a:pt x="1676701" y="457200"/>
                  <a:pt x="1659415" y="461786"/>
                  <a:pt x="1643716" y="479425"/>
                </a:cubicBezTo>
                <a:cubicBezTo>
                  <a:pt x="1628017" y="497064"/>
                  <a:pt x="1610908" y="533224"/>
                  <a:pt x="1604558" y="566209"/>
                </a:cubicBezTo>
                <a:cubicBezTo>
                  <a:pt x="1598208" y="599194"/>
                  <a:pt x="1593092" y="643819"/>
                  <a:pt x="1605615" y="677333"/>
                </a:cubicBezTo>
                <a:cubicBezTo>
                  <a:pt x="1618138" y="710847"/>
                  <a:pt x="1654475" y="754063"/>
                  <a:pt x="1679699" y="767292"/>
                </a:cubicBezTo>
                <a:cubicBezTo>
                  <a:pt x="1704923" y="780521"/>
                  <a:pt x="1737907" y="763059"/>
                  <a:pt x="1756957" y="756709"/>
                </a:cubicBezTo>
                <a:cubicBezTo>
                  <a:pt x="1776007" y="750359"/>
                  <a:pt x="1781475" y="739951"/>
                  <a:pt x="1793999" y="729191"/>
                </a:cubicBezTo>
                <a:cubicBezTo>
                  <a:pt x="1806523" y="718431"/>
                  <a:pt x="1822751" y="692679"/>
                  <a:pt x="1832099" y="692150"/>
                </a:cubicBezTo>
                <a:cubicBezTo>
                  <a:pt x="1841448" y="691621"/>
                  <a:pt x="1850443" y="697265"/>
                  <a:pt x="1850090" y="726016"/>
                </a:cubicBezTo>
                <a:cubicBezTo>
                  <a:pt x="1849737" y="754767"/>
                  <a:pt x="1842506" y="805216"/>
                  <a:pt x="1829983" y="864659"/>
                </a:cubicBezTo>
                <a:cubicBezTo>
                  <a:pt x="1817460" y="924102"/>
                  <a:pt x="1795234" y="1026231"/>
                  <a:pt x="1774949" y="1082675"/>
                </a:cubicBezTo>
                <a:cubicBezTo>
                  <a:pt x="1754664" y="1139119"/>
                  <a:pt x="1736320" y="1176867"/>
                  <a:pt x="1708274" y="1203325"/>
                </a:cubicBezTo>
                <a:cubicBezTo>
                  <a:pt x="1680228" y="1229783"/>
                  <a:pt x="1651124" y="1235075"/>
                  <a:pt x="1606674" y="1241425"/>
                </a:cubicBezTo>
                <a:cubicBezTo>
                  <a:pt x="1562224" y="1247775"/>
                  <a:pt x="1441574" y="1241425"/>
                  <a:pt x="1441574" y="1241425"/>
                </a:cubicBezTo>
                <a:lnTo>
                  <a:pt x="870074" y="1241425"/>
                </a:lnTo>
                <a:cubicBezTo>
                  <a:pt x="697037" y="1243012"/>
                  <a:pt x="519413" y="1253067"/>
                  <a:pt x="403349" y="1250950"/>
                </a:cubicBezTo>
                <a:cubicBezTo>
                  <a:pt x="287285" y="1248833"/>
                  <a:pt x="226431" y="1246011"/>
                  <a:pt x="173691" y="1228725"/>
                </a:cubicBezTo>
                <a:cubicBezTo>
                  <a:pt x="120951" y="1211439"/>
                  <a:pt x="112661" y="1189566"/>
                  <a:pt x="86908" y="1147233"/>
                </a:cubicBezTo>
                <a:cubicBezTo>
                  <a:pt x="61155" y="1104900"/>
                  <a:pt x="33638" y="1025701"/>
                  <a:pt x="19174" y="974725"/>
                </a:cubicBezTo>
                <a:cubicBezTo>
                  <a:pt x="4710" y="923749"/>
                  <a:pt x="-934" y="881592"/>
                  <a:pt x="124" y="841375"/>
                </a:cubicBezTo>
                <a:cubicBezTo>
                  <a:pt x="1182" y="801158"/>
                  <a:pt x="12824" y="744008"/>
                  <a:pt x="25524" y="733425"/>
                </a:cubicBezTo>
                <a:cubicBezTo>
                  <a:pt x="38224" y="722842"/>
                  <a:pt x="55157" y="769408"/>
                  <a:pt x="76324" y="777875"/>
                </a:cubicBezTo>
                <a:cubicBezTo>
                  <a:pt x="97491" y="786342"/>
                  <a:pt x="130299" y="796219"/>
                  <a:pt x="152524" y="784225"/>
                </a:cubicBezTo>
                <a:cubicBezTo>
                  <a:pt x="174749" y="772231"/>
                  <a:pt x="205089" y="737835"/>
                  <a:pt x="209675" y="705908"/>
                </a:cubicBezTo>
                <a:cubicBezTo>
                  <a:pt x="214261" y="673981"/>
                  <a:pt x="228901" y="639585"/>
                  <a:pt x="230841" y="605366"/>
                </a:cubicBezTo>
                <a:cubicBezTo>
                  <a:pt x="232781" y="571147"/>
                  <a:pt x="206323" y="519994"/>
                  <a:pt x="183216" y="500591"/>
                </a:cubicBezTo>
                <a:cubicBezTo>
                  <a:pt x="160109" y="481188"/>
                  <a:pt x="116364" y="485069"/>
                  <a:pt x="92199" y="488950"/>
                </a:cubicBezTo>
                <a:cubicBezTo>
                  <a:pt x="68034" y="492831"/>
                  <a:pt x="52511" y="522817"/>
                  <a:pt x="38224" y="523875"/>
                </a:cubicBezTo>
                <a:cubicBezTo>
                  <a:pt x="23937" y="524933"/>
                  <a:pt x="10178" y="527050"/>
                  <a:pt x="6474" y="495300"/>
                </a:cubicBezTo>
                <a:cubicBezTo>
                  <a:pt x="2770" y="463550"/>
                  <a:pt x="11236" y="382588"/>
                  <a:pt x="15999" y="333375"/>
                </a:cubicBezTo>
                <a:cubicBezTo>
                  <a:pt x="20761" y="284163"/>
                  <a:pt x="27641" y="238125"/>
                  <a:pt x="35049" y="200025"/>
                </a:cubicBezTo>
                <a:cubicBezTo>
                  <a:pt x="42457" y="161925"/>
                  <a:pt x="53041" y="128588"/>
                  <a:pt x="60449" y="104775"/>
                </a:cubicBezTo>
                <a:cubicBezTo>
                  <a:pt x="67857" y="80963"/>
                  <a:pt x="75795" y="68262"/>
                  <a:pt x="79499" y="57150"/>
                </a:cubicBezTo>
                <a:cubicBezTo>
                  <a:pt x="83203" y="46038"/>
                  <a:pt x="82938" y="42069"/>
                  <a:pt x="85849" y="3175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8378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F30E09-D16B-D472-AC41-83D84F20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3937ADA-C09E-4F28-16A8-ADBCBAAC9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8368"/>
            <a:ext cx="6858000" cy="1229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3E5790-0FA2-C509-C461-D98C33208BA1}"/>
                  </a:ext>
                </a:extLst>
              </p14:cNvPr>
              <p14:cNvContentPartPr/>
              <p14:nvPr/>
            </p14:nvContentPartPr>
            <p14:xfrm>
              <a:off x="34680" y="4343185"/>
              <a:ext cx="1238760" cy="35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3E5790-0FA2-C509-C461-D98C33208B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60" y="4337065"/>
                <a:ext cx="12510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F1663B-F87B-103C-5AD4-CB79DB86031F}"/>
                  </a:ext>
                </a:extLst>
              </p14:cNvPr>
              <p14:cNvContentPartPr/>
              <p14:nvPr/>
            </p14:nvContentPartPr>
            <p14:xfrm>
              <a:off x="63120" y="4340305"/>
              <a:ext cx="1506240" cy="1146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F1663B-F87B-103C-5AD4-CB79DB8603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00" y="4334185"/>
                <a:ext cx="1518480" cy="11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90A1F8E-E7BB-FF38-FFEC-3C1752DD4B8E}"/>
                  </a:ext>
                </a:extLst>
              </p14:cNvPr>
              <p14:cNvContentPartPr/>
              <p14:nvPr/>
            </p14:nvContentPartPr>
            <p14:xfrm>
              <a:off x="1498440" y="4375225"/>
              <a:ext cx="1555920" cy="352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90A1F8E-E7BB-FF38-FFEC-3C1752DD4B8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92320" y="4369105"/>
                <a:ext cx="15681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702A3DF-64A0-A39D-12D8-44ECF6305EB0}"/>
                  </a:ext>
                </a:extLst>
              </p14:cNvPr>
              <p14:cNvContentPartPr/>
              <p14:nvPr/>
            </p14:nvContentPartPr>
            <p14:xfrm>
              <a:off x="3025560" y="4403665"/>
              <a:ext cx="1393920" cy="29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702A3DF-64A0-A39D-12D8-44ECF6305E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19440" y="4397545"/>
                <a:ext cx="140616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B5220A5E-63B6-4248-EA25-CF16438BF4BF}"/>
              </a:ext>
            </a:extLst>
          </p:cNvPr>
          <p:cNvGrpSpPr/>
          <p:nvPr/>
        </p:nvGrpSpPr>
        <p:grpSpPr>
          <a:xfrm>
            <a:off x="1447680" y="4397185"/>
            <a:ext cx="4883465" cy="1207440"/>
            <a:chOff x="1447680" y="4397185"/>
            <a:chExt cx="4883465" cy="12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469065-4C3B-CB76-0B8E-73FBA72206B2}"/>
                    </a:ext>
                  </a:extLst>
                </p14:cNvPr>
                <p14:cNvContentPartPr/>
                <p14:nvPr/>
              </p14:nvContentPartPr>
              <p14:xfrm>
                <a:off x="2920800" y="4406185"/>
                <a:ext cx="146880" cy="40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469065-4C3B-CB76-0B8E-73FBA72206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4680" y="4400065"/>
                  <a:ext cx="1591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92001C-E8EB-9487-C278-C3DC55144D4E}"/>
                    </a:ext>
                  </a:extLst>
                </p14:cNvPr>
                <p14:cNvContentPartPr/>
                <p14:nvPr/>
              </p14:nvContentPartPr>
              <p14:xfrm>
                <a:off x="2802000" y="4850785"/>
                <a:ext cx="259200" cy="220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92001C-E8EB-9487-C278-C3DC55144D4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795880" y="4844665"/>
                  <a:ext cx="2714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828DC8-CC84-5742-C5CE-0484DC4A032D}"/>
                    </a:ext>
                  </a:extLst>
                </p14:cNvPr>
                <p14:cNvContentPartPr/>
                <p14:nvPr/>
              </p14:nvContentPartPr>
              <p14:xfrm>
                <a:off x="2946720" y="5073625"/>
                <a:ext cx="142560" cy="37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828DC8-CC84-5742-C5CE-0484DC4A03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0600" y="5067505"/>
                  <a:ext cx="1548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4887B77-6AA8-CC8C-8768-34BC4B1ECDB1}"/>
                    </a:ext>
                  </a:extLst>
                </p14:cNvPr>
                <p14:cNvContentPartPr/>
                <p14:nvPr/>
              </p14:nvContentPartPr>
              <p14:xfrm>
                <a:off x="1447680" y="5476465"/>
                <a:ext cx="1409760" cy="46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4887B77-6AA8-CC8C-8768-34BC4B1ECDB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41560" y="5470345"/>
                  <a:ext cx="1422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B95700-4D97-B9AD-E47A-AF8AACCCEFE3}"/>
                    </a:ext>
                  </a:extLst>
                </p14:cNvPr>
                <p14:cNvContentPartPr/>
                <p14:nvPr/>
              </p14:nvContentPartPr>
              <p14:xfrm>
                <a:off x="4438560" y="4422745"/>
                <a:ext cx="120960" cy="406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B95700-4D97-B9AD-E47A-AF8AACCCEFE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32440" y="4416625"/>
                  <a:ext cx="1332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B5A229-6B84-806B-57AC-038B25C469D8}"/>
                    </a:ext>
                  </a:extLst>
                </p14:cNvPr>
                <p14:cNvContentPartPr/>
                <p14:nvPr/>
              </p14:nvContentPartPr>
              <p14:xfrm>
                <a:off x="4387800" y="4875985"/>
                <a:ext cx="200160" cy="243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B5A229-6B84-806B-57AC-038B25C469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81680" y="4869865"/>
                  <a:ext cx="212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74B8D3-4248-492A-43C4-81011F782DCF}"/>
                    </a:ext>
                  </a:extLst>
                </p14:cNvPr>
                <p14:cNvContentPartPr/>
                <p14:nvPr/>
              </p14:nvContentPartPr>
              <p14:xfrm>
                <a:off x="4383840" y="5146705"/>
                <a:ext cx="210600" cy="380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74B8D3-4248-492A-43C4-81011F782DC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77720" y="5140585"/>
                  <a:ext cx="2228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A582BD-27D5-53A1-341E-99C02D68CA49}"/>
                    </a:ext>
                  </a:extLst>
                </p14:cNvPr>
                <p14:cNvContentPartPr/>
                <p14:nvPr/>
              </p14:nvContentPartPr>
              <p14:xfrm>
                <a:off x="2997120" y="5482945"/>
                <a:ext cx="1381320" cy="6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A582BD-27D5-53A1-341E-99C02D68CA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91000" y="5476825"/>
                  <a:ext cx="1393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5C0594-DCF0-8E17-3F9C-05220475FBB6}"/>
                    </a:ext>
                  </a:extLst>
                </p14:cNvPr>
                <p14:cNvContentPartPr/>
                <p14:nvPr/>
              </p14:nvContentPartPr>
              <p14:xfrm>
                <a:off x="4511705" y="4397185"/>
                <a:ext cx="1819440" cy="1207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5C0594-DCF0-8E17-3F9C-05220475FBB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05585" y="4391065"/>
                  <a:ext cx="1831680" cy="1219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79369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F6063-4BFF-DD8C-CA05-3B125C78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34BD051-45D0-D9C9-06C5-FC536F65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8368"/>
            <a:ext cx="6858000" cy="1229264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DDB5FBD-6D78-8BBF-B061-6F2EFC3B29DC}"/>
              </a:ext>
            </a:extLst>
          </p:cNvPr>
          <p:cNvSpPr/>
          <p:nvPr/>
        </p:nvSpPr>
        <p:spPr>
          <a:xfrm>
            <a:off x="112937" y="4324349"/>
            <a:ext cx="1376110" cy="1162050"/>
          </a:xfrm>
          <a:custGeom>
            <a:avLst/>
            <a:gdLst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70000 w 1350624"/>
              <a:gd name="connsiteY26" fmla="*/ 1089025 h 1178319"/>
              <a:gd name="connsiteX27" fmla="*/ 1266825 w 1350624"/>
              <a:gd name="connsiteY27" fmla="*/ 1127125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53067 w 1350624"/>
              <a:gd name="connsiteY26" fmla="*/ 1091142 h 1178319"/>
              <a:gd name="connsiteX27" fmla="*/ 1266825 w 1350624"/>
              <a:gd name="connsiteY27" fmla="*/ 1127125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53067 w 1350624"/>
              <a:gd name="connsiteY26" fmla="*/ 1091142 h 1178319"/>
              <a:gd name="connsiteX27" fmla="*/ 1275291 w 1350624"/>
              <a:gd name="connsiteY27" fmla="*/ 1141941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050"/>
              <a:gd name="connsiteX1" fmla="*/ 425450 w 1350624"/>
              <a:gd name="connsiteY1" fmla="*/ 0 h 1178050"/>
              <a:gd name="connsiteX2" fmla="*/ 730250 w 1350624"/>
              <a:gd name="connsiteY2" fmla="*/ 0 h 1178050"/>
              <a:gd name="connsiteX3" fmla="*/ 1038225 w 1350624"/>
              <a:gd name="connsiteY3" fmla="*/ 9525 h 1178050"/>
              <a:gd name="connsiteX4" fmla="*/ 1216025 w 1350624"/>
              <a:gd name="connsiteY4" fmla="*/ 12700 h 1178050"/>
              <a:gd name="connsiteX5" fmla="*/ 1260475 w 1350624"/>
              <a:gd name="connsiteY5" fmla="*/ 12700 h 1178050"/>
              <a:gd name="connsiteX6" fmla="*/ 1257300 w 1350624"/>
              <a:gd name="connsiteY6" fmla="*/ 53975 h 1178050"/>
              <a:gd name="connsiteX7" fmla="*/ 1212850 w 1350624"/>
              <a:gd name="connsiteY7" fmla="*/ 139700 h 1178050"/>
              <a:gd name="connsiteX8" fmla="*/ 1181100 w 1350624"/>
              <a:gd name="connsiteY8" fmla="*/ 247650 h 1178050"/>
              <a:gd name="connsiteX9" fmla="*/ 1152525 w 1350624"/>
              <a:gd name="connsiteY9" fmla="*/ 342900 h 1178050"/>
              <a:gd name="connsiteX10" fmla="*/ 1152525 w 1350624"/>
              <a:gd name="connsiteY10" fmla="*/ 419100 h 1178050"/>
              <a:gd name="connsiteX11" fmla="*/ 1155700 w 1350624"/>
              <a:gd name="connsiteY11" fmla="*/ 457200 h 1178050"/>
              <a:gd name="connsiteX12" fmla="*/ 1216025 w 1350624"/>
              <a:gd name="connsiteY12" fmla="*/ 396875 h 1178050"/>
              <a:gd name="connsiteX13" fmla="*/ 1276350 w 1350624"/>
              <a:gd name="connsiteY13" fmla="*/ 381000 h 1178050"/>
              <a:gd name="connsiteX14" fmla="*/ 1336675 w 1350624"/>
              <a:gd name="connsiteY14" fmla="*/ 431800 h 1178050"/>
              <a:gd name="connsiteX15" fmla="*/ 1349375 w 1350624"/>
              <a:gd name="connsiteY15" fmla="*/ 504825 h 1178050"/>
              <a:gd name="connsiteX16" fmla="*/ 1346200 w 1350624"/>
              <a:gd name="connsiteY16" fmla="*/ 542925 h 1178050"/>
              <a:gd name="connsiteX17" fmla="*/ 1314450 w 1350624"/>
              <a:gd name="connsiteY17" fmla="*/ 615950 h 1178050"/>
              <a:gd name="connsiteX18" fmla="*/ 1235075 w 1350624"/>
              <a:gd name="connsiteY18" fmla="*/ 650875 h 1178050"/>
              <a:gd name="connsiteX19" fmla="*/ 1187450 w 1350624"/>
              <a:gd name="connsiteY19" fmla="*/ 631825 h 1178050"/>
              <a:gd name="connsiteX20" fmla="*/ 1152525 w 1350624"/>
              <a:gd name="connsiteY20" fmla="*/ 612775 h 1178050"/>
              <a:gd name="connsiteX21" fmla="*/ 1152525 w 1350624"/>
              <a:gd name="connsiteY21" fmla="*/ 654050 h 1178050"/>
              <a:gd name="connsiteX22" fmla="*/ 1152525 w 1350624"/>
              <a:gd name="connsiteY22" fmla="*/ 701675 h 1178050"/>
              <a:gd name="connsiteX23" fmla="*/ 1184275 w 1350624"/>
              <a:gd name="connsiteY23" fmla="*/ 844550 h 1178050"/>
              <a:gd name="connsiteX24" fmla="*/ 1209675 w 1350624"/>
              <a:gd name="connsiteY24" fmla="*/ 955675 h 1178050"/>
              <a:gd name="connsiteX25" fmla="*/ 1235075 w 1350624"/>
              <a:gd name="connsiteY25" fmla="*/ 1035050 h 1178050"/>
              <a:gd name="connsiteX26" fmla="*/ 1253067 w 1350624"/>
              <a:gd name="connsiteY26" fmla="*/ 1091142 h 1178050"/>
              <a:gd name="connsiteX27" fmla="*/ 1275291 w 1350624"/>
              <a:gd name="connsiteY27" fmla="*/ 1141941 h 1178050"/>
              <a:gd name="connsiteX28" fmla="*/ 1122892 w 1350624"/>
              <a:gd name="connsiteY28" fmla="*/ 1162050 h 1178050"/>
              <a:gd name="connsiteX29" fmla="*/ 876300 w 1350624"/>
              <a:gd name="connsiteY29" fmla="*/ 1177925 h 1178050"/>
              <a:gd name="connsiteX30" fmla="*/ 669925 w 1350624"/>
              <a:gd name="connsiteY30" fmla="*/ 1168400 h 1178050"/>
              <a:gd name="connsiteX31" fmla="*/ 396875 w 1350624"/>
              <a:gd name="connsiteY31" fmla="*/ 1149350 h 1178050"/>
              <a:gd name="connsiteX32" fmla="*/ 152400 w 1350624"/>
              <a:gd name="connsiteY32" fmla="*/ 1130300 h 1178050"/>
              <a:gd name="connsiteX33" fmla="*/ 123825 w 1350624"/>
              <a:gd name="connsiteY33" fmla="*/ 1120775 h 1178050"/>
              <a:gd name="connsiteX34" fmla="*/ 79375 w 1350624"/>
              <a:gd name="connsiteY34" fmla="*/ 1050925 h 1178050"/>
              <a:gd name="connsiteX35" fmla="*/ 66675 w 1350624"/>
              <a:gd name="connsiteY35" fmla="*/ 930275 h 1178050"/>
              <a:gd name="connsiteX36" fmla="*/ 50800 w 1350624"/>
              <a:gd name="connsiteY36" fmla="*/ 704850 h 1178050"/>
              <a:gd name="connsiteX37" fmla="*/ 41275 w 1350624"/>
              <a:gd name="connsiteY37" fmla="*/ 425450 h 1178050"/>
              <a:gd name="connsiteX38" fmla="*/ 38100 w 1350624"/>
              <a:gd name="connsiteY38" fmla="*/ 266700 h 1178050"/>
              <a:gd name="connsiteX39" fmla="*/ 50800 w 1350624"/>
              <a:gd name="connsiteY39" fmla="*/ 123825 h 1178050"/>
              <a:gd name="connsiteX40" fmla="*/ 0 w 1350624"/>
              <a:gd name="connsiteY40" fmla="*/ 0 h 1178050"/>
              <a:gd name="connsiteX0" fmla="*/ 0 w 1350624"/>
              <a:gd name="connsiteY0" fmla="*/ 0 h 1178050"/>
              <a:gd name="connsiteX1" fmla="*/ 425450 w 1350624"/>
              <a:gd name="connsiteY1" fmla="*/ 0 h 1178050"/>
              <a:gd name="connsiteX2" fmla="*/ 730250 w 1350624"/>
              <a:gd name="connsiteY2" fmla="*/ 0 h 1178050"/>
              <a:gd name="connsiteX3" fmla="*/ 1038225 w 1350624"/>
              <a:gd name="connsiteY3" fmla="*/ 9525 h 1178050"/>
              <a:gd name="connsiteX4" fmla="*/ 1216025 w 1350624"/>
              <a:gd name="connsiteY4" fmla="*/ 12700 h 1178050"/>
              <a:gd name="connsiteX5" fmla="*/ 1260475 w 1350624"/>
              <a:gd name="connsiteY5" fmla="*/ 12700 h 1178050"/>
              <a:gd name="connsiteX6" fmla="*/ 1257300 w 1350624"/>
              <a:gd name="connsiteY6" fmla="*/ 53975 h 1178050"/>
              <a:gd name="connsiteX7" fmla="*/ 1212850 w 1350624"/>
              <a:gd name="connsiteY7" fmla="*/ 139700 h 1178050"/>
              <a:gd name="connsiteX8" fmla="*/ 1181100 w 1350624"/>
              <a:gd name="connsiteY8" fmla="*/ 247650 h 1178050"/>
              <a:gd name="connsiteX9" fmla="*/ 1152525 w 1350624"/>
              <a:gd name="connsiteY9" fmla="*/ 342900 h 1178050"/>
              <a:gd name="connsiteX10" fmla="*/ 1152525 w 1350624"/>
              <a:gd name="connsiteY10" fmla="*/ 419100 h 1178050"/>
              <a:gd name="connsiteX11" fmla="*/ 1155700 w 1350624"/>
              <a:gd name="connsiteY11" fmla="*/ 457200 h 1178050"/>
              <a:gd name="connsiteX12" fmla="*/ 1216025 w 1350624"/>
              <a:gd name="connsiteY12" fmla="*/ 396875 h 1178050"/>
              <a:gd name="connsiteX13" fmla="*/ 1276350 w 1350624"/>
              <a:gd name="connsiteY13" fmla="*/ 381000 h 1178050"/>
              <a:gd name="connsiteX14" fmla="*/ 1336675 w 1350624"/>
              <a:gd name="connsiteY14" fmla="*/ 431800 h 1178050"/>
              <a:gd name="connsiteX15" fmla="*/ 1349375 w 1350624"/>
              <a:gd name="connsiteY15" fmla="*/ 504825 h 1178050"/>
              <a:gd name="connsiteX16" fmla="*/ 1346200 w 1350624"/>
              <a:gd name="connsiteY16" fmla="*/ 542925 h 1178050"/>
              <a:gd name="connsiteX17" fmla="*/ 1314450 w 1350624"/>
              <a:gd name="connsiteY17" fmla="*/ 615950 h 1178050"/>
              <a:gd name="connsiteX18" fmla="*/ 1235075 w 1350624"/>
              <a:gd name="connsiteY18" fmla="*/ 650875 h 1178050"/>
              <a:gd name="connsiteX19" fmla="*/ 1187450 w 1350624"/>
              <a:gd name="connsiteY19" fmla="*/ 631825 h 1178050"/>
              <a:gd name="connsiteX20" fmla="*/ 1152525 w 1350624"/>
              <a:gd name="connsiteY20" fmla="*/ 612775 h 1178050"/>
              <a:gd name="connsiteX21" fmla="*/ 1152525 w 1350624"/>
              <a:gd name="connsiteY21" fmla="*/ 654050 h 1178050"/>
              <a:gd name="connsiteX22" fmla="*/ 1152525 w 1350624"/>
              <a:gd name="connsiteY22" fmla="*/ 701675 h 1178050"/>
              <a:gd name="connsiteX23" fmla="*/ 1184275 w 1350624"/>
              <a:gd name="connsiteY23" fmla="*/ 844550 h 1178050"/>
              <a:gd name="connsiteX24" fmla="*/ 1209675 w 1350624"/>
              <a:gd name="connsiteY24" fmla="*/ 955675 h 1178050"/>
              <a:gd name="connsiteX25" fmla="*/ 1235075 w 1350624"/>
              <a:gd name="connsiteY25" fmla="*/ 1035050 h 1178050"/>
              <a:gd name="connsiteX26" fmla="*/ 1253067 w 1350624"/>
              <a:gd name="connsiteY26" fmla="*/ 1091142 h 1178050"/>
              <a:gd name="connsiteX27" fmla="*/ 1277407 w 1350624"/>
              <a:gd name="connsiteY27" fmla="*/ 1156758 h 1178050"/>
              <a:gd name="connsiteX28" fmla="*/ 1122892 w 1350624"/>
              <a:gd name="connsiteY28" fmla="*/ 1162050 h 1178050"/>
              <a:gd name="connsiteX29" fmla="*/ 876300 w 1350624"/>
              <a:gd name="connsiteY29" fmla="*/ 1177925 h 1178050"/>
              <a:gd name="connsiteX30" fmla="*/ 669925 w 1350624"/>
              <a:gd name="connsiteY30" fmla="*/ 1168400 h 1178050"/>
              <a:gd name="connsiteX31" fmla="*/ 396875 w 1350624"/>
              <a:gd name="connsiteY31" fmla="*/ 1149350 h 1178050"/>
              <a:gd name="connsiteX32" fmla="*/ 152400 w 1350624"/>
              <a:gd name="connsiteY32" fmla="*/ 1130300 h 1178050"/>
              <a:gd name="connsiteX33" fmla="*/ 123825 w 1350624"/>
              <a:gd name="connsiteY33" fmla="*/ 1120775 h 1178050"/>
              <a:gd name="connsiteX34" fmla="*/ 79375 w 1350624"/>
              <a:gd name="connsiteY34" fmla="*/ 1050925 h 1178050"/>
              <a:gd name="connsiteX35" fmla="*/ 66675 w 1350624"/>
              <a:gd name="connsiteY35" fmla="*/ 930275 h 1178050"/>
              <a:gd name="connsiteX36" fmla="*/ 50800 w 1350624"/>
              <a:gd name="connsiteY36" fmla="*/ 704850 h 1178050"/>
              <a:gd name="connsiteX37" fmla="*/ 41275 w 1350624"/>
              <a:gd name="connsiteY37" fmla="*/ 425450 h 1178050"/>
              <a:gd name="connsiteX38" fmla="*/ 38100 w 1350624"/>
              <a:gd name="connsiteY38" fmla="*/ 266700 h 1178050"/>
              <a:gd name="connsiteX39" fmla="*/ 50800 w 1350624"/>
              <a:gd name="connsiteY39" fmla="*/ 123825 h 1178050"/>
              <a:gd name="connsiteX40" fmla="*/ 0 w 1350624"/>
              <a:gd name="connsiteY40" fmla="*/ 0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927 w 1313518"/>
              <a:gd name="connsiteY0" fmla="*/ 2117 h 1178050"/>
              <a:gd name="connsiteX1" fmla="*/ 388344 w 1313518"/>
              <a:gd name="connsiteY1" fmla="*/ 0 h 1178050"/>
              <a:gd name="connsiteX2" fmla="*/ 693144 w 1313518"/>
              <a:gd name="connsiteY2" fmla="*/ 0 h 1178050"/>
              <a:gd name="connsiteX3" fmla="*/ 1001119 w 1313518"/>
              <a:gd name="connsiteY3" fmla="*/ 9525 h 1178050"/>
              <a:gd name="connsiteX4" fmla="*/ 1178919 w 1313518"/>
              <a:gd name="connsiteY4" fmla="*/ 12700 h 1178050"/>
              <a:gd name="connsiteX5" fmla="*/ 1223369 w 1313518"/>
              <a:gd name="connsiteY5" fmla="*/ 12700 h 1178050"/>
              <a:gd name="connsiteX6" fmla="*/ 1220194 w 1313518"/>
              <a:gd name="connsiteY6" fmla="*/ 53975 h 1178050"/>
              <a:gd name="connsiteX7" fmla="*/ 1175744 w 1313518"/>
              <a:gd name="connsiteY7" fmla="*/ 139700 h 1178050"/>
              <a:gd name="connsiteX8" fmla="*/ 1143994 w 1313518"/>
              <a:gd name="connsiteY8" fmla="*/ 247650 h 1178050"/>
              <a:gd name="connsiteX9" fmla="*/ 1115419 w 1313518"/>
              <a:gd name="connsiteY9" fmla="*/ 342900 h 1178050"/>
              <a:gd name="connsiteX10" fmla="*/ 1115419 w 1313518"/>
              <a:gd name="connsiteY10" fmla="*/ 419100 h 1178050"/>
              <a:gd name="connsiteX11" fmla="*/ 1118594 w 1313518"/>
              <a:gd name="connsiteY11" fmla="*/ 457200 h 1178050"/>
              <a:gd name="connsiteX12" fmla="*/ 1178919 w 1313518"/>
              <a:gd name="connsiteY12" fmla="*/ 396875 h 1178050"/>
              <a:gd name="connsiteX13" fmla="*/ 1239244 w 1313518"/>
              <a:gd name="connsiteY13" fmla="*/ 381000 h 1178050"/>
              <a:gd name="connsiteX14" fmla="*/ 1299569 w 1313518"/>
              <a:gd name="connsiteY14" fmla="*/ 431800 h 1178050"/>
              <a:gd name="connsiteX15" fmla="*/ 1312269 w 1313518"/>
              <a:gd name="connsiteY15" fmla="*/ 504825 h 1178050"/>
              <a:gd name="connsiteX16" fmla="*/ 1309094 w 1313518"/>
              <a:gd name="connsiteY16" fmla="*/ 542925 h 1178050"/>
              <a:gd name="connsiteX17" fmla="*/ 1277344 w 1313518"/>
              <a:gd name="connsiteY17" fmla="*/ 615950 h 1178050"/>
              <a:gd name="connsiteX18" fmla="*/ 1197969 w 1313518"/>
              <a:gd name="connsiteY18" fmla="*/ 650875 h 1178050"/>
              <a:gd name="connsiteX19" fmla="*/ 1150344 w 1313518"/>
              <a:gd name="connsiteY19" fmla="*/ 631825 h 1178050"/>
              <a:gd name="connsiteX20" fmla="*/ 1115419 w 1313518"/>
              <a:gd name="connsiteY20" fmla="*/ 612775 h 1178050"/>
              <a:gd name="connsiteX21" fmla="*/ 1115419 w 1313518"/>
              <a:gd name="connsiteY21" fmla="*/ 654050 h 1178050"/>
              <a:gd name="connsiteX22" fmla="*/ 1115419 w 1313518"/>
              <a:gd name="connsiteY22" fmla="*/ 701675 h 1178050"/>
              <a:gd name="connsiteX23" fmla="*/ 1147169 w 1313518"/>
              <a:gd name="connsiteY23" fmla="*/ 844550 h 1178050"/>
              <a:gd name="connsiteX24" fmla="*/ 1172569 w 1313518"/>
              <a:gd name="connsiteY24" fmla="*/ 955675 h 1178050"/>
              <a:gd name="connsiteX25" fmla="*/ 1197969 w 1313518"/>
              <a:gd name="connsiteY25" fmla="*/ 1035050 h 1178050"/>
              <a:gd name="connsiteX26" fmla="*/ 1215961 w 1313518"/>
              <a:gd name="connsiteY26" fmla="*/ 1091142 h 1178050"/>
              <a:gd name="connsiteX27" fmla="*/ 1240301 w 1313518"/>
              <a:gd name="connsiteY27" fmla="*/ 1156758 h 1178050"/>
              <a:gd name="connsiteX28" fmla="*/ 1085786 w 1313518"/>
              <a:gd name="connsiteY28" fmla="*/ 1162050 h 1178050"/>
              <a:gd name="connsiteX29" fmla="*/ 839194 w 1313518"/>
              <a:gd name="connsiteY29" fmla="*/ 1177925 h 1178050"/>
              <a:gd name="connsiteX30" fmla="*/ 632819 w 1313518"/>
              <a:gd name="connsiteY30" fmla="*/ 1168400 h 1178050"/>
              <a:gd name="connsiteX31" fmla="*/ 359769 w 1313518"/>
              <a:gd name="connsiteY31" fmla="*/ 1149350 h 1178050"/>
              <a:gd name="connsiteX32" fmla="*/ 115294 w 1313518"/>
              <a:gd name="connsiteY32" fmla="*/ 1130300 h 1178050"/>
              <a:gd name="connsiteX33" fmla="*/ 86719 w 1313518"/>
              <a:gd name="connsiteY33" fmla="*/ 1120775 h 1178050"/>
              <a:gd name="connsiteX34" fmla="*/ 42269 w 1313518"/>
              <a:gd name="connsiteY34" fmla="*/ 1050925 h 1178050"/>
              <a:gd name="connsiteX35" fmla="*/ 29569 w 1313518"/>
              <a:gd name="connsiteY35" fmla="*/ 930275 h 1178050"/>
              <a:gd name="connsiteX36" fmla="*/ 13694 w 1313518"/>
              <a:gd name="connsiteY36" fmla="*/ 704850 h 1178050"/>
              <a:gd name="connsiteX37" fmla="*/ 4169 w 1313518"/>
              <a:gd name="connsiteY37" fmla="*/ 425450 h 1178050"/>
              <a:gd name="connsiteX38" fmla="*/ 994 w 1313518"/>
              <a:gd name="connsiteY38" fmla="*/ 266700 h 1178050"/>
              <a:gd name="connsiteX39" fmla="*/ 994 w 1313518"/>
              <a:gd name="connsiteY39" fmla="*/ 121708 h 1178050"/>
              <a:gd name="connsiteX40" fmla="*/ 17927 w 1313518"/>
              <a:gd name="connsiteY40" fmla="*/ 2117 h 1178050"/>
              <a:gd name="connsiteX0" fmla="*/ 31515 w 1314406"/>
              <a:gd name="connsiteY0" fmla="*/ 6351 h 1178050"/>
              <a:gd name="connsiteX1" fmla="*/ 389232 w 1314406"/>
              <a:gd name="connsiteY1" fmla="*/ 0 h 1178050"/>
              <a:gd name="connsiteX2" fmla="*/ 694032 w 1314406"/>
              <a:gd name="connsiteY2" fmla="*/ 0 h 1178050"/>
              <a:gd name="connsiteX3" fmla="*/ 1002007 w 1314406"/>
              <a:gd name="connsiteY3" fmla="*/ 9525 h 1178050"/>
              <a:gd name="connsiteX4" fmla="*/ 1179807 w 1314406"/>
              <a:gd name="connsiteY4" fmla="*/ 12700 h 1178050"/>
              <a:gd name="connsiteX5" fmla="*/ 1224257 w 1314406"/>
              <a:gd name="connsiteY5" fmla="*/ 12700 h 1178050"/>
              <a:gd name="connsiteX6" fmla="*/ 1221082 w 1314406"/>
              <a:gd name="connsiteY6" fmla="*/ 53975 h 1178050"/>
              <a:gd name="connsiteX7" fmla="*/ 1176632 w 1314406"/>
              <a:gd name="connsiteY7" fmla="*/ 139700 h 1178050"/>
              <a:gd name="connsiteX8" fmla="*/ 1144882 w 1314406"/>
              <a:gd name="connsiteY8" fmla="*/ 247650 h 1178050"/>
              <a:gd name="connsiteX9" fmla="*/ 1116307 w 1314406"/>
              <a:gd name="connsiteY9" fmla="*/ 342900 h 1178050"/>
              <a:gd name="connsiteX10" fmla="*/ 1116307 w 1314406"/>
              <a:gd name="connsiteY10" fmla="*/ 419100 h 1178050"/>
              <a:gd name="connsiteX11" fmla="*/ 1119482 w 1314406"/>
              <a:gd name="connsiteY11" fmla="*/ 457200 h 1178050"/>
              <a:gd name="connsiteX12" fmla="*/ 1179807 w 1314406"/>
              <a:gd name="connsiteY12" fmla="*/ 396875 h 1178050"/>
              <a:gd name="connsiteX13" fmla="*/ 1240132 w 1314406"/>
              <a:gd name="connsiteY13" fmla="*/ 381000 h 1178050"/>
              <a:gd name="connsiteX14" fmla="*/ 1300457 w 1314406"/>
              <a:gd name="connsiteY14" fmla="*/ 431800 h 1178050"/>
              <a:gd name="connsiteX15" fmla="*/ 1313157 w 1314406"/>
              <a:gd name="connsiteY15" fmla="*/ 504825 h 1178050"/>
              <a:gd name="connsiteX16" fmla="*/ 1309982 w 1314406"/>
              <a:gd name="connsiteY16" fmla="*/ 542925 h 1178050"/>
              <a:gd name="connsiteX17" fmla="*/ 1278232 w 1314406"/>
              <a:gd name="connsiteY17" fmla="*/ 615950 h 1178050"/>
              <a:gd name="connsiteX18" fmla="*/ 1198857 w 1314406"/>
              <a:gd name="connsiteY18" fmla="*/ 650875 h 1178050"/>
              <a:gd name="connsiteX19" fmla="*/ 1151232 w 1314406"/>
              <a:gd name="connsiteY19" fmla="*/ 631825 h 1178050"/>
              <a:gd name="connsiteX20" fmla="*/ 1116307 w 1314406"/>
              <a:gd name="connsiteY20" fmla="*/ 612775 h 1178050"/>
              <a:gd name="connsiteX21" fmla="*/ 1116307 w 1314406"/>
              <a:gd name="connsiteY21" fmla="*/ 654050 h 1178050"/>
              <a:gd name="connsiteX22" fmla="*/ 1116307 w 1314406"/>
              <a:gd name="connsiteY22" fmla="*/ 701675 h 1178050"/>
              <a:gd name="connsiteX23" fmla="*/ 1148057 w 1314406"/>
              <a:gd name="connsiteY23" fmla="*/ 844550 h 1178050"/>
              <a:gd name="connsiteX24" fmla="*/ 1173457 w 1314406"/>
              <a:gd name="connsiteY24" fmla="*/ 955675 h 1178050"/>
              <a:gd name="connsiteX25" fmla="*/ 1198857 w 1314406"/>
              <a:gd name="connsiteY25" fmla="*/ 1035050 h 1178050"/>
              <a:gd name="connsiteX26" fmla="*/ 1216849 w 1314406"/>
              <a:gd name="connsiteY26" fmla="*/ 1091142 h 1178050"/>
              <a:gd name="connsiteX27" fmla="*/ 1241189 w 1314406"/>
              <a:gd name="connsiteY27" fmla="*/ 1156758 h 1178050"/>
              <a:gd name="connsiteX28" fmla="*/ 1086674 w 1314406"/>
              <a:gd name="connsiteY28" fmla="*/ 1162050 h 1178050"/>
              <a:gd name="connsiteX29" fmla="*/ 840082 w 1314406"/>
              <a:gd name="connsiteY29" fmla="*/ 1177925 h 1178050"/>
              <a:gd name="connsiteX30" fmla="*/ 633707 w 1314406"/>
              <a:gd name="connsiteY30" fmla="*/ 1168400 h 1178050"/>
              <a:gd name="connsiteX31" fmla="*/ 360657 w 1314406"/>
              <a:gd name="connsiteY31" fmla="*/ 1149350 h 1178050"/>
              <a:gd name="connsiteX32" fmla="*/ 116182 w 1314406"/>
              <a:gd name="connsiteY32" fmla="*/ 1130300 h 1178050"/>
              <a:gd name="connsiteX33" fmla="*/ 87607 w 1314406"/>
              <a:gd name="connsiteY33" fmla="*/ 1120775 h 1178050"/>
              <a:gd name="connsiteX34" fmla="*/ 43157 w 1314406"/>
              <a:gd name="connsiteY34" fmla="*/ 1050925 h 1178050"/>
              <a:gd name="connsiteX35" fmla="*/ 30457 w 1314406"/>
              <a:gd name="connsiteY35" fmla="*/ 930275 h 1178050"/>
              <a:gd name="connsiteX36" fmla="*/ 14582 w 1314406"/>
              <a:gd name="connsiteY36" fmla="*/ 704850 h 1178050"/>
              <a:gd name="connsiteX37" fmla="*/ 5057 w 1314406"/>
              <a:gd name="connsiteY37" fmla="*/ 425450 h 1178050"/>
              <a:gd name="connsiteX38" fmla="*/ 1882 w 1314406"/>
              <a:gd name="connsiteY38" fmla="*/ 266700 h 1178050"/>
              <a:gd name="connsiteX39" fmla="*/ 1882 w 1314406"/>
              <a:gd name="connsiteY39" fmla="*/ 121708 h 1178050"/>
              <a:gd name="connsiteX40" fmla="*/ 31515 w 1314406"/>
              <a:gd name="connsiteY40" fmla="*/ 6351 h 1178050"/>
              <a:gd name="connsiteX0" fmla="*/ 33292 w 1316183"/>
              <a:gd name="connsiteY0" fmla="*/ 6351 h 1178050"/>
              <a:gd name="connsiteX1" fmla="*/ 391009 w 1316183"/>
              <a:gd name="connsiteY1" fmla="*/ 0 h 1178050"/>
              <a:gd name="connsiteX2" fmla="*/ 695809 w 1316183"/>
              <a:gd name="connsiteY2" fmla="*/ 0 h 1178050"/>
              <a:gd name="connsiteX3" fmla="*/ 1003784 w 1316183"/>
              <a:gd name="connsiteY3" fmla="*/ 9525 h 1178050"/>
              <a:gd name="connsiteX4" fmla="*/ 1181584 w 1316183"/>
              <a:gd name="connsiteY4" fmla="*/ 12700 h 1178050"/>
              <a:gd name="connsiteX5" fmla="*/ 1226034 w 1316183"/>
              <a:gd name="connsiteY5" fmla="*/ 12700 h 1178050"/>
              <a:gd name="connsiteX6" fmla="*/ 1222859 w 1316183"/>
              <a:gd name="connsiteY6" fmla="*/ 53975 h 1178050"/>
              <a:gd name="connsiteX7" fmla="*/ 1178409 w 1316183"/>
              <a:gd name="connsiteY7" fmla="*/ 139700 h 1178050"/>
              <a:gd name="connsiteX8" fmla="*/ 1146659 w 1316183"/>
              <a:gd name="connsiteY8" fmla="*/ 247650 h 1178050"/>
              <a:gd name="connsiteX9" fmla="*/ 1118084 w 1316183"/>
              <a:gd name="connsiteY9" fmla="*/ 342900 h 1178050"/>
              <a:gd name="connsiteX10" fmla="*/ 1118084 w 1316183"/>
              <a:gd name="connsiteY10" fmla="*/ 419100 h 1178050"/>
              <a:gd name="connsiteX11" fmla="*/ 1121259 w 1316183"/>
              <a:gd name="connsiteY11" fmla="*/ 457200 h 1178050"/>
              <a:gd name="connsiteX12" fmla="*/ 1181584 w 1316183"/>
              <a:gd name="connsiteY12" fmla="*/ 396875 h 1178050"/>
              <a:gd name="connsiteX13" fmla="*/ 1241909 w 1316183"/>
              <a:gd name="connsiteY13" fmla="*/ 381000 h 1178050"/>
              <a:gd name="connsiteX14" fmla="*/ 1302234 w 1316183"/>
              <a:gd name="connsiteY14" fmla="*/ 431800 h 1178050"/>
              <a:gd name="connsiteX15" fmla="*/ 1314934 w 1316183"/>
              <a:gd name="connsiteY15" fmla="*/ 504825 h 1178050"/>
              <a:gd name="connsiteX16" fmla="*/ 1311759 w 1316183"/>
              <a:gd name="connsiteY16" fmla="*/ 542925 h 1178050"/>
              <a:gd name="connsiteX17" fmla="*/ 1280009 w 1316183"/>
              <a:gd name="connsiteY17" fmla="*/ 615950 h 1178050"/>
              <a:gd name="connsiteX18" fmla="*/ 1200634 w 1316183"/>
              <a:gd name="connsiteY18" fmla="*/ 650875 h 1178050"/>
              <a:gd name="connsiteX19" fmla="*/ 1153009 w 1316183"/>
              <a:gd name="connsiteY19" fmla="*/ 631825 h 1178050"/>
              <a:gd name="connsiteX20" fmla="*/ 1118084 w 1316183"/>
              <a:gd name="connsiteY20" fmla="*/ 612775 h 1178050"/>
              <a:gd name="connsiteX21" fmla="*/ 1118084 w 1316183"/>
              <a:gd name="connsiteY21" fmla="*/ 654050 h 1178050"/>
              <a:gd name="connsiteX22" fmla="*/ 1118084 w 1316183"/>
              <a:gd name="connsiteY22" fmla="*/ 701675 h 1178050"/>
              <a:gd name="connsiteX23" fmla="*/ 1149834 w 1316183"/>
              <a:gd name="connsiteY23" fmla="*/ 844550 h 1178050"/>
              <a:gd name="connsiteX24" fmla="*/ 1175234 w 1316183"/>
              <a:gd name="connsiteY24" fmla="*/ 955675 h 1178050"/>
              <a:gd name="connsiteX25" fmla="*/ 1200634 w 1316183"/>
              <a:gd name="connsiteY25" fmla="*/ 1035050 h 1178050"/>
              <a:gd name="connsiteX26" fmla="*/ 1218626 w 1316183"/>
              <a:gd name="connsiteY26" fmla="*/ 1091142 h 1178050"/>
              <a:gd name="connsiteX27" fmla="*/ 1242966 w 1316183"/>
              <a:gd name="connsiteY27" fmla="*/ 1156758 h 1178050"/>
              <a:gd name="connsiteX28" fmla="*/ 1088451 w 1316183"/>
              <a:gd name="connsiteY28" fmla="*/ 1162050 h 1178050"/>
              <a:gd name="connsiteX29" fmla="*/ 841859 w 1316183"/>
              <a:gd name="connsiteY29" fmla="*/ 1177925 h 1178050"/>
              <a:gd name="connsiteX30" fmla="*/ 635484 w 1316183"/>
              <a:gd name="connsiteY30" fmla="*/ 1168400 h 1178050"/>
              <a:gd name="connsiteX31" fmla="*/ 362434 w 1316183"/>
              <a:gd name="connsiteY31" fmla="*/ 1149350 h 1178050"/>
              <a:gd name="connsiteX32" fmla="*/ 117959 w 1316183"/>
              <a:gd name="connsiteY32" fmla="*/ 1130300 h 1178050"/>
              <a:gd name="connsiteX33" fmla="*/ 89384 w 1316183"/>
              <a:gd name="connsiteY33" fmla="*/ 1120775 h 1178050"/>
              <a:gd name="connsiteX34" fmla="*/ 44934 w 1316183"/>
              <a:gd name="connsiteY34" fmla="*/ 1050925 h 1178050"/>
              <a:gd name="connsiteX35" fmla="*/ 32234 w 1316183"/>
              <a:gd name="connsiteY35" fmla="*/ 930275 h 1178050"/>
              <a:gd name="connsiteX36" fmla="*/ 16359 w 1316183"/>
              <a:gd name="connsiteY36" fmla="*/ 704850 h 1178050"/>
              <a:gd name="connsiteX37" fmla="*/ 6834 w 1316183"/>
              <a:gd name="connsiteY37" fmla="*/ 425450 h 1178050"/>
              <a:gd name="connsiteX38" fmla="*/ 3659 w 1316183"/>
              <a:gd name="connsiteY38" fmla="*/ 266700 h 1178050"/>
              <a:gd name="connsiteX39" fmla="*/ 1542 w 1316183"/>
              <a:gd name="connsiteY39" fmla="*/ 70908 h 1178050"/>
              <a:gd name="connsiteX40" fmla="*/ 33292 w 1316183"/>
              <a:gd name="connsiteY40" fmla="*/ 6351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90264 w 1317063"/>
              <a:gd name="connsiteY33" fmla="*/ 11207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90264 w 1317063"/>
              <a:gd name="connsiteY33" fmla="*/ 11207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33781 w 1317063"/>
              <a:gd name="connsiteY22" fmla="*/ 73130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66589 w 1317063"/>
              <a:gd name="connsiteY19" fmla="*/ 661459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16330 w 1317063"/>
              <a:gd name="connsiteY18" fmla="*/ 686858 h 1178050"/>
              <a:gd name="connsiteX19" fmla="*/ 1166589 w 1317063"/>
              <a:gd name="connsiteY19" fmla="*/ 661459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6677"/>
              <a:gd name="connsiteY0" fmla="*/ 8467 h 1178050"/>
              <a:gd name="connsiteX1" fmla="*/ 391889 w 1316677"/>
              <a:gd name="connsiteY1" fmla="*/ 0 h 1178050"/>
              <a:gd name="connsiteX2" fmla="*/ 696689 w 1316677"/>
              <a:gd name="connsiteY2" fmla="*/ 0 h 1178050"/>
              <a:gd name="connsiteX3" fmla="*/ 1004664 w 1316677"/>
              <a:gd name="connsiteY3" fmla="*/ 9525 h 1178050"/>
              <a:gd name="connsiteX4" fmla="*/ 1182464 w 1316677"/>
              <a:gd name="connsiteY4" fmla="*/ 12700 h 1178050"/>
              <a:gd name="connsiteX5" fmla="*/ 1226914 w 1316677"/>
              <a:gd name="connsiteY5" fmla="*/ 12700 h 1178050"/>
              <a:gd name="connsiteX6" fmla="*/ 1223739 w 1316677"/>
              <a:gd name="connsiteY6" fmla="*/ 53975 h 1178050"/>
              <a:gd name="connsiteX7" fmla="*/ 1179289 w 1316677"/>
              <a:gd name="connsiteY7" fmla="*/ 139700 h 1178050"/>
              <a:gd name="connsiteX8" fmla="*/ 1147539 w 1316677"/>
              <a:gd name="connsiteY8" fmla="*/ 247650 h 1178050"/>
              <a:gd name="connsiteX9" fmla="*/ 1118964 w 1316677"/>
              <a:gd name="connsiteY9" fmla="*/ 342900 h 1178050"/>
              <a:gd name="connsiteX10" fmla="*/ 1118964 w 1316677"/>
              <a:gd name="connsiteY10" fmla="*/ 419100 h 1178050"/>
              <a:gd name="connsiteX11" fmla="*/ 1122139 w 1316677"/>
              <a:gd name="connsiteY11" fmla="*/ 457200 h 1178050"/>
              <a:gd name="connsiteX12" fmla="*/ 1182464 w 1316677"/>
              <a:gd name="connsiteY12" fmla="*/ 396875 h 1178050"/>
              <a:gd name="connsiteX13" fmla="*/ 1242789 w 1316677"/>
              <a:gd name="connsiteY13" fmla="*/ 381000 h 1178050"/>
              <a:gd name="connsiteX14" fmla="*/ 1303114 w 1316677"/>
              <a:gd name="connsiteY14" fmla="*/ 431800 h 1178050"/>
              <a:gd name="connsiteX15" fmla="*/ 1315814 w 1316677"/>
              <a:gd name="connsiteY15" fmla="*/ 504825 h 1178050"/>
              <a:gd name="connsiteX16" fmla="*/ 1312639 w 1316677"/>
              <a:gd name="connsiteY16" fmla="*/ 542925 h 1178050"/>
              <a:gd name="connsiteX17" fmla="*/ 1289356 w 1316677"/>
              <a:gd name="connsiteY17" fmla="*/ 658283 h 1178050"/>
              <a:gd name="connsiteX18" fmla="*/ 1216330 w 1316677"/>
              <a:gd name="connsiteY18" fmla="*/ 686858 h 1178050"/>
              <a:gd name="connsiteX19" fmla="*/ 1166589 w 1316677"/>
              <a:gd name="connsiteY19" fmla="*/ 661459 h 1178050"/>
              <a:gd name="connsiteX20" fmla="*/ 1123197 w 1316677"/>
              <a:gd name="connsiteY20" fmla="*/ 638175 h 1178050"/>
              <a:gd name="connsiteX21" fmla="*/ 1123197 w 1316677"/>
              <a:gd name="connsiteY21" fmla="*/ 683684 h 1178050"/>
              <a:gd name="connsiteX22" fmla="*/ 1131664 w 1316677"/>
              <a:gd name="connsiteY22" fmla="*/ 763059 h 1178050"/>
              <a:gd name="connsiteX23" fmla="*/ 1150714 w 1316677"/>
              <a:gd name="connsiteY23" fmla="*/ 844550 h 1178050"/>
              <a:gd name="connsiteX24" fmla="*/ 1176114 w 1316677"/>
              <a:gd name="connsiteY24" fmla="*/ 955675 h 1178050"/>
              <a:gd name="connsiteX25" fmla="*/ 1201514 w 1316677"/>
              <a:gd name="connsiteY25" fmla="*/ 1035050 h 1178050"/>
              <a:gd name="connsiteX26" fmla="*/ 1219506 w 1316677"/>
              <a:gd name="connsiteY26" fmla="*/ 1091142 h 1178050"/>
              <a:gd name="connsiteX27" fmla="*/ 1243846 w 1316677"/>
              <a:gd name="connsiteY27" fmla="*/ 1156758 h 1178050"/>
              <a:gd name="connsiteX28" fmla="*/ 1089331 w 1316677"/>
              <a:gd name="connsiteY28" fmla="*/ 1162050 h 1178050"/>
              <a:gd name="connsiteX29" fmla="*/ 842739 w 1316677"/>
              <a:gd name="connsiteY29" fmla="*/ 1177925 h 1178050"/>
              <a:gd name="connsiteX30" fmla="*/ 636364 w 1316677"/>
              <a:gd name="connsiteY30" fmla="*/ 1168400 h 1178050"/>
              <a:gd name="connsiteX31" fmla="*/ 363314 w 1316677"/>
              <a:gd name="connsiteY31" fmla="*/ 1149350 h 1178050"/>
              <a:gd name="connsiteX32" fmla="*/ 118839 w 1316677"/>
              <a:gd name="connsiteY32" fmla="*/ 1130300 h 1178050"/>
              <a:gd name="connsiteX33" fmla="*/ 69097 w 1316677"/>
              <a:gd name="connsiteY33" fmla="*/ 1108075 h 1178050"/>
              <a:gd name="connsiteX34" fmla="*/ 45814 w 1316677"/>
              <a:gd name="connsiteY34" fmla="*/ 1050925 h 1178050"/>
              <a:gd name="connsiteX35" fmla="*/ 33114 w 1316677"/>
              <a:gd name="connsiteY35" fmla="*/ 930275 h 1178050"/>
              <a:gd name="connsiteX36" fmla="*/ 17239 w 1316677"/>
              <a:gd name="connsiteY36" fmla="*/ 704850 h 1178050"/>
              <a:gd name="connsiteX37" fmla="*/ 7714 w 1316677"/>
              <a:gd name="connsiteY37" fmla="*/ 425450 h 1178050"/>
              <a:gd name="connsiteX38" fmla="*/ 4539 w 1316677"/>
              <a:gd name="connsiteY38" fmla="*/ 266700 h 1178050"/>
              <a:gd name="connsiteX39" fmla="*/ 2422 w 1316677"/>
              <a:gd name="connsiteY39" fmla="*/ 70908 h 1178050"/>
              <a:gd name="connsiteX40" fmla="*/ 46872 w 1316677"/>
              <a:gd name="connsiteY40" fmla="*/ 8467 h 1178050"/>
              <a:gd name="connsiteX0" fmla="*/ 46872 w 1324467"/>
              <a:gd name="connsiteY0" fmla="*/ 8467 h 1178050"/>
              <a:gd name="connsiteX1" fmla="*/ 391889 w 1324467"/>
              <a:gd name="connsiteY1" fmla="*/ 0 h 1178050"/>
              <a:gd name="connsiteX2" fmla="*/ 696689 w 1324467"/>
              <a:gd name="connsiteY2" fmla="*/ 0 h 1178050"/>
              <a:gd name="connsiteX3" fmla="*/ 1004664 w 1324467"/>
              <a:gd name="connsiteY3" fmla="*/ 9525 h 1178050"/>
              <a:gd name="connsiteX4" fmla="*/ 1182464 w 1324467"/>
              <a:gd name="connsiteY4" fmla="*/ 12700 h 1178050"/>
              <a:gd name="connsiteX5" fmla="*/ 1226914 w 1324467"/>
              <a:gd name="connsiteY5" fmla="*/ 12700 h 1178050"/>
              <a:gd name="connsiteX6" fmla="*/ 1223739 w 1324467"/>
              <a:gd name="connsiteY6" fmla="*/ 53975 h 1178050"/>
              <a:gd name="connsiteX7" fmla="*/ 1179289 w 1324467"/>
              <a:gd name="connsiteY7" fmla="*/ 139700 h 1178050"/>
              <a:gd name="connsiteX8" fmla="*/ 1147539 w 1324467"/>
              <a:gd name="connsiteY8" fmla="*/ 247650 h 1178050"/>
              <a:gd name="connsiteX9" fmla="*/ 1118964 w 1324467"/>
              <a:gd name="connsiteY9" fmla="*/ 342900 h 1178050"/>
              <a:gd name="connsiteX10" fmla="*/ 1118964 w 1324467"/>
              <a:gd name="connsiteY10" fmla="*/ 419100 h 1178050"/>
              <a:gd name="connsiteX11" fmla="*/ 1122139 w 1324467"/>
              <a:gd name="connsiteY11" fmla="*/ 457200 h 1178050"/>
              <a:gd name="connsiteX12" fmla="*/ 1182464 w 1324467"/>
              <a:gd name="connsiteY12" fmla="*/ 396875 h 1178050"/>
              <a:gd name="connsiteX13" fmla="*/ 1242789 w 1324467"/>
              <a:gd name="connsiteY13" fmla="*/ 381000 h 1178050"/>
              <a:gd name="connsiteX14" fmla="*/ 1303114 w 1324467"/>
              <a:gd name="connsiteY14" fmla="*/ 431800 h 1178050"/>
              <a:gd name="connsiteX15" fmla="*/ 1315814 w 1324467"/>
              <a:gd name="connsiteY15" fmla="*/ 504825 h 1178050"/>
              <a:gd name="connsiteX16" fmla="*/ 1323223 w 1324467"/>
              <a:gd name="connsiteY16" fmla="*/ 597959 h 1178050"/>
              <a:gd name="connsiteX17" fmla="*/ 1289356 w 1324467"/>
              <a:gd name="connsiteY17" fmla="*/ 658283 h 1178050"/>
              <a:gd name="connsiteX18" fmla="*/ 1216330 w 1324467"/>
              <a:gd name="connsiteY18" fmla="*/ 686858 h 1178050"/>
              <a:gd name="connsiteX19" fmla="*/ 1166589 w 1324467"/>
              <a:gd name="connsiteY19" fmla="*/ 661459 h 1178050"/>
              <a:gd name="connsiteX20" fmla="*/ 1123197 w 1324467"/>
              <a:gd name="connsiteY20" fmla="*/ 638175 h 1178050"/>
              <a:gd name="connsiteX21" fmla="*/ 1123197 w 1324467"/>
              <a:gd name="connsiteY21" fmla="*/ 683684 h 1178050"/>
              <a:gd name="connsiteX22" fmla="*/ 1131664 w 1324467"/>
              <a:gd name="connsiteY22" fmla="*/ 763059 h 1178050"/>
              <a:gd name="connsiteX23" fmla="*/ 1150714 w 1324467"/>
              <a:gd name="connsiteY23" fmla="*/ 844550 h 1178050"/>
              <a:gd name="connsiteX24" fmla="*/ 1176114 w 1324467"/>
              <a:gd name="connsiteY24" fmla="*/ 955675 h 1178050"/>
              <a:gd name="connsiteX25" fmla="*/ 1201514 w 1324467"/>
              <a:gd name="connsiteY25" fmla="*/ 1035050 h 1178050"/>
              <a:gd name="connsiteX26" fmla="*/ 1219506 w 1324467"/>
              <a:gd name="connsiteY26" fmla="*/ 1091142 h 1178050"/>
              <a:gd name="connsiteX27" fmla="*/ 1243846 w 1324467"/>
              <a:gd name="connsiteY27" fmla="*/ 1156758 h 1178050"/>
              <a:gd name="connsiteX28" fmla="*/ 1089331 w 1324467"/>
              <a:gd name="connsiteY28" fmla="*/ 1162050 h 1178050"/>
              <a:gd name="connsiteX29" fmla="*/ 842739 w 1324467"/>
              <a:gd name="connsiteY29" fmla="*/ 1177925 h 1178050"/>
              <a:gd name="connsiteX30" fmla="*/ 636364 w 1324467"/>
              <a:gd name="connsiteY30" fmla="*/ 1168400 h 1178050"/>
              <a:gd name="connsiteX31" fmla="*/ 363314 w 1324467"/>
              <a:gd name="connsiteY31" fmla="*/ 1149350 h 1178050"/>
              <a:gd name="connsiteX32" fmla="*/ 118839 w 1324467"/>
              <a:gd name="connsiteY32" fmla="*/ 1130300 h 1178050"/>
              <a:gd name="connsiteX33" fmla="*/ 69097 w 1324467"/>
              <a:gd name="connsiteY33" fmla="*/ 1108075 h 1178050"/>
              <a:gd name="connsiteX34" fmla="*/ 45814 w 1324467"/>
              <a:gd name="connsiteY34" fmla="*/ 1050925 h 1178050"/>
              <a:gd name="connsiteX35" fmla="*/ 33114 w 1324467"/>
              <a:gd name="connsiteY35" fmla="*/ 930275 h 1178050"/>
              <a:gd name="connsiteX36" fmla="*/ 17239 w 1324467"/>
              <a:gd name="connsiteY36" fmla="*/ 704850 h 1178050"/>
              <a:gd name="connsiteX37" fmla="*/ 7714 w 1324467"/>
              <a:gd name="connsiteY37" fmla="*/ 425450 h 1178050"/>
              <a:gd name="connsiteX38" fmla="*/ 4539 w 1324467"/>
              <a:gd name="connsiteY38" fmla="*/ 266700 h 1178050"/>
              <a:gd name="connsiteX39" fmla="*/ 2422 w 1324467"/>
              <a:gd name="connsiteY39" fmla="*/ 70908 h 1178050"/>
              <a:gd name="connsiteX40" fmla="*/ 46872 w 1324467"/>
              <a:gd name="connsiteY40" fmla="*/ 8467 h 1178050"/>
              <a:gd name="connsiteX0" fmla="*/ 46872 w 1316677"/>
              <a:gd name="connsiteY0" fmla="*/ 8467 h 1178050"/>
              <a:gd name="connsiteX1" fmla="*/ 391889 w 1316677"/>
              <a:gd name="connsiteY1" fmla="*/ 0 h 1178050"/>
              <a:gd name="connsiteX2" fmla="*/ 696689 w 1316677"/>
              <a:gd name="connsiteY2" fmla="*/ 0 h 1178050"/>
              <a:gd name="connsiteX3" fmla="*/ 1004664 w 1316677"/>
              <a:gd name="connsiteY3" fmla="*/ 9525 h 1178050"/>
              <a:gd name="connsiteX4" fmla="*/ 1182464 w 1316677"/>
              <a:gd name="connsiteY4" fmla="*/ 12700 h 1178050"/>
              <a:gd name="connsiteX5" fmla="*/ 1226914 w 1316677"/>
              <a:gd name="connsiteY5" fmla="*/ 12700 h 1178050"/>
              <a:gd name="connsiteX6" fmla="*/ 1223739 w 1316677"/>
              <a:gd name="connsiteY6" fmla="*/ 53975 h 1178050"/>
              <a:gd name="connsiteX7" fmla="*/ 1179289 w 1316677"/>
              <a:gd name="connsiteY7" fmla="*/ 139700 h 1178050"/>
              <a:gd name="connsiteX8" fmla="*/ 1147539 w 1316677"/>
              <a:gd name="connsiteY8" fmla="*/ 247650 h 1178050"/>
              <a:gd name="connsiteX9" fmla="*/ 1118964 w 1316677"/>
              <a:gd name="connsiteY9" fmla="*/ 342900 h 1178050"/>
              <a:gd name="connsiteX10" fmla="*/ 1118964 w 1316677"/>
              <a:gd name="connsiteY10" fmla="*/ 419100 h 1178050"/>
              <a:gd name="connsiteX11" fmla="*/ 1122139 w 1316677"/>
              <a:gd name="connsiteY11" fmla="*/ 457200 h 1178050"/>
              <a:gd name="connsiteX12" fmla="*/ 1182464 w 1316677"/>
              <a:gd name="connsiteY12" fmla="*/ 396875 h 1178050"/>
              <a:gd name="connsiteX13" fmla="*/ 1242789 w 1316677"/>
              <a:gd name="connsiteY13" fmla="*/ 381000 h 1178050"/>
              <a:gd name="connsiteX14" fmla="*/ 1303114 w 1316677"/>
              <a:gd name="connsiteY14" fmla="*/ 431800 h 1178050"/>
              <a:gd name="connsiteX15" fmla="*/ 1315814 w 1316677"/>
              <a:gd name="connsiteY15" fmla="*/ 504825 h 1178050"/>
              <a:gd name="connsiteX16" fmla="*/ 1312640 w 1316677"/>
              <a:gd name="connsiteY16" fmla="*/ 612775 h 1178050"/>
              <a:gd name="connsiteX17" fmla="*/ 1289356 w 1316677"/>
              <a:gd name="connsiteY17" fmla="*/ 658283 h 1178050"/>
              <a:gd name="connsiteX18" fmla="*/ 1216330 w 1316677"/>
              <a:gd name="connsiteY18" fmla="*/ 686858 h 1178050"/>
              <a:gd name="connsiteX19" fmla="*/ 1166589 w 1316677"/>
              <a:gd name="connsiteY19" fmla="*/ 661459 h 1178050"/>
              <a:gd name="connsiteX20" fmla="*/ 1123197 w 1316677"/>
              <a:gd name="connsiteY20" fmla="*/ 638175 h 1178050"/>
              <a:gd name="connsiteX21" fmla="*/ 1123197 w 1316677"/>
              <a:gd name="connsiteY21" fmla="*/ 683684 h 1178050"/>
              <a:gd name="connsiteX22" fmla="*/ 1131664 w 1316677"/>
              <a:gd name="connsiteY22" fmla="*/ 763059 h 1178050"/>
              <a:gd name="connsiteX23" fmla="*/ 1150714 w 1316677"/>
              <a:gd name="connsiteY23" fmla="*/ 844550 h 1178050"/>
              <a:gd name="connsiteX24" fmla="*/ 1176114 w 1316677"/>
              <a:gd name="connsiteY24" fmla="*/ 955675 h 1178050"/>
              <a:gd name="connsiteX25" fmla="*/ 1201514 w 1316677"/>
              <a:gd name="connsiteY25" fmla="*/ 1035050 h 1178050"/>
              <a:gd name="connsiteX26" fmla="*/ 1219506 w 1316677"/>
              <a:gd name="connsiteY26" fmla="*/ 1091142 h 1178050"/>
              <a:gd name="connsiteX27" fmla="*/ 1243846 w 1316677"/>
              <a:gd name="connsiteY27" fmla="*/ 1156758 h 1178050"/>
              <a:gd name="connsiteX28" fmla="*/ 1089331 w 1316677"/>
              <a:gd name="connsiteY28" fmla="*/ 1162050 h 1178050"/>
              <a:gd name="connsiteX29" fmla="*/ 842739 w 1316677"/>
              <a:gd name="connsiteY29" fmla="*/ 1177925 h 1178050"/>
              <a:gd name="connsiteX30" fmla="*/ 636364 w 1316677"/>
              <a:gd name="connsiteY30" fmla="*/ 1168400 h 1178050"/>
              <a:gd name="connsiteX31" fmla="*/ 363314 w 1316677"/>
              <a:gd name="connsiteY31" fmla="*/ 1149350 h 1178050"/>
              <a:gd name="connsiteX32" fmla="*/ 118839 w 1316677"/>
              <a:gd name="connsiteY32" fmla="*/ 1130300 h 1178050"/>
              <a:gd name="connsiteX33" fmla="*/ 69097 w 1316677"/>
              <a:gd name="connsiteY33" fmla="*/ 1108075 h 1178050"/>
              <a:gd name="connsiteX34" fmla="*/ 45814 w 1316677"/>
              <a:gd name="connsiteY34" fmla="*/ 1050925 h 1178050"/>
              <a:gd name="connsiteX35" fmla="*/ 33114 w 1316677"/>
              <a:gd name="connsiteY35" fmla="*/ 930275 h 1178050"/>
              <a:gd name="connsiteX36" fmla="*/ 17239 w 1316677"/>
              <a:gd name="connsiteY36" fmla="*/ 704850 h 1178050"/>
              <a:gd name="connsiteX37" fmla="*/ 7714 w 1316677"/>
              <a:gd name="connsiteY37" fmla="*/ 425450 h 1178050"/>
              <a:gd name="connsiteX38" fmla="*/ 4539 w 1316677"/>
              <a:gd name="connsiteY38" fmla="*/ 266700 h 1178050"/>
              <a:gd name="connsiteX39" fmla="*/ 2422 w 1316677"/>
              <a:gd name="connsiteY39" fmla="*/ 70908 h 1178050"/>
              <a:gd name="connsiteX40" fmla="*/ 46872 w 1316677"/>
              <a:gd name="connsiteY40" fmla="*/ 8467 h 1178050"/>
              <a:gd name="connsiteX0" fmla="*/ 46872 w 1324499"/>
              <a:gd name="connsiteY0" fmla="*/ 8467 h 1178050"/>
              <a:gd name="connsiteX1" fmla="*/ 391889 w 1324499"/>
              <a:gd name="connsiteY1" fmla="*/ 0 h 1178050"/>
              <a:gd name="connsiteX2" fmla="*/ 696689 w 1324499"/>
              <a:gd name="connsiteY2" fmla="*/ 0 h 1178050"/>
              <a:gd name="connsiteX3" fmla="*/ 1004664 w 1324499"/>
              <a:gd name="connsiteY3" fmla="*/ 9525 h 1178050"/>
              <a:gd name="connsiteX4" fmla="*/ 1182464 w 1324499"/>
              <a:gd name="connsiteY4" fmla="*/ 12700 h 1178050"/>
              <a:gd name="connsiteX5" fmla="*/ 1226914 w 1324499"/>
              <a:gd name="connsiteY5" fmla="*/ 12700 h 1178050"/>
              <a:gd name="connsiteX6" fmla="*/ 1223739 w 1324499"/>
              <a:gd name="connsiteY6" fmla="*/ 53975 h 1178050"/>
              <a:gd name="connsiteX7" fmla="*/ 1179289 w 1324499"/>
              <a:gd name="connsiteY7" fmla="*/ 139700 h 1178050"/>
              <a:gd name="connsiteX8" fmla="*/ 1147539 w 1324499"/>
              <a:gd name="connsiteY8" fmla="*/ 247650 h 1178050"/>
              <a:gd name="connsiteX9" fmla="*/ 1118964 w 1324499"/>
              <a:gd name="connsiteY9" fmla="*/ 342900 h 1178050"/>
              <a:gd name="connsiteX10" fmla="*/ 1118964 w 1324499"/>
              <a:gd name="connsiteY10" fmla="*/ 419100 h 1178050"/>
              <a:gd name="connsiteX11" fmla="*/ 1122139 w 1324499"/>
              <a:gd name="connsiteY11" fmla="*/ 457200 h 1178050"/>
              <a:gd name="connsiteX12" fmla="*/ 1182464 w 1324499"/>
              <a:gd name="connsiteY12" fmla="*/ 396875 h 1178050"/>
              <a:gd name="connsiteX13" fmla="*/ 1242789 w 1324499"/>
              <a:gd name="connsiteY13" fmla="*/ 381000 h 1178050"/>
              <a:gd name="connsiteX14" fmla="*/ 1303114 w 1324499"/>
              <a:gd name="connsiteY14" fmla="*/ 431800 h 1178050"/>
              <a:gd name="connsiteX15" fmla="*/ 1324281 w 1324499"/>
              <a:gd name="connsiteY15" fmla="*/ 532342 h 1178050"/>
              <a:gd name="connsiteX16" fmla="*/ 1312640 w 1324499"/>
              <a:gd name="connsiteY16" fmla="*/ 612775 h 1178050"/>
              <a:gd name="connsiteX17" fmla="*/ 1289356 w 1324499"/>
              <a:gd name="connsiteY17" fmla="*/ 658283 h 1178050"/>
              <a:gd name="connsiteX18" fmla="*/ 1216330 w 1324499"/>
              <a:gd name="connsiteY18" fmla="*/ 686858 h 1178050"/>
              <a:gd name="connsiteX19" fmla="*/ 1166589 w 1324499"/>
              <a:gd name="connsiteY19" fmla="*/ 661459 h 1178050"/>
              <a:gd name="connsiteX20" fmla="*/ 1123197 w 1324499"/>
              <a:gd name="connsiteY20" fmla="*/ 638175 h 1178050"/>
              <a:gd name="connsiteX21" fmla="*/ 1123197 w 1324499"/>
              <a:gd name="connsiteY21" fmla="*/ 683684 h 1178050"/>
              <a:gd name="connsiteX22" fmla="*/ 1131664 w 1324499"/>
              <a:gd name="connsiteY22" fmla="*/ 763059 h 1178050"/>
              <a:gd name="connsiteX23" fmla="*/ 1150714 w 1324499"/>
              <a:gd name="connsiteY23" fmla="*/ 844550 h 1178050"/>
              <a:gd name="connsiteX24" fmla="*/ 1176114 w 1324499"/>
              <a:gd name="connsiteY24" fmla="*/ 955675 h 1178050"/>
              <a:gd name="connsiteX25" fmla="*/ 1201514 w 1324499"/>
              <a:gd name="connsiteY25" fmla="*/ 1035050 h 1178050"/>
              <a:gd name="connsiteX26" fmla="*/ 1219506 w 1324499"/>
              <a:gd name="connsiteY26" fmla="*/ 1091142 h 1178050"/>
              <a:gd name="connsiteX27" fmla="*/ 1243846 w 1324499"/>
              <a:gd name="connsiteY27" fmla="*/ 1156758 h 1178050"/>
              <a:gd name="connsiteX28" fmla="*/ 1089331 w 1324499"/>
              <a:gd name="connsiteY28" fmla="*/ 1162050 h 1178050"/>
              <a:gd name="connsiteX29" fmla="*/ 842739 w 1324499"/>
              <a:gd name="connsiteY29" fmla="*/ 1177925 h 1178050"/>
              <a:gd name="connsiteX30" fmla="*/ 636364 w 1324499"/>
              <a:gd name="connsiteY30" fmla="*/ 1168400 h 1178050"/>
              <a:gd name="connsiteX31" fmla="*/ 363314 w 1324499"/>
              <a:gd name="connsiteY31" fmla="*/ 1149350 h 1178050"/>
              <a:gd name="connsiteX32" fmla="*/ 118839 w 1324499"/>
              <a:gd name="connsiteY32" fmla="*/ 1130300 h 1178050"/>
              <a:gd name="connsiteX33" fmla="*/ 69097 w 1324499"/>
              <a:gd name="connsiteY33" fmla="*/ 1108075 h 1178050"/>
              <a:gd name="connsiteX34" fmla="*/ 45814 w 1324499"/>
              <a:gd name="connsiteY34" fmla="*/ 1050925 h 1178050"/>
              <a:gd name="connsiteX35" fmla="*/ 33114 w 1324499"/>
              <a:gd name="connsiteY35" fmla="*/ 930275 h 1178050"/>
              <a:gd name="connsiteX36" fmla="*/ 17239 w 1324499"/>
              <a:gd name="connsiteY36" fmla="*/ 704850 h 1178050"/>
              <a:gd name="connsiteX37" fmla="*/ 7714 w 1324499"/>
              <a:gd name="connsiteY37" fmla="*/ 425450 h 1178050"/>
              <a:gd name="connsiteX38" fmla="*/ 4539 w 1324499"/>
              <a:gd name="connsiteY38" fmla="*/ 266700 h 1178050"/>
              <a:gd name="connsiteX39" fmla="*/ 2422 w 1324499"/>
              <a:gd name="connsiteY39" fmla="*/ 70908 h 1178050"/>
              <a:gd name="connsiteX40" fmla="*/ 46872 w 1324499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2464 w 1324284"/>
              <a:gd name="connsiteY12" fmla="*/ 396875 h 1178050"/>
              <a:gd name="connsiteX13" fmla="*/ 1242789 w 1324284"/>
              <a:gd name="connsiteY13" fmla="*/ 381000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2464 w 1324284"/>
              <a:gd name="connsiteY12" fmla="*/ 396875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4581 w 1324284"/>
              <a:gd name="connsiteY12" fmla="*/ 426509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22680 w 1324284"/>
              <a:gd name="connsiteY18" fmla="*/ 708025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91472 w 1324284"/>
              <a:gd name="connsiteY17" fmla="*/ 687916 h 1178050"/>
              <a:gd name="connsiteX18" fmla="*/ 1222680 w 1324284"/>
              <a:gd name="connsiteY18" fmla="*/ 708025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8016"/>
              <a:gd name="connsiteY0" fmla="*/ 8467 h 1178050"/>
              <a:gd name="connsiteX1" fmla="*/ 391889 w 1328016"/>
              <a:gd name="connsiteY1" fmla="*/ 0 h 1178050"/>
              <a:gd name="connsiteX2" fmla="*/ 696689 w 1328016"/>
              <a:gd name="connsiteY2" fmla="*/ 0 h 1178050"/>
              <a:gd name="connsiteX3" fmla="*/ 1004664 w 1328016"/>
              <a:gd name="connsiteY3" fmla="*/ 9525 h 1178050"/>
              <a:gd name="connsiteX4" fmla="*/ 1182464 w 1328016"/>
              <a:gd name="connsiteY4" fmla="*/ 12700 h 1178050"/>
              <a:gd name="connsiteX5" fmla="*/ 1226914 w 1328016"/>
              <a:gd name="connsiteY5" fmla="*/ 12700 h 1178050"/>
              <a:gd name="connsiteX6" fmla="*/ 1223739 w 1328016"/>
              <a:gd name="connsiteY6" fmla="*/ 53975 h 1178050"/>
              <a:gd name="connsiteX7" fmla="*/ 1179289 w 1328016"/>
              <a:gd name="connsiteY7" fmla="*/ 139700 h 1178050"/>
              <a:gd name="connsiteX8" fmla="*/ 1147539 w 1328016"/>
              <a:gd name="connsiteY8" fmla="*/ 247650 h 1178050"/>
              <a:gd name="connsiteX9" fmla="*/ 1118964 w 1328016"/>
              <a:gd name="connsiteY9" fmla="*/ 342900 h 1178050"/>
              <a:gd name="connsiteX10" fmla="*/ 1112614 w 1328016"/>
              <a:gd name="connsiteY10" fmla="*/ 419100 h 1178050"/>
              <a:gd name="connsiteX11" fmla="*/ 1117906 w 1328016"/>
              <a:gd name="connsiteY11" fmla="*/ 486833 h 1178050"/>
              <a:gd name="connsiteX12" fmla="*/ 1188815 w 1328016"/>
              <a:gd name="connsiteY12" fmla="*/ 409576 h 1178050"/>
              <a:gd name="connsiteX13" fmla="*/ 1280889 w 1328016"/>
              <a:gd name="connsiteY13" fmla="*/ 402167 h 1178050"/>
              <a:gd name="connsiteX14" fmla="*/ 1311580 w 1328016"/>
              <a:gd name="connsiteY14" fmla="*/ 461434 h 1178050"/>
              <a:gd name="connsiteX15" fmla="*/ 1324281 w 1328016"/>
              <a:gd name="connsiteY15" fmla="*/ 532342 h 1178050"/>
              <a:gd name="connsiteX16" fmla="*/ 1325340 w 1328016"/>
              <a:gd name="connsiteY16" fmla="*/ 627592 h 1178050"/>
              <a:gd name="connsiteX17" fmla="*/ 1291472 w 1328016"/>
              <a:gd name="connsiteY17" fmla="*/ 687916 h 1178050"/>
              <a:gd name="connsiteX18" fmla="*/ 1222680 w 1328016"/>
              <a:gd name="connsiteY18" fmla="*/ 708025 h 1178050"/>
              <a:gd name="connsiteX19" fmla="*/ 1170822 w 1328016"/>
              <a:gd name="connsiteY19" fmla="*/ 682625 h 1178050"/>
              <a:gd name="connsiteX20" fmla="*/ 1125314 w 1328016"/>
              <a:gd name="connsiteY20" fmla="*/ 661458 h 1178050"/>
              <a:gd name="connsiteX21" fmla="*/ 1123197 w 1328016"/>
              <a:gd name="connsiteY21" fmla="*/ 711200 h 1178050"/>
              <a:gd name="connsiteX22" fmla="*/ 1135897 w 1328016"/>
              <a:gd name="connsiteY22" fmla="*/ 773642 h 1178050"/>
              <a:gd name="connsiteX23" fmla="*/ 1150714 w 1328016"/>
              <a:gd name="connsiteY23" fmla="*/ 844550 h 1178050"/>
              <a:gd name="connsiteX24" fmla="*/ 1176114 w 1328016"/>
              <a:gd name="connsiteY24" fmla="*/ 955675 h 1178050"/>
              <a:gd name="connsiteX25" fmla="*/ 1201514 w 1328016"/>
              <a:gd name="connsiteY25" fmla="*/ 1035050 h 1178050"/>
              <a:gd name="connsiteX26" fmla="*/ 1219506 w 1328016"/>
              <a:gd name="connsiteY26" fmla="*/ 1091142 h 1178050"/>
              <a:gd name="connsiteX27" fmla="*/ 1243846 w 1328016"/>
              <a:gd name="connsiteY27" fmla="*/ 1156758 h 1178050"/>
              <a:gd name="connsiteX28" fmla="*/ 1089331 w 1328016"/>
              <a:gd name="connsiteY28" fmla="*/ 1162050 h 1178050"/>
              <a:gd name="connsiteX29" fmla="*/ 842739 w 1328016"/>
              <a:gd name="connsiteY29" fmla="*/ 1177925 h 1178050"/>
              <a:gd name="connsiteX30" fmla="*/ 636364 w 1328016"/>
              <a:gd name="connsiteY30" fmla="*/ 1168400 h 1178050"/>
              <a:gd name="connsiteX31" fmla="*/ 363314 w 1328016"/>
              <a:gd name="connsiteY31" fmla="*/ 1149350 h 1178050"/>
              <a:gd name="connsiteX32" fmla="*/ 118839 w 1328016"/>
              <a:gd name="connsiteY32" fmla="*/ 1130300 h 1178050"/>
              <a:gd name="connsiteX33" fmla="*/ 69097 w 1328016"/>
              <a:gd name="connsiteY33" fmla="*/ 1108075 h 1178050"/>
              <a:gd name="connsiteX34" fmla="*/ 45814 w 1328016"/>
              <a:gd name="connsiteY34" fmla="*/ 1050925 h 1178050"/>
              <a:gd name="connsiteX35" fmla="*/ 33114 w 1328016"/>
              <a:gd name="connsiteY35" fmla="*/ 930275 h 1178050"/>
              <a:gd name="connsiteX36" fmla="*/ 17239 w 1328016"/>
              <a:gd name="connsiteY36" fmla="*/ 704850 h 1178050"/>
              <a:gd name="connsiteX37" fmla="*/ 7714 w 1328016"/>
              <a:gd name="connsiteY37" fmla="*/ 425450 h 1178050"/>
              <a:gd name="connsiteX38" fmla="*/ 4539 w 1328016"/>
              <a:gd name="connsiteY38" fmla="*/ 266700 h 1178050"/>
              <a:gd name="connsiteX39" fmla="*/ 2422 w 1328016"/>
              <a:gd name="connsiteY39" fmla="*/ 70908 h 1178050"/>
              <a:gd name="connsiteX40" fmla="*/ 46872 w 1328016"/>
              <a:gd name="connsiteY40" fmla="*/ 8467 h 1178050"/>
              <a:gd name="connsiteX0" fmla="*/ 46872 w 1324744"/>
              <a:gd name="connsiteY0" fmla="*/ 8467 h 1178050"/>
              <a:gd name="connsiteX1" fmla="*/ 391889 w 1324744"/>
              <a:gd name="connsiteY1" fmla="*/ 0 h 1178050"/>
              <a:gd name="connsiteX2" fmla="*/ 696689 w 1324744"/>
              <a:gd name="connsiteY2" fmla="*/ 0 h 1178050"/>
              <a:gd name="connsiteX3" fmla="*/ 1004664 w 1324744"/>
              <a:gd name="connsiteY3" fmla="*/ 9525 h 1178050"/>
              <a:gd name="connsiteX4" fmla="*/ 1182464 w 1324744"/>
              <a:gd name="connsiteY4" fmla="*/ 12700 h 1178050"/>
              <a:gd name="connsiteX5" fmla="*/ 1226914 w 1324744"/>
              <a:gd name="connsiteY5" fmla="*/ 12700 h 1178050"/>
              <a:gd name="connsiteX6" fmla="*/ 1223739 w 1324744"/>
              <a:gd name="connsiteY6" fmla="*/ 53975 h 1178050"/>
              <a:gd name="connsiteX7" fmla="*/ 1179289 w 1324744"/>
              <a:gd name="connsiteY7" fmla="*/ 139700 h 1178050"/>
              <a:gd name="connsiteX8" fmla="*/ 1147539 w 1324744"/>
              <a:gd name="connsiteY8" fmla="*/ 247650 h 1178050"/>
              <a:gd name="connsiteX9" fmla="*/ 1118964 w 1324744"/>
              <a:gd name="connsiteY9" fmla="*/ 342900 h 1178050"/>
              <a:gd name="connsiteX10" fmla="*/ 1112614 w 1324744"/>
              <a:gd name="connsiteY10" fmla="*/ 419100 h 1178050"/>
              <a:gd name="connsiteX11" fmla="*/ 1117906 w 1324744"/>
              <a:gd name="connsiteY11" fmla="*/ 486833 h 1178050"/>
              <a:gd name="connsiteX12" fmla="*/ 1188815 w 1324744"/>
              <a:gd name="connsiteY12" fmla="*/ 409576 h 1178050"/>
              <a:gd name="connsiteX13" fmla="*/ 1280889 w 1324744"/>
              <a:gd name="connsiteY13" fmla="*/ 402167 h 1178050"/>
              <a:gd name="connsiteX14" fmla="*/ 1311580 w 1324744"/>
              <a:gd name="connsiteY14" fmla="*/ 461434 h 1178050"/>
              <a:gd name="connsiteX15" fmla="*/ 1324281 w 1324744"/>
              <a:gd name="connsiteY15" fmla="*/ 532342 h 1178050"/>
              <a:gd name="connsiteX16" fmla="*/ 1318990 w 1324744"/>
              <a:gd name="connsiteY16" fmla="*/ 625475 h 1178050"/>
              <a:gd name="connsiteX17" fmla="*/ 1291472 w 1324744"/>
              <a:gd name="connsiteY17" fmla="*/ 687916 h 1178050"/>
              <a:gd name="connsiteX18" fmla="*/ 1222680 w 1324744"/>
              <a:gd name="connsiteY18" fmla="*/ 708025 h 1178050"/>
              <a:gd name="connsiteX19" fmla="*/ 1170822 w 1324744"/>
              <a:gd name="connsiteY19" fmla="*/ 682625 h 1178050"/>
              <a:gd name="connsiteX20" fmla="*/ 1125314 w 1324744"/>
              <a:gd name="connsiteY20" fmla="*/ 661458 h 1178050"/>
              <a:gd name="connsiteX21" fmla="*/ 1123197 w 1324744"/>
              <a:gd name="connsiteY21" fmla="*/ 711200 h 1178050"/>
              <a:gd name="connsiteX22" fmla="*/ 1135897 w 1324744"/>
              <a:gd name="connsiteY22" fmla="*/ 773642 h 1178050"/>
              <a:gd name="connsiteX23" fmla="*/ 1150714 w 1324744"/>
              <a:gd name="connsiteY23" fmla="*/ 844550 h 1178050"/>
              <a:gd name="connsiteX24" fmla="*/ 1176114 w 1324744"/>
              <a:gd name="connsiteY24" fmla="*/ 955675 h 1178050"/>
              <a:gd name="connsiteX25" fmla="*/ 1201514 w 1324744"/>
              <a:gd name="connsiteY25" fmla="*/ 1035050 h 1178050"/>
              <a:gd name="connsiteX26" fmla="*/ 1219506 w 1324744"/>
              <a:gd name="connsiteY26" fmla="*/ 1091142 h 1178050"/>
              <a:gd name="connsiteX27" fmla="*/ 1243846 w 1324744"/>
              <a:gd name="connsiteY27" fmla="*/ 1156758 h 1178050"/>
              <a:gd name="connsiteX28" fmla="*/ 1089331 w 1324744"/>
              <a:gd name="connsiteY28" fmla="*/ 1162050 h 1178050"/>
              <a:gd name="connsiteX29" fmla="*/ 842739 w 1324744"/>
              <a:gd name="connsiteY29" fmla="*/ 1177925 h 1178050"/>
              <a:gd name="connsiteX30" fmla="*/ 636364 w 1324744"/>
              <a:gd name="connsiteY30" fmla="*/ 1168400 h 1178050"/>
              <a:gd name="connsiteX31" fmla="*/ 363314 w 1324744"/>
              <a:gd name="connsiteY31" fmla="*/ 1149350 h 1178050"/>
              <a:gd name="connsiteX32" fmla="*/ 118839 w 1324744"/>
              <a:gd name="connsiteY32" fmla="*/ 1130300 h 1178050"/>
              <a:gd name="connsiteX33" fmla="*/ 69097 w 1324744"/>
              <a:gd name="connsiteY33" fmla="*/ 1108075 h 1178050"/>
              <a:gd name="connsiteX34" fmla="*/ 45814 w 1324744"/>
              <a:gd name="connsiteY34" fmla="*/ 1050925 h 1178050"/>
              <a:gd name="connsiteX35" fmla="*/ 33114 w 1324744"/>
              <a:gd name="connsiteY35" fmla="*/ 930275 h 1178050"/>
              <a:gd name="connsiteX36" fmla="*/ 17239 w 1324744"/>
              <a:gd name="connsiteY36" fmla="*/ 704850 h 1178050"/>
              <a:gd name="connsiteX37" fmla="*/ 7714 w 1324744"/>
              <a:gd name="connsiteY37" fmla="*/ 425450 h 1178050"/>
              <a:gd name="connsiteX38" fmla="*/ 4539 w 1324744"/>
              <a:gd name="connsiteY38" fmla="*/ 266700 h 1178050"/>
              <a:gd name="connsiteX39" fmla="*/ 2422 w 1324744"/>
              <a:gd name="connsiteY39" fmla="*/ 70908 h 1178050"/>
              <a:gd name="connsiteX40" fmla="*/ 46872 w 1324744"/>
              <a:gd name="connsiteY40" fmla="*/ 8467 h 1178050"/>
              <a:gd name="connsiteX0" fmla="*/ 46872 w 1324744"/>
              <a:gd name="connsiteY0" fmla="*/ 8467 h 1178050"/>
              <a:gd name="connsiteX1" fmla="*/ 391889 w 1324744"/>
              <a:gd name="connsiteY1" fmla="*/ 0 h 1178050"/>
              <a:gd name="connsiteX2" fmla="*/ 696689 w 1324744"/>
              <a:gd name="connsiteY2" fmla="*/ 0 h 1178050"/>
              <a:gd name="connsiteX3" fmla="*/ 1004664 w 1324744"/>
              <a:gd name="connsiteY3" fmla="*/ 9525 h 1178050"/>
              <a:gd name="connsiteX4" fmla="*/ 1182464 w 1324744"/>
              <a:gd name="connsiteY4" fmla="*/ 12700 h 1178050"/>
              <a:gd name="connsiteX5" fmla="*/ 1226914 w 1324744"/>
              <a:gd name="connsiteY5" fmla="*/ 12700 h 1178050"/>
              <a:gd name="connsiteX6" fmla="*/ 1223739 w 1324744"/>
              <a:gd name="connsiteY6" fmla="*/ 53975 h 1178050"/>
              <a:gd name="connsiteX7" fmla="*/ 1179289 w 1324744"/>
              <a:gd name="connsiteY7" fmla="*/ 139700 h 1178050"/>
              <a:gd name="connsiteX8" fmla="*/ 1147539 w 1324744"/>
              <a:gd name="connsiteY8" fmla="*/ 247650 h 1178050"/>
              <a:gd name="connsiteX9" fmla="*/ 1118964 w 1324744"/>
              <a:gd name="connsiteY9" fmla="*/ 342900 h 1178050"/>
              <a:gd name="connsiteX10" fmla="*/ 1112614 w 1324744"/>
              <a:gd name="connsiteY10" fmla="*/ 419100 h 1178050"/>
              <a:gd name="connsiteX11" fmla="*/ 1117906 w 1324744"/>
              <a:gd name="connsiteY11" fmla="*/ 486833 h 1178050"/>
              <a:gd name="connsiteX12" fmla="*/ 1188815 w 1324744"/>
              <a:gd name="connsiteY12" fmla="*/ 409576 h 1178050"/>
              <a:gd name="connsiteX13" fmla="*/ 1280889 w 1324744"/>
              <a:gd name="connsiteY13" fmla="*/ 402167 h 1178050"/>
              <a:gd name="connsiteX14" fmla="*/ 1311580 w 1324744"/>
              <a:gd name="connsiteY14" fmla="*/ 461434 h 1178050"/>
              <a:gd name="connsiteX15" fmla="*/ 1324281 w 1324744"/>
              <a:gd name="connsiteY15" fmla="*/ 549276 h 1178050"/>
              <a:gd name="connsiteX16" fmla="*/ 1318990 w 1324744"/>
              <a:gd name="connsiteY16" fmla="*/ 625475 h 1178050"/>
              <a:gd name="connsiteX17" fmla="*/ 1291472 w 1324744"/>
              <a:gd name="connsiteY17" fmla="*/ 687916 h 1178050"/>
              <a:gd name="connsiteX18" fmla="*/ 1222680 w 1324744"/>
              <a:gd name="connsiteY18" fmla="*/ 708025 h 1178050"/>
              <a:gd name="connsiteX19" fmla="*/ 1170822 w 1324744"/>
              <a:gd name="connsiteY19" fmla="*/ 682625 h 1178050"/>
              <a:gd name="connsiteX20" fmla="*/ 1125314 w 1324744"/>
              <a:gd name="connsiteY20" fmla="*/ 661458 h 1178050"/>
              <a:gd name="connsiteX21" fmla="*/ 1123197 w 1324744"/>
              <a:gd name="connsiteY21" fmla="*/ 711200 h 1178050"/>
              <a:gd name="connsiteX22" fmla="*/ 1135897 w 1324744"/>
              <a:gd name="connsiteY22" fmla="*/ 773642 h 1178050"/>
              <a:gd name="connsiteX23" fmla="*/ 1150714 w 1324744"/>
              <a:gd name="connsiteY23" fmla="*/ 844550 h 1178050"/>
              <a:gd name="connsiteX24" fmla="*/ 1176114 w 1324744"/>
              <a:gd name="connsiteY24" fmla="*/ 955675 h 1178050"/>
              <a:gd name="connsiteX25" fmla="*/ 1201514 w 1324744"/>
              <a:gd name="connsiteY25" fmla="*/ 1035050 h 1178050"/>
              <a:gd name="connsiteX26" fmla="*/ 1219506 w 1324744"/>
              <a:gd name="connsiteY26" fmla="*/ 1091142 h 1178050"/>
              <a:gd name="connsiteX27" fmla="*/ 1243846 w 1324744"/>
              <a:gd name="connsiteY27" fmla="*/ 1156758 h 1178050"/>
              <a:gd name="connsiteX28" fmla="*/ 1089331 w 1324744"/>
              <a:gd name="connsiteY28" fmla="*/ 1162050 h 1178050"/>
              <a:gd name="connsiteX29" fmla="*/ 842739 w 1324744"/>
              <a:gd name="connsiteY29" fmla="*/ 1177925 h 1178050"/>
              <a:gd name="connsiteX30" fmla="*/ 636364 w 1324744"/>
              <a:gd name="connsiteY30" fmla="*/ 1168400 h 1178050"/>
              <a:gd name="connsiteX31" fmla="*/ 363314 w 1324744"/>
              <a:gd name="connsiteY31" fmla="*/ 1149350 h 1178050"/>
              <a:gd name="connsiteX32" fmla="*/ 118839 w 1324744"/>
              <a:gd name="connsiteY32" fmla="*/ 1130300 h 1178050"/>
              <a:gd name="connsiteX33" fmla="*/ 69097 w 1324744"/>
              <a:gd name="connsiteY33" fmla="*/ 1108075 h 1178050"/>
              <a:gd name="connsiteX34" fmla="*/ 45814 w 1324744"/>
              <a:gd name="connsiteY34" fmla="*/ 1050925 h 1178050"/>
              <a:gd name="connsiteX35" fmla="*/ 33114 w 1324744"/>
              <a:gd name="connsiteY35" fmla="*/ 930275 h 1178050"/>
              <a:gd name="connsiteX36" fmla="*/ 17239 w 1324744"/>
              <a:gd name="connsiteY36" fmla="*/ 704850 h 1178050"/>
              <a:gd name="connsiteX37" fmla="*/ 7714 w 1324744"/>
              <a:gd name="connsiteY37" fmla="*/ 425450 h 1178050"/>
              <a:gd name="connsiteX38" fmla="*/ 4539 w 1324744"/>
              <a:gd name="connsiteY38" fmla="*/ 266700 h 1178050"/>
              <a:gd name="connsiteX39" fmla="*/ 2422 w 1324744"/>
              <a:gd name="connsiteY39" fmla="*/ 70908 h 1178050"/>
              <a:gd name="connsiteX40" fmla="*/ 46872 w 1324744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88815 w 1324330"/>
              <a:gd name="connsiteY12" fmla="*/ 409576 h 1178050"/>
              <a:gd name="connsiteX13" fmla="*/ 1280889 w 1324330"/>
              <a:gd name="connsiteY13" fmla="*/ 4021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88815 w 1324330"/>
              <a:gd name="connsiteY12" fmla="*/ 40957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83005 w 1324330"/>
              <a:gd name="connsiteY13" fmla="*/ 4275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83005 w 1324330"/>
              <a:gd name="connsiteY13" fmla="*/ 4275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320046 w 1324330"/>
              <a:gd name="connsiteY27" fmla="*/ 116310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7701"/>
              <a:gd name="connsiteY0" fmla="*/ 8467 h 1178050"/>
              <a:gd name="connsiteX1" fmla="*/ 391889 w 1327701"/>
              <a:gd name="connsiteY1" fmla="*/ 0 h 1178050"/>
              <a:gd name="connsiteX2" fmla="*/ 696689 w 1327701"/>
              <a:gd name="connsiteY2" fmla="*/ 0 h 1178050"/>
              <a:gd name="connsiteX3" fmla="*/ 1004664 w 1327701"/>
              <a:gd name="connsiteY3" fmla="*/ 9525 h 1178050"/>
              <a:gd name="connsiteX4" fmla="*/ 1182464 w 1327701"/>
              <a:gd name="connsiteY4" fmla="*/ 12700 h 1178050"/>
              <a:gd name="connsiteX5" fmla="*/ 1226914 w 1327701"/>
              <a:gd name="connsiteY5" fmla="*/ 12700 h 1178050"/>
              <a:gd name="connsiteX6" fmla="*/ 1223739 w 1327701"/>
              <a:gd name="connsiteY6" fmla="*/ 53975 h 1178050"/>
              <a:gd name="connsiteX7" fmla="*/ 1179289 w 1327701"/>
              <a:gd name="connsiteY7" fmla="*/ 139700 h 1178050"/>
              <a:gd name="connsiteX8" fmla="*/ 1147539 w 1327701"/>
              <a:gd name="connsiteY8" fmla="*/ 247650 h 1178050"/>
              <a:gd name="connsiteX9" fmla="*/ 1118964 w 1327701"/>
              <a:gd name="connsiteY9" fmla="*/ 342900 h 1178050"/>
              <a:gd name="connsiteX10" fmla="*/ 1114731 w 1327701"/>
              <a:gd name="connsiteY10" fmla="*/ 431800 h 1178050"/>
              <a:gd name="connsiteX11" fmla="*/ 1117906 w 1327701"/>
              <a:gd name="connsiteY11" fmla="*/ 501650 h 1178050"/>
              <a:gd name="connsiteX12" fmla="*/ 1195165 w 1327701"/>
              <a:gd name="connsiteY12" fmla="*/ 428626 h 1178050"/>
              <a:gd name="connsiteX13" fmla="*/ 1283005 w 1327701"/>
              <a:gd name="connsiteY13" fmla="*/ 427567 h 1178050"/>
              <a:gd name="connsiteX14" fmla="*/ 1317930 w 1327701"/>
              <a:gd name="connsiteY14" fmla="*/ 484717 h 1178050"/>
              <a:gd name="connsiteX15" fmla="*/ 1324281 w 1327701"/>
              <a:gd name="connsiteY15" fmla="*/ 549276 h 1178050"/>
              <a:gd name="connsiteX16" fmla="*/ 1318990 w 1327701"/>
              <a:gd name="connsiteY16" fmla="*/ 625475 h 1178050"/>
              <a:gd name="connsiteX17" fmla="*/ 1291472 w 1327701"/>
              <a:gd name="connsiteY17" fmla="*/ 687916 h 1178050"/>
              <a:gd name="connsiteX18" fmla="*/ 1222680 w 1327701"/>
              <a:gd name="connsiteY18" fmla="*/ 708025 h 1178050"/>
              <a:gd name="connsiteX19" fmla="*/ 1170822 w 1327701"/>
              <a:gd name="connsiteY19" fmla="*/ 682625 h 1178050"/>
              <a:gd name="connsiteX20" fmla="*/ 1125314 w 1327701"/>
              <a:gd name="connsiteY20" fmla="*/ 661458 h 1178050"/>
              <a:gd name="connsiteX21" fmla="*/ 1123197 w 1327701"/>
              <a:gd name="connsiteY21" fmla="*/ 711200 h 1178050"/>
              <a:gd name="connsiteX22" fmla="*/ 1135897 w 1327701"/>
              <a:gd name="connsiteY22" fmla="*/ 773642 h 1178050"/>
              <a:gd name="connsiteX23" fmla="*/ 1150714 w 1327701"/>
              <a:gd name="connsiteY23" fmla="*/ 844550 h 1178050"/>
              <a:gd name="connsiteX24" fmla="*/ 1176114 w 1327701"/>
              <a:gd name="connsiteY24" fmla="*/ 955675 h 1178050"/>
              <a:gd name="connsiteX25" fmla="*/ 1201514 w 1327701"/>
              <a:gd name="connsiteY25" fmla="*/ 1035050 h 1178050"/>
              <a:gd name="connsiteX26" fmla="*/ 1266073 w 1327701"/>
              <a:gd name="connsiteY26" fmla="*/ 1086908 h 1178050"/>
              <a:gd name="connsiteX27" fmla="*/ 1320046 w 1327701"/>
              <a:gd name="connsiteY27" fmla="*/ 1163108 h 1178050"/>
              <a:gd name="connsiteX28" fmla="*/ 1089331 w 1327701"/>
              <a:gd name="connsiteY28" fmla="*/ 1162050 h 1178050"/>
              <a:gd name="connsiteX29" fmla="*/ 842739 w 1327701"/>
              <a:gd name="connsiteY29" fmla="*/ 1177925 h 1178050"/>
              <a:gd name="connsiteX30" fmla="*/ 636364 w 1327701"/>
              <a:gd name="connsiteY30" fmla="*/ 1168400 h 1178050"/>
              <a:gd name="connsiteX31" fmla="*/ 363314 w 1327701"/>
              <a:gd name="connsiteY31" fmla="*/ 1149350 h 1178050"/>
              <a:gd name="connsiteX32" fmla="*/ 118839 w 1327701"/>
              <a:gd name="connsiteY32" fmla="*/ 1130300 h 1178050"/>
              <a:gd name="connsiteX33" fmla="*/ 69097 w 1327701"/>
              <a:gd name="connsiteY33" fmla="*/ 1108075 h 1178050"/>
              <a:gd name="connsiteX34" fmla="*/ 45814 w 1327701"/>
              <a:gd name="connsiteY34" fmla="*/ 1050925 h 1178050"/>
              <a:gd name="connsiteX35" fmla="*/ 33114 w 1327701"/>
              <a:gd name="connsiteY35" fmla="*/ 930275 h 1178050"/>
              <a:gd name="connsiteX36" fmla="*/ 17239 w 1327701"/>
              <a:gd name="connsiteY36" fmla="*/ 704850 h 1178050"/>
              <a:gd name="connsiteX37" fmla="*/ 7714 w 1327701"/>
              <a:gd name="connsiteY37" fmla="*/ 425450 h 1178050"/>
              <a:gd name="connsiteX38" fmla="*/ 4539 w 1327701"/>
              <a:gd name="connsiteY38" fmla="*/ 266700 h 1178050"/>
              <a:gd name="connsiteX39" fmla="*/ 2422 w 1327701"/>
              <a:gd name="connsiteY39" fmla="*/ 70908 h 1178050"/>
              <a:gd name="connsiteX40" fmla="*/ 46872 w 1327701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50714 w 1327368"/>
              <a:gd name="connsiteY23" fmla="*/ 844550 h 1178050"/>
              <a:gd name="connsiteX24" fmla="*/ 11761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50714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7823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48080 w 1327368"/>
              <a:gd name="connsiteY18" fmla="*/ 718608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48080 w 1327368"/>
              <a:gd name="connsiteY18" fmla="*/ 718608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52831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262"/>
              <a:gd name="connsiteY0" fmla="*/ 8467 h 1178050"/>
              <a:gd name="connsiteX1" fmla="*/ 391889 w 1327262"/>
              <a:gd name="connsiteY1" fmla="*/ 0 h 1178050"/>
              <a:gd name="connsiteX2" fmla="*/ 696689 w 1327262"/>
              <a:gd name="connsiteY2" fmla="*/ 0 h 1178050"/>
              <a:gd name="connsiteX3" fmla="*/ 1004664 w 1327262"/>
              <a:gd name="connsiteY3" fmla="*/ 9525 h 1178050"/>
              <a:gd name="connsiteX4" fmla="*/ 1182464 w 1327262"/>
              <a:gd name="connsiteY4" fmla="*/ 12700 h 1178050"/>
              <a:gd name="connsiteX5" fmla="*/ 1226914 w 1327262"/>
              <a:gd name="connsiteY5" fmla="*/ 12700 h 1178050"/>
              <a:gd name="connsiteX6" fmla="*/ 1223739 w 1327262"/>
              <a:gd name="connsiteY6" fmla="*/ 53975 h 1178050"/>
              <a:gd name="connsiteX7" fmla="*/ 1179289 w 1327262"/>
              <a:gd name="connsiteY7" fmla="*/ 139700 h 1178050"/>
              <a:gd name="connsiteX8" fmla="*/ 1147539 w 1327262"/>
              <a:gd name="connsiteY8" fmla="*/ 247650 h 1178050"/>
              <a:gd name="connsiteX9" fmla="*/ 1118964 w 1327262"/>
              <a:gd name="connsiteY9" fmla="*/ 342900 h 1178050"/>
              <a:gd name="connsiteX10" fmla="*/ 1114731 w 1327262"/>
              <a:gd name="connsiteY10" fmla="*/ 431800 h 1178050"/>
              <a:gd name="connsiteX11" fmla="*/ 1117906 w 1327262"/>
              <a:gd name="connsiteY11" fmla="*/ 501650 h 1178050"/>
              <a:gd name="connsiteX12" fmla="*/ 1195165 w 1327262"/>
              <a:gd name="connsiteY12" fmla="*/ 428626 h 1178050"/>
              <a:gd name="connsiteX13" fmla="*/ 1283005 w 1327262"/>
              <a:gd name="connsiteY13" fmla="*/ 427567 h 1178050"/>
              <a:gd name="connsiteX14" fmla="*/ 1317930 w 1327262"/>
              <a:gd name="connsiteY14" fmla="*/ 484717 h 1178050"/>
              <a:gd name="connsiteX15" fmla="*/ 1324281 w 1327262"/>
              <a:gd name="connsiteY15" fmla="*/ 549276 h 1178050"/>
              <a:gd name="connsiteX16" fmla="*/ 1318990 w 1327262"/>
              <a:gd name="connsiteY16" fmla="*/ 625475 h 1178050"/>
              <a:gd name="connsiteX17" fmla="*/ 1291472 w 1327262"/>
              <a:gd name="connsiteY17" fmla="*/ 687916 h 1178050"/>
              <a:gd name="connsiteX18" fmla="*/ 1248080 w 1327262"/>
              <a:gd name="connsiteY18" fmla="*/ 718608 h 1178050"/>
              <a:gd name="connsiteX19" fmla="*/ 1202572 w 1327262"/>
              <a:gd name="connsiteY19" fmla="*/ 703791 h 1178050"/>
              <a:gd name="connsiteX20" fmla="*/ 1152830 w 1327262"/>
              <a:gd name="connsiteY20" fmla="*/ 669924 h 1178050"/>
              <a:gd name="connsiteX21" fmla="*/ 1144363 w 1327262"/>
              <a:gd name="connsiteY21" fmla="*/ 711200 h 1178050"/>
              <a:gd name="connsiteX22" fmla="*/ 1152831 w 1327262"/>
              <a:gd name="connsiteY22" fmla="*/ 771526 h 1178050"/>
              <a:gd name="connsiteX23" fmla="*/ 1171881 w 1327262"/>
              <a:gd name="connsiteY23" fmla="*/ 844550 h 1178050"/>
              <a:gd name="connsiteX24" fmla="*/ 1201514 w 1327262"/>
              <a:gd name="connsiteY24" fmla="*/ 955675 h 1178050"/>
              <a:gd name="connsiteX25" fmla="*/ 1235380 w 1327262"/>
              <a:gd name="connsiteY25" fmla="*/ 1035050 h 1178050"/>
              <a:gd name="connsiteX26" fmla="*/ 1266073 w 1327262"/>
              <a:gd name="connsiteY26" fmla="*/ 1086908 h 1178050"/>
              <a:gd name="connsiteX27" fmla="*/ 1320046 w 1327262"/>
              <a:gd name="connsiteY27" fmla="*/ 1163108 h 1178050"/>
              <a:gd name="connsiteX28" fmla="*/ 1089331 w 1327262"/>
              <a:gd name="connsiteY28" fmla="*/ 1162050 h 1178050"/>
              <a:gd name="connsiteX29" fmla="*/ 842739 w 1327262"/>
              <a:gd name="connsiteY29" fmla="*/ 1177925 h 1178050"/>
              <a:gd name="connsiteX30" fmla="*/ 636364 w 1327262"/>
              <a:gd name="connsiteY30" fmla="*/ 1168400 h 1178050"/>
              <a:gd name="connsiteX31" fmla="*/ 363314 w 1327262"/>
              <a:gd name="connsiteY31" fmla="*/ 1149350 h 1178050"/>
              <a:gd name="connsiteX32" fmla="*/ 118839 w 1327262"/>
              <a:gd name="connsiteY32" fmla="*/ 1130300 h 1178050"/>
              <a:gd name="connsiteX33" fmla="*/ 69097 w 1327262"/>
              <a:gd name="connsiteY33" fmla="*/ 1108075 h 1178050"/>
              <a:gd name="connsiteX34" fmla="*/ 45814 w 1327262"/>
              <a:gd name="connsiteY34" fmla="*/ 1050925 h 1178050"/>
              <a:gd name="connsiteX35" fmla="*/ 33114 w 1327262"/>
              <a:gd name="connsiteY35" fmla="*/ 930275 h 1178050"/>
              <a:gd name="connsiteX36" fmla="*/ 17239 w 1327262"/>
              <a:gd name="connsiteY36" fmla="*/ 704850 h 1178050"/>
              <a:gd name="connsiteX37" fmla="*/ 7714 w 1327262"/>
              <a:gd name="connsiteY37" fmla="*/ 425450 h 1178050"/>
              <a:gd name="connsiteX38" fmla="*/ 4539 w 1327262"/>
              <a:gd name="connsiteY38" fmla="*/ 266700 h 1178050"/>
              <a:gd name="connsiteX39" fmla="*/ 2422 w 1327262"/>
              <a:gd name="connsiteY39" fmla="*/ 70908 h 1178050"/>
              <a:gd name="connsiteX40" fmla="*/ 46872 w 1327262"/>
              <a:gd name="connsiteY40" fmla="*/ 8467 h 1178050"/>
              <a:gd name="connsiteX0" fmla="*/ 46872 w 1329620"/>
              <a:gd name="connsiteY0" fmla="*/ 8467 h 1178050"/>
              <a:gd name="connsiteX1" fmla="*/ 391889 w 1329620"/>
              <a:gd name="connsiteY1" fmla="*/ 0 h 1178050"/>
              <a:gd name="connsiteX2" fmla="*/ 696689 w 1329620"/>
              <a:gd name="connsiteY2" fmla="*/ 0 h 1178050"/>
              <a:gd name="connsiteX3" fmla="*/ 1004664 w 1329620"/>
              <a:gd name="connsiteY3" fmla="*/ 9525 h 1178050"/>
              <a:gd name="connsiteX4" fmla="*/ 1182464 w 1329620"/>
              <a:gd name="connsiteY4" fmla="*/ 12700 h 1178050"/>
              <a:gd name="connsiteX5" fmla="*/ 1226914 w 1329620"/>
              <a:gd name="connsiteY5" fmla="*/ 12700 h 1178050"/>
              <a:gd name="connsiteX6" fmla="*/ 1223739 w 1329620"/>
              <a:gd name="connsiteY6" fmla="*/ 53975 h 1178050"/>
              <a:gd name="connsiteX7" fmla="*/ 1179289 w 1329620"/>
              <a:gd name="connsiteY7" fmla="*/ 139700 h 1178050"/>
              <a:gd name="connsiteX8" fmla="*/ 1147539 w 1329620"/>
              <a:gd name="connsiteY8" fmla="*/ 247650 h 1178050"/>
              <a:gd name="connsiteX9" fmla="*/ 1118964 w 1329620"/>
              <a:gd name="connsiteY9" fmla="*/ 342900 h 1178050"/>
              <a:gd name="connsiteX10" fmla="*/ 1114731 w 1329620"/>
              <a:gd name="connsiteY10" fmla="*/ 431800 h 1178050"/>
              <a:gd name="connsiteX11" fmla="*/ 1117906 w 1329620"/>
              <a:gd name="connsiteY11" fmla="*/ 501650 h 1178050"/>
              <a:gd name="connsiteX12" fmla="*/ 1195165 w 1329620"/>
              <a:gd name="connsiteY12" fmla="*/ 428626 h 1178050"/>
              <a:gd name="connsiteX13" fmla="*/ 1283005 w 1329620"/>
              <a:gd name="connsiteY13" fmla="*/ 427567 h 1178050"/>
              <a:gd name="connsiteX14" fmla="*/ 1317930 w 1329620"/>
              <a:gd name="connsiteY14" fmla="*/ 484717 h 1178050"/>
              <a:gd name="connsiteX15" fmla="*/ 1324281 w 1329620"/>
              <a:gd name="connsiteY15" fmla="*/ 549276 h 1178050"/>
              <a:gd name="connsiteX16" fmla="*/ 1318990 w 1329620"/>
              <a:gd name="connsiteY16" fmla="*/ 625475 h 1178050"/>
              <a:gd name="connsiteX17" fmla="*/ 1291472 w 1329620"/>
              <a:gd name="connsiteY17" fmla="*/ 687916 h 1178050"/>
              <a:gd name="connsiteX18" fmla="*/ 1248080 w 1329620"/>
              <a:gd name="connsiteY18" fmla="*/ 718608 h 1178050"/>
              <a:gd name="connsiteX19" fmla="*/ 1202572 w 1329620"/>
              <a:gd name="connsiteY19" fmla="*/ 703791 h 1178050"/>
              <a:gd name="connsiteX20" fmla="*/ 1152830 w 1329620"/>
              <a:gd name="connsiteY20" fmla="*/ 669924 h 1178050"/>
              <a:gd name="connsiteX21" fmla="*/ 1144363 w 1329620"/>
              <a:gd name="connsiteY21" fmla="*/ 711200 h 1178050"/>
              <a:gd name="connsiteX22" fmla="*/ 1152831 w 1329620"/>
              <a:gd name="connsiteY22" fmla="*/ 771526 h 1178050"/>
              <a:gd name="connsiteX23" fmla="*/ 1171881 w 1329620"/>
              <a:gd name="connsiteY23" fmla="*/ 844550 h 1178050"/>
              <a:gd name="connsiteX24" fmla="*/ 1201514 w 1329620"/>
              <a:gd name="connsiteY24" fmla="*/ 955675 h 1178050"/>
              <a:gd name="connsiteX25" fmla="*/ 1235380 w 1329620"/>
              <a:gd name="connsiteY25" fmla="*/ 1035050 h 1178050"/>
              <a:gd name="connsiteX26" fmla="*/ 1280890 w 1329620"/>
              <a:gd name="connsiteY26" fmla="*/ 1089025 h 1178050"/>
              <a:gd name="connsiteX27" fmla="*/ 1320046 w 1329620"/>
              <a:gd name="connsiteY27" fmla="*/ 1163108 h 1178050"/>
              <a:gd name="connsiteX28" fmla="*/ 1089331 w 1329620"/>
              <a:gd name="connsiteY28" fmla="*/ 1162050 h 1178050"/>
              <a:gd name="connsiteX29" fmla="*/ 842739 w 1329620"/>
              <a:gd name="connsiteY29" fmla="*/ 1177925 h 1178050"/>
              <a:gd name="connsiteX30" fmla="*/ 636364 w 1329620"/>
              <a:gd name="connsiteY30" fmla="*/ 1168400 h 1178050"/>
              <a:gd name="connsiteX31" fmla="*/ 363314 w 1329620"/>
              <a:gd name="connsiteY31" fmla="*/ 1149350 h 1178050"/>
              <a:gd name="connsiteX32" fmla="*/ 118839 w 1329620"/>
              <a:gd name="connsiteY32" fmla="*/ 1130300 h 1178050"/>
              <a:gd name="connsiteX33" fmla="*/ 69097 w 1329620"/>
              <a:gd name="connsiteY33" fmla="*/ 1108075 h 1178050"/>
              <a:gd name="connsiteX34" fmla="*/ 45814 w 1329620"/>
              <a:gd name="connsiteY34" fmla="*/ 1050925 h 1178050"/>
              <a:gd name="connsiteX35" fmla="*/ 33114 w 1329620"/>
              <a:gd name="connsiteY35" fmla="*/ 930275 h 1178050"/>
              <a:gd name="connsiteX36" fmla="*/ 17239 w 1329620"/>
              <a:gd name="connsiteY36" fmla="*/ 704850 h 1178050"/>
              <a:gd name="connsiteX37" fmla="*/ 7714 w 1329620"/>
              <a:gd name="connsiteY37" fmla="*/ 425450 h 1178050"/>
              <a:gd name="connsiteX38" fmla="*/ 4539 w 1329620"/>
              <a:gd name="connsiteY38" fmla="*/ 266700 h 1178050"/>
              <a:gd name="connsiteX39" fmla="*/ 2422 w 1329620"/>
              <a:gd name="connsiteY39" fmla="*/ 70908 h 1178050"/>
              <a:gd name="connsiteX40" fmla="*/ 46872 w 1329620"/>
              <a:gd name="connsiteY40" fmla="*/ 8467 h 1178050"/>
              <a:gd name="connsiteX0" fmla="*/ 46872 w 1329219"/>
              <a:gd name="connsiteY0" fmla="*/ 8467 h 1178050"/>
              <a:gd name="connsiteX1" fmla="*/ 391889 w 1329219"/>
              <a:gd name="connsiteY1" fmla="*/ 0 h 1178050"/>
              <a:gd name="connsiteX2" fmla="*/ 696689 w 1329219"/>
              <a:gd name="connsiteY2" fmla="*/ 0 h 1178050"/>
              <a:gd name="connsiteX3" fmla="*/ 1004664 w 1329219"/>
              <a:gd name="connsiteY3" fmla="*/ 9525 h 1178050"/>
              <a:gd name="connsiteX4" fmla="*/ 1182464 w 1329219"/>
              <a:gd name="connsiteY4" fmla="*/ 12700 h 1178050"/>
              <a:gd name="connsiteX5" fmla="*/ 1226914 w 1329219"/>
              <a:gd name="connsiteY5" fmla="*/ 12700 h 1178050"/>
              <a:gd name="connsiteX6" fmla="*/ 1223739 w 1329219"/>
              <a:gd name="connsiteY6" fmla="*/ 53975 h 1178050"/>
              <a:gd name="connsiteX7" fmla="*/ 1179289 w 1329219"/>
              <a:gd name="connsiteY7" fmla="*/ 139700 h 1178050"/>
              <a:gd name="connsiteX8" fmla="*/ 1147539 w 1329219"/>
              <a:gd name="connsiteY8" fmla="*/ 247650 h 1178050"/>
              <a:gd name="connsiteX9" fmla="*/ 1118964 w 1329219"/>
              <a:gd name="connsiteY9" fmla="*/ 342900 h 1178050"/>
              <a:gd name="connsiteX10" fmla="*/ 1114731 w 1329219"/>
              <a:gd name="connsiteY10" fmla="*/ 431800 h 1178050"/>
              <a:gd name="connsiteX11" fmla="*/ 1117906 w 1329219"/>
              <a:gd name="connsiteY11" fmla="*/ 501650 h 1178050"/>
              <a:gd name="connsiteX12" fmla="*/ 1195165 w 1329219"/>
              <a:gd name="connsiteY12" fmla="*/ 428626 h 1178050"/>
              <a:gd name="connsiteX13" fmla="*/ 1283005 w 1329219"/>
              <a:gd name="connsiteY13" fmla="*/ 427567 h 1178050"/>
              <a:gd name="connsiteX14" fmla="*/ 1317930 w 1329219"/>
              <a:gd name="connsiteY14" fmla="*/ 484717 h 1178050"/>
              <a:gd name="connsiteX15" fmla="*/ 1324281 w 1329219"/>
              <a:gd name="connsiteY15" fmla="*/ 549276 h 1178050"/>
              <a:gd name="connsiteX16" fmla="*/ 1318990 w 1329219"/>
              <a:gd name="connsiteY16" fmla="*/ 625475 h 1178050"/>
              <a:gd name="connsiteX17" fmla="*/ 1291472 w 1329219"/>
              <a:gd name="connsiteY17" fmla="*/ 687916 h 1178050"/>
              <a:gd name="connsiteX18" fmla="*/ 1248080 w 1329219"/>
              <a:gd name="connsiteY18" fmla="*/ 718608 h 1178050"/>
              <a:gd name="connsiteX19" fmla="*/ 1202572 w 1329219"/>
              <a:gd name="connsiteY19" fmla="*/ 703791 h 1178050"/>
              <a:gd name="connsiteX20" fmla="*/ 1152830 w 1329219"/>
              <a:gd name="connsiteY20" fmla="*/ 669924 h 1178050"/>
              <a:gd name="connsiteX21" fmla="*/ 1144363 w 1329219"/>
              <a:gd name="connsiteY21" fmla="*/ 711200 h 1178050"/>
              <a:gd name="connsiteX22" fmla="*/ 1152831 w 1329219"/>
              <a:gd name="connsiteY22" fmla="*/ 771526 h 1178050"/>
              <a:gd name="connsiteX23" fmla="*/ 1171881 w 1329219"/>
              <a:gd name="connsiteY23" fmla="*/ 844550 h 1178050"/>
              <a:gd name="connsiteX24" fmla="*/ 1201514 w 1329219"/>
              <a:gd name="connsiteY24" fmla="*/ 955675 h 1178050"/>
              <a:gd name="connsiteX25" fmla="*/ 1258663 w 1329219"/>
              <a:gd name="connsiteY25" fmla="*/ 1032934 h 1178050"/>
              <a:gd name="connsiteX26" fmla="*/ 1280890 w 1329219"/>
              <a:gd name="connsiteY26" fmla="*/ 1089025 h 1178050"/>
              <a:gd name="connsiteX27" fmla="*/ 1320046 w 1329219"/>
              <a:gd name="connsiteY27" fmla="*/ 1163108 h 1178050"/>
              <a:gd name="connsiteX28" fmla="*/ 1089331 w 1329219"/>
              <a:gd name="connsiteY28" fmla="*/ 1162050 h 1178050"/>
              <a:gd name="connsiteX29" fmla="*/ 842739 w 1329219"/>
              <a:gd name="connsiteY29" fmla="*/ 1177925 h 1178050"/>
              <a:gd name="connsiteX30" fmla="*/ 636364 w 1329219"/>
              <a:gd name="connsiteY30" fmla="*/ 1168400 h 1178050"/>
              <a:gd name="connsiteX31" fmla="*/ 363314 w 1329219"/>
              <a:gd name="connsiteY31" fmla="*/ 1149350 h 1178050"/>
              <a:gd name="connsiteX32" fmla="*/ 118839 w 1329219"/>
              <a:gd name="connsiteY32" fmla="*/ 1130300 h 1178050"/>
              <a:gd name="connsiteX33" fmla="*/ 69097 w 1329219"/>
              <a:gd name="connsiteY33" fmla="*/ 1108075 h 1178050"/>
              <a:gd name="connsiteX34" fmla="*/ 45814 w 1329219"/>
              <a:gd name="connsiteY34" fmla="*/ 1050925 h 1178050"/>
              <a:gd name="connsiteX35" fmla="*/ 33114 w 1329219"/>
              <a:gd name="connsiteY35" fmla="*/ 930275 h 1178050"/>
              <a:gd name="connsiteX36" fmla="*/ 17239 w 1329219"/>
              <a:gd name="connsiteY36" fmla="*/ 704850 h 1178050"/>
              <a:gd name="connsiteX37" fmla="*/ 7714 w 1329219"/>
              <a:gd name="connsiteY37" fmla="*/ 425450 h 1178050"/>
              <a:gd name="connsiteX38" fmla="*/ 4539 w 1329219"/>
              <a:gd name="connsiteY38" fmla="*/ 266700 h 1178050"/>
              <a:gd name="connsiteX39" fmla="*/ 2422 w 1329219"/>
              <a:gd name="connsiteY39" fmla="*/ 70908 h 1178050"/>
              <a:gd name="connsiteX40" fmla="*/ 46872 w 1329219"/>
              <a:gd name="connsiteY40" fmla="*/ 8467 h 1178050"/>
              <a:gd name="connsiteX0" fmla="*/ 46872 w 1329582"/>
              <a:gd name="connsiteY0" fmla="*/ 8467 h 1178050"/>
              <a:gd name="connsiteX1" fmla="*/ 391889 w 1329582"/>
              <a:gd name="connsiteY1" fmla="*/ 0 h 1178050"/>
              <a:gd name="connsiteX2" fmla="*/ 696689 w 1329582"/>
              <a:gd name="connsiteY2" fmla="*/ 0 h 1178050"/>
              <a:gd name="connsiteX3" fmla="*/ 1004664 w 1329582"/>
              <a:gd name="connsiteY3" fmla="*/ 9525 h 1178050"/>
              <a:gd name="connsiteX4" fmla="*/ 1182464 w 1329582"/>
              <a:gd name="connsiteY4" fmla="*/ 12700 h 1178050"/>
              <a:gd name="connsiteX5" fmla="*/ 1226914 w 1329582"/>
              <a:gd name="connsiteY5" fmla="*/ 12700 h 1178050"/>
              <a:gd name="connsiteX6" fmla="*/ 1223739 w 1329582"/>
              <a:gd name="connsiteY6" fmla="*/ 53975 h 1178050"/>
              <a:gd name="connsiteX7" fmla="*/ 1179289 w 1329582"/>
              <a:gd name="connsiteY7" fmla="*/ 139700 h 1178050"/>
              <a:gd name="connsiteX8" fmla="*/ 1147539 w 1329582"/>
              <a:gd name="connsiteY8" fmla="*/ 247650 h 1178050"/>
              <a:gd name="connsiteX9" fmla="*/ 1118964 w 1329582"/>
              <a:gd name="connsiteY9" fmla="*/ 342900 h 1178050"/>
              <a:gd name="connsiteX10" fmla="*/ 1114731 w 1329582"/>
              <a:gd name="connsiteY10" fmla="*/ 431800 h 1178050"/>
              <a:gd name="connsiteX11" fmla="*/ 1117906 w 1329582"/>
              <a:gd name="connsiteY11" fmla="*/ 501650 h 1178050"/>
              <a:gd name="connsiteX12" fmla="*/ 1195165 w 1329582"/>
              <a:gd name="connsiteY12" fmla="*/ 428626 h 1178050"/>
              <a:gd name="connsiteX13" fmla="*/ 1283005 w 1329582"/>
              <a:gd name="connsiteY13" fmla="*/ 427567 h 1178050"/>
              <a:gd name="connsiteX14" fmla="*/ 1317930 w 1329582"/>
              <a:gd name="connsiteY14" fmla="*/ 484717 h 1178050"/>
              <a:gd name="connsiteX15" fmla="*/ 1324281 w 1329582"/>
              <a:gd name="connsiteY15" fmla="*/ 549276 h 1178050"/>
              <a:gd name="connsiteX16" fmla="*/ 1318990 w 1329582"/>
              <a:gd name="connsiteY16" fmla="*/ 625475 h 1178050"/>
              <a:gd name="connsiteX17" fmla="*/ 1291472 w 1329582"/>
              <a:gd name="connsiteY17" fmla="*/ 687916 h 1178050"/>
              <a:gd name="connsiteX18" fmla="*/ 1248080 w 1329582"/>
              <a:gd name="connsiteY18" fmla="*/ 718608 h 1178050"/>
              <a:gd name="connsiteX19" fmla="*/ 1202572 w 1329582"/>
              <a:gd name="connsiteY19" fmla="*/ 703791 h 1178050"/>
              <a:gd name="connsiteX20" fmla="*/ 1152830 w 1329582"/>
              <a:gd name="connsiteY20" fmla="*/ 669924 h 1178050"/>
              <a:gd name="connsiteX21" fmla="*/ 1144363 w 1329582"/>
              <a:gd name="connsiteY21" fmla="*/ 711200 h 1178050"/>
              <a:gd name="connsiteX22" fmla="*/ 1152831 w 1329582"/>
              <a:gd name="connsiteY22" fmla="*/ 771526 h 1178050"/>
              <a:gd name="connsiteX23" fmla="*/ 1171881 w 1329582"/>
              <a:gd name="connsiteY23" fmla="*/ 844550 h 1178050"/>
              <a:gd name="connsiteX24" fmla="*/ 1201514 w 1329582"/>
              <a:gd name="connsiteY24" fmla="*/ 955675 h 1178050"/>
              <a:gd name="connsiteX25" fmla="*/ 1237497 w 1329582"/>
              <a:gd name="connsiteY25" fmla="*/ 1037168 h 1178050"/>
              <a:gd name="connsiteX26" fmla="*/ 1280890 w 1329582"/>
              <a:gd name="connsiteY26" fmla="*/ 1089025 h 1178050"/>
              <a:gd name="connsiteX27" fmla="*/ 1320046 w 1329582"/>
              <a:gd name="connsiteY27" fmla="*/ 1163108 h 1178050"/>
              <a:gd name="connsiteX28" fmla="*/ 1089331 w 1329582"/>
              <a:gd name="connsiteY28" fmla="*/ 1162050 h 1178050"/>
              <a:gd name="connsiteX29" fmla="*/ 842739 w 1329582"/>
              <a:gd name="connsiteY29" fmla="*/ 1177925 h 1178050"/>
              <a:gd name="connsiteX30" fmla="*/ 636364 w 1329582"/>
              <a:gd name="connsiteY30" fmla="*/ 1168400 h 1178050"/>
              <a:gd name="connsiteX31" fmla="*/ 363314 w 1329582"/>
              <a:gd name="connsiteY31" fmla="*/ 1149350 h 1178050"/>
              <a:gd name="connsiteX32" fmla="*/ 118839 w 1329582"/>
              <a:gd name="connsiteY32" fmla="*/ 1130300 h 1178050"/>
              <a:gd name="connsiteX33" fmla="*/ 69097 w 1329582"/>
              <a:gd name="connsiteY33" fmla="*/ 1108075 h 1178050"/>
              <a:gd name="connsiteX34" fmla="*/ 45814 w 1329582"/>
              <a:gd name="connsiteY34" fmla="*/ 1050925 h 1178050"/>
              <a:gd name="connsiteX35" fmla="*/ 33114 w 1329582"/>
              <a:gd name="connsiteY35" fmla="*/ 930275 h 1178050"/>
              <a:gd name="connsiteX36" fmla="*/ 17239 w 1329582"/>
              <a:gd name="connsiteY36" fmla="*/ 704850 h 1178050"/>
              <a:gd name="connsiteX37" fmla="*/ 7714 w 1329582"/>
              <a:gd name="connsiteY37" fmla="*/ 425450 h 1178050"/>
              <a:gd name="connsiteX38" fmla="*/ 4539 w 1329582"/>
              <a:gd name="connsiteY38" fmla="*/ 266700 h 1178050"/>
              <a:gd name="connsiteX39" fmla="*/ 2422 w 1329582"/>
              <a:gd name="connsiteY39" fmla="*/ 70908 h 1178050"/>
              <a:gd name="connsiteX40" fmla="*/ 46872 w 1329582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71881 w 1329471"/>
              <a:gd name="connsiteY23" fmla="*/ 844550 h 1178050"/>
              <a:gd name="connsiteX24" fmla="*/ 1201514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71881 w 1329471"/>
              <a:gd name="connsiteY23" fmla="*/ 844550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7822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7187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7187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6552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36439 w 1329471"/>
              <a:gd name="connsiteY19" fmla="*/ 71014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322163 w 1329471"/>
              <a:gd name="connsiteY18" fmla="*/ 752475 h 1178050"/>
              <a:gd name="connsiteX19" fmla="*/ 1236439 w 1329471"/>
              <a:gd name="connsiteY19" fmla="*/ 71014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322163 w 1329471"/>
              <a:gd name="connsiteY18" fmla="*/ 75247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88297 w 1329471"/>
              <a:gd name="connsiteY18" fmla="*/ 72072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318989 w 1329471"/>
              <a:gd name="connsiteY17" fmla="*/ 692149 h 1178050"/>
              <a:gd name="connsiteX18" fmla="*/ 1288297 w 1329471"/>
              <a:gd name="connsiteY18" fmla="*/ 72072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40199"/>
              <a:gd name="connsiteY0" fmla="*/ 8467 h 1178050"/>
              <a:gd name="connsiteX1" fmla="*/ 391889 w 1340199"/>
              <a:gd name="connsiteY1" fmla="*/ 0 h 1178050"/>
              <a:gd name="connsiteX2" fmla="*/ 696689 w 1340199"/>
              <a:gd name="connsiteY2" fmla="*/ 0 h 1178050"/>
              <a:gd name="connsiteX3" fmla="*/ 1004664 w 1340199"/>
              <a:gd name="connsiteY3" fmla="*/ 9525 h 1178050"/>
              <a:gd name="connsiteX4" fmla="*/ 1182464 w 1340199"/>
              <a:gd name="connsiteY4" fmla="*/ 12700 h 1178050"/>
              <a:gd name="connsiteX5" fmla="*/ 1226914 w 1340199"/>
              <a:gd name="connsiteY5" fmla="*/ 12700 h 1178050"/>
              <a:gd name="connsiteX6" fmla="*/ 1223739 w 1340199"/>
              <a:gd name="connsiteY6" fmla="*/ 53975 h 1178050"/>
              <a:gd name="connsiteX7" fmla="*/ 1179289 w 1340199"/>
              <a:gd name="connsiteY7" fmla="*/ 139700 h 1178050"/>
              <a:gd name="connsiteX8" fmla="*/ 1147539 w 1340199"/>
              <a:gd name="connsiteY8" fmla="*/ 247650 h 1178050"/>
              <a:gd name="connsiteX9" fmla="*/ 1118964 w 1340199"/>
              <a:gd name="connsiteY9" fmla="*/ 342900 h 1178050"/>
              <a:gd name="connsiteX10" fmla="*/ 1114731 w 1340199"/>
              <a:gd name="connsiteY10" fmla="*/ 431800 h 1178050"/>
              <a:gd name="connsiteX11" fmla="*/ 1117906 w 1340199"/>
              <a:gd name="connsiteY11" fmla="*/ 501650 h 1178050"/>
              <a:gd name="connsiteX12" fmla="*/ 1195165 w 1340199"/>
              <a:gd name="connsiteY12" fmla="*/ 428626 h 1178050"/>
              <a:gd name="connsiteX13" fmla="*/ 1283005 w 1340199"/>
              <a:gd name="connsiteY13" fmla="*/ 427567 h 1178050"/>
              <a:gd name="connsiteX14" fmla="*/ 1317930 w 1340199"/>
              <a:gd name="connsiteY14" fmla="*/ 484717 h 1178050"/>
              <a:gd name="connsiteX15" fmla="*/ 1324281 w 1340199"/>
              <a:gd name="connsiteY15" fmla="*/ 549276 h 1178050"/>
              <a:gd name="connsiteX16" fmla="*/ 1340157 w 1340199"/>
              <a:gd name="connsiteY16" fmla="*/ 627592 h 1178050"/>
              <a:gd name="connsiteX17" fmla="*/ 1318989 w 1340199"/>
              <a:gd name="connsiteY17" fmla="*/ 692149 h 1178050"/>
              <a:gd name="connsiteX18" fmla="*/ 1288297 w 1340199"/>
              <a:gd name="connsiteY18" fmla="*/ 720725 h 1178050"/>
              <a:gd name="connsiteX19" fmla="*/ 1236439 w 1340199"/>
              <a:gd name="connsiteY19" fmla="*/ 710141 h 1178050"/>
              <a:gd name="connsiteX20" fmla="*/ 1173997 w 1340199"/>
              <a:gd name="connsiteY20" fmla="*/ 669924 h 1178050"/>
              <a:gd name="connsiteX21" fmla="*/ 1171879 w 1340199"/>
              <a:gd name="connsiteY21" fmla="*/ 713318 h 1178050"/>
              <a:gd name="connsiteX22" fmla="*/ 1178231 w 1340199"/>
              <a:gd name="connsiteY22" fmla="*/ 771526 h 1178050"/>
              <a:gd name="connsiteX23" fmla="*/ 1190931 w 1340199"/>
              <a:gd name="connsiteY23" fmla="*/ 846667 h 1178050"/>
              <a:gd name="connsiteX24" fmla="*/ 1212098 w 1340199"/>
              <a:gd name="connsiteY24" fmla="*/ 955675 h 1178050"/>
              <a:gd name="connsiteX25" fmla="*/ 1243847 w 1340199"/>
              <a:gd name="connsiteY25" fmla="*/ 1037168 h 1178050"/>
              <a:gd name="connsiteX26" fmla="*/ 1280890 w 1340199"/>
              <a:gd name="connsiteY26" fmla="*/ 1089025 h 1178050"/>
              <a:gd name="connsiteX27" fmla="*/ 1320046 w 1340199"/>
              <a:gd name="connsiteY27" fmla="*/ 1163108 h 1178050"/>
              <a:gd name="connsiteX28" fmla="*/ 1089331 w 1340199"/>
              <a:gd name="connsiteY28" fmla="*/ 1162050 h 1178050"/>
              <a:gd name="connsiteX29" fmla="*/ 842739 w 1340199"/>
              <a:gd name="connsiteY29" fmla="*/ 1177925 h 1178050"/>
              <a:gd name="connsiteX30" fmla="*/ 636364 w 1340199"/>
              <a:gd name="connsiteY30" fmla="*/ 1168400 h 1178050"/>
              <a:gd name="connsiteX31" fmla="*/ 363314 w 1340199"/>
              <a:gd name="connsiteY31" fmla="*/ 1149350 h 1178050"/>
              <a:gd name="connsiteX32" fmla="*/ 118839 w 1340199"/>
              <a:gd name="connsiteY32" fmla="*/ 1130300 h 1178050"/>
              <a:gd name="connsiteX33" fmla="*/ 69097 w 1340199"/>
              <a:gd name="connsiteY33" fmla="*/ 1108075 h 1178050"/>
              <a:gd name="connsiteX34" fmla="*/ 45814 w 1340199"/>
              <a:gd name="connsiteY34" fmla="*/ 1050925 h 1178050"/>
              <a:gd name="connsiteX35" fmla="*/ 33114 w 1340199"/>
              <a:gd name="connsiteY35" fmla="*/ 930275 h 1178050"/>
              <a:gd name="connsiteX36" fmla="*/ 17239 w 1340199"/>
              <a:gd name="connsiteY36" fmla="*/ 704850 h 1178050"/>
              <a:gd name="connsiteX37" fmla="*/ 7714 w 1340199"/>
              <a:gd name="connsiteY37" fmla="*/ 425450 h 1178050"/>
              <a:gd name="connsiteX38" fmla="*/ 4539 w 1340199"/>
              <a:gd name="connsiteY38" fmla="*/ 266700 h 1178050"/>
              <a:gd name="connsiteX39" fmla="*/ 2422 w 1340199"/>
              <a:gd name="connsiteY39" fmla="*/ 70908 h 1178050"/>
              <a:gd name="connsiteX40" fmla="*/ 46872 w 1340199"/>
              <a:gd name="connsiteY40" fmla="*/ 8467 h 1178050"/>
              <a:gd name="connsiteX0" fmla="*/ 46872 w 1345056"/>
              <a:gd name="connsiteY0" fmla="*/ 8467 h 1178050"/>
              <a:gd name="connsiteX1" fmla="*/ 391889 w 1345056"/>
              <a:gd name="connsiteY1" fmla="*/ 0 h 1178050"/>
              <a:gd name="connsiteX2" fmla="*/ 696689 w 1345056"/>
              <a:gd name="connsiteY2" fmla="*/ 0 h 1178050"/>
              <a:gd name="connsiteX3" fmla="*/ 1004664 w 1345056"/>
              <a:gd name="connsiteY3" fmla="*/ 9525 h 1178050"/>
              <a:gd name="connsiteX4" fmla="*/ 1182464 w 1345056"/>
              <a:gd name="connsiteY4" fmla="*/ 12700 h 1178050"/>
              <a:gd name="connsiteX5" fmla="*/ 1226914 w 1345056"/>
              <a:gd name="connsiteY5" fmla="*/ 12700 h 1178050"/>
              <a:gd name="connsiteX6" fmla="*/ 1223739 w 1345056"/>
              <a:gd name="connsiteY6" fmla="*/ 53975 h 1178050"/>
              <a:gd name="connsiteX7" fmla="*/ 1179289 w 1345056"/>
              <a:gd name="connsiteY7" fmla="*/ 139700 h 1178050"/>
              <a:gd name="connsiteX8" fmla="*/ 1147539 w 1345056"/>
              <a:gd name="connsiteY8" fmla="*/ 247650 h 1178050"/>
              <a:gd name="connsiteX9" fmla="*/ 1118964 w 1345056"/>
              <a:gd name="connsiteY9" fmla="*/ 342900 h 1178050"/>
              <a:gd name="connsiteX10" fmla="*/ 1114731 w 1345056"/>
              <a:gd name="connsiteY10" fmla="*/ 431800 h 1178050"/>
              <a:gd name="connsiteX11" fmla="*/ 1117906 w 1345056"/>
              <a:gd name="connsiteY11" fmla="*/ 501650 h 1178050"/>
              <a:gd name="connsiteX12" fmla="*/ 1195165 w 1345056"/>
              <a:gd name="connsiteY12" fmla="*/ 428626 h 1178050"/>
              <a:gd name="connsiteX13" fmla="*/ 1283005 w 1345056"/>
              <a:gd name="connsiteY13" fmla="*/ 427567 h 1178050"/>
              <a:gd name="connsiteX14" fmla="*/ 1317930 w 1345056"/>
              <a:gd name="connsiteY14" fmla="*/ 484717 h 1178050"/>
              <a:gd name="connsiteX15" fmla="*/ 1343331 w 1345056"/>
              <a:gd name="connsiteY15" fmla="*/ 551392 h 1178050"/>
              <a:gd name="connsiteX16" fmla="*/ 1340157 w 1345056"/>
              <a:gd name="connsiteY16" fmla="*/ 627592 h 1178050"/>
              <a:gd name="connsiteX17" fmla="*/ 1318989 w 1345056"/>
              <a:gd name="connsiteY17" fmla="*/ 692149 h 1178050"/>
              <a:gd name="connsiteX18" fmla="*/ 1288297 w 1345056"/>
              <a:gd name="connsiteY18" fmla="*/ 720725 h 1178050"/>
              <a:gd name="connsiteX19" fmla="*/ 1236439 w 1345056"/>
              <a:gd name="connsiteY19" fmla="*/ 710141 h 1178050"/>
              <a:gd name="connsiteX20" fmla="*/ 1173997 w 1345056"/>
              <a:gd name="connsiteY20" fmla="*/ 669924 h 1178050"/>
              <a:gd name="connsiteX21" fmla="*/ 1171879 w 1345056"/>
              <a:gd name="connsiteY21" fmla="*/ 713318 h 1178050"/>
              <a:gd name="connsiteX22" fmla="*/ 1178231 w 1345056"/>
              <a:gd name="connsiteY22" fmla="*/ 771526 h 1178050"/>
              <a:gd name="connsiteX23" fmla="*/ 1190931 w 1345056"/>
              <a:gd name="connsiteY23" fmla="*/ 846667 h 1178050"/>
              <a:gd name="connsiteX24" fmla="*/ 1212098 w 1345056"/>
              <a:gd name="connsiteY24" fmla="*/ 955675 h 1178050"/>
              <a:gd name="connsiteX25" fmla="*/ 1243847 w 1345056"/>
              <a:gd name="connsiteY25" fmla="*/ 1037168 h 1178050"/>
              <a:gd name="connsiteX26" fmla="*/ 1280890 w 1345056"/>
              <a:gd name="connsiteY26" fmla="*/ 1089025 h 1178050"/>
              <a:gd name="connsiteX27" fmla="*/ 1320046 w 1345056"/>
              <a:gd name="connsiteY27" fmla="*/ 1163108 h 1178050"/>
              <a:gd name="connsiteX28" fmla="*/ 1089331 w 1345056"/>
              <a:gd name="connsiteY28" fmla="*/ 1162050 h 1178050"/>
              <a:gd name="connsiteX29" fmla="*/ 842739 w 1345056"/>
              <a:gd name="connsiteY29" fmla="*/ 1177925 h 1178050"/>
              <a:gd name="connsiteX30" fmla="*/ 636364 w 1345056"/>
              <a:gd name="connsiteY30" fmla="*/ 1168400 h 1178050"/>
              <a:gd name="connsiteX31" fmla="*/ 363314 w 1345056"/>
              <a:gd name="connsiteY31" fmla="*/ 1149350 h 1178050"/>
              <a:gd name="connsiteX32" fmla="*/ 118839 w 1345056"/>
              <a:gd name="connsiteY32" fmla="*/ 1130300 h 1178050"/>
              <a:gd name="connsiteX33" fmla="*/ 69097 w 1345056"/>
              <a:gd name="connsiteY33" fmla="*/ 1108075 h 1178050"/>
              <a:gd name="connsiteX34" fmla="*/ 45814 w 1345056"/>
              <a:gd name="connsiteY34" fmla="*/ 1050925 h 1178050"/>
              <a:gd name="connsiteX35" fmla="*/ 33114 w 1345056"/>
              <a:gd name="connsiteY35" fmla="*/ 930275 h 1178050"/>
              <a:gd name="connsiteX36" fmla="*/ 17239 w 1345056"/>
              <a:gd name="connsiteY36" fmla="*/ 704850 h 1178050"/>
              <a:gd name="connsiteX37" fmla="*/ 7714 w 1345056"/>
              <a:gd name="connsiteY37" fmla="*/ 425450 h 1178050"/>
              <a:gd name="connsiteX38" fmla="*/ 4539 w 1345056"/>
              <a:gd name="connsiteY38" fmla="*/ 266700 h 1178050"/>
              <a:gd name="connsiteX39" fmla="*/ 2422 w 1345056"/>
              <a:gd name="connsiteY39" fmla="*/ 70908 h 1178050"/>
              <a:gd name="connsiteX40" fmla="*/ 46872 w 1345056"/>
              <a:gd name="connsiteY40" fmla="*/ 8467 h 1178050"/>
              <a:gd name="connsiteX0" fmla="*/ 46872 w 1350619"/>
              <a:gd name="connsiteY0" fmla="*/ 8467 h 1178050"/>
              <a:gd name="connsiteX1" fmla="*/ 391889 w 1350619"/>
              <a:gd name="connsiteY1" fmla="*/ 0 h 1178050"/>
              <a:gd name="connsiteX2" fmla="*/ 696689 w 1350619"/>
              <a:gd name="connsiteY2" fmla="*/ 0 h 1178050"/>
              <a:gd name="connsiteX3" fmla="*/ 1004664 w 1350619"/>
              <a:gd name="connsiteY3" fmla="*/ 9525 h 1178050"/>
              <a:gd name="connsiteX4" fmla="*/ 1182464 w 1350619"/>
              <a:gd name="connsiteY4" fmla="*/ 12700 h 1178050"/>
              <a:gd name="connsiteX5" fmla="*/ 1226914 w 1350619"/>
              <a:gd name="connsiteY5" fmla="*/ 12700 h 1178050"/>
              <a:gd name="connsiteX6" fmla="*/ 1223739 w 1350619"/>
              <a:gd name="connsiteY6" fmla="*/ 53975 h 1178050"/>
              <a:gd name="connsiteX7" fmla="*/ 1179289 w 1350619"/>
              <a:gd name="connsiteY7" fmla="*/ 139700 h 1178050"/>
              <a:gd name="connsiteX8" fmla="*/ 1147539 w 1350619"/>
              <a:gd name="connsiteY8" fmla="*/ 247650 h 1178050"/>
              <a:gd name="connsiteX9" fmla="*/ 1118964 w 1350619"/>
              <a:gd name="connsiteY9" fmla="*/ 342900 h 1178050"/>
              <a:gd name="connsiteX10" fmla="*/ 1114731 w 1350619"/>
              <a:gd name="connsiteY10" fmla="*/ 431800 h 1178050"/>
              <a:gd name="connsiteX11" fmla="*/ 1117906 w 1350619"/>
              <a:gd name="connsiteY11" fmla="*/ 501650 h 1178050"/>
              <a:gd name="connsiteX12" fmla="*/ 1195165 w 1350619"/>
              <a:gd name="connsiteY12" fmla="*/ 428626 h 1178050"/>
              <a:gd name="connsiteX13" fmla="*/ 1283005 w 1350619"/>
              <a:gd name="connsiteY13" fmla="*/ 427567 h 1178050"/>
              <a:gd name="connsiteX14" fmla="*/ 1317930 w 1350619"/>
              <a:gd name="connsiteY14" fmla="*/ 484717 h 1178050"/>
              <a:gd name="connsiteX15" fmla="*/ 1349681 w 1350619"/>
              <a:gd name="connsiteY15" fmla="*/ 551392 h 1178050"/>
              <a:gd name="connsiteX16" fmla="*/ 1340157 w 1350619"/>
              <a:gd name="connsiteY16" fmla="*/ 627592 h 1178050"/>
              <a:gd name="connsiteX17" fmla="*/ 1318989 w 1350619"/>
              <a:gd name="connsiteY17" fmla="*/ 692149 h 1178050"/>
              <a:gd name="connsiteX18" fmla="*/ 1288297 w 1350619"/>
              <a:gd name="connsiteY18" fmla="*/ 720725 h 1178050"/>
              <a:gd name="connsiteX19" fmla="*/ 1236439 w 1350619"/>
              <a:gd name="connsiteY19" fmla="*/ 710141 h 1178050"/>
              <a:gd name="connsiteX20" fmla="*/ 1173997 w 1350619"/>
              <a:gd name="connsiteY20" fmla="*/ 669924 h 1178050"/>
              <a:gd name="connsiteX21" fmla="*/ 1171879 w 1350619"/>
              <a:gd name="connsiteY21" fmla="*/ 713318 h 1178050"/>
              <a:gd name="connsiteX22" fmla="*/ 1178231 w 1350619"/>
              <a:gd name="connsiteY22" fmla="*/ 771526 h 1178050"/>
              <a:gd name="connsiteX23" fmla="*/ 1190931 w 1350619"/>
              <a:gd name="connsiteY23" fmla="*/ 846667 h 1178050"/>
              <a:gd name="connsiteX24" fmla="*/ 1212098 w 1350619"/>
              <a:gd name="connsiteY24" fmla="*/ 955675 h 1178050"/>
              <a:gd name="connsiteX25" fmla="*/ 1243847 w 1350619"/>
              <a:gd name="connsiteY25" fmla="*/ 1037168 h 1178050"/>
              <a:gd name="connsiteX26" fmla="*/ 1280890 w 1350619"/>
              <a:gd name="connsiteY26" fmla="*/ 1089025 h 1178050"/>
              <a:gd name="connsiteX27" fmla="*/ 1320046 w 1350619"/>
              <a:gd name="connsiteY27" fmla="*/ 1163108 h 1178050"/>
              <a:gd name="connsiteX28" fmla="*/ 1089331 w 1350619"/>
              <a:gd name="connsiteY28" fmla="*/ 1162050 h 1178050"/>
              <a:gd name="connsiteX29" fmla="*/ 842739 w 1350619"/>
              <a:gd name="connsiteY29" fmla="*/ 1177925 h 1178050"/>
              <a:gd name="connsiteX30" fmla="*/ 636364 w 1350619"/>
              <a:gd name="connsiteY30" fmla="*/ 1168400 h 1178050"/>
              <a:gd name="connsiteX31" fmla="*/ 363314 w 1350619"/>
              <a:gd name="connsiteY31" fmla="*/ 1149350 h 1178050"/>
              <a:gd name="connsiteX32" fmla="*/ 118839 w 1350619"/>
              <a:gd name="connsiteY32" fmla="*/ 1130300 h 1178050"/>
              <a:gd name="connsiteX33" fmla="*/ 69097 w 1350619"/>
              <a:gd name="connsiteY33" fmla="*/ 1108075 h 1178050"/>
              <a:gd name="connsiteX34" fmla="*/ 45814 w 1350619"/>
              <a:gd name="connsiteY34" fmla="*/ 1050925 h 1178050"/>
              <a:gd name="connsiteX35" fmla="*/ 33114 w 1350619"/>
              <a:gd name="connsiteY35" fmla="*/ 930275 h 1178050"/>
              <a:gd name="connsiteX36" fmla="*/ 17239 w 1350619"/>
              <a:gd name="connsiteY36" fmla="*/ 704850 h 1178050"/>
              <a:gd name="connsiteX37" fmla="*/ 7714 w 1350619"/>
              <a:gd name="connsiteY37" fmla="*/ 425450 h 1178050"/>
              <a:gd name="connsiteX38" fmla="*/ 4539 w 1350619"/>
              <a:gd name="connsiteY38" fmla="*/ 266700 h 1178050"/>
              <a:gd name="connsiteX39" fmla="*/ 2422 w 1350619"/>
              <a:gd name="connsiteY39" fmla="*/ 70908 h 1178050"/>
              <a:gd name="connsiteX40" fmla="*/ 46872 w 1350619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195165 w 1349941"/>
              <a:gd name="connsiteY12" fmla="*/ 428626 h 1178050"/>
              <a:gd name="connsiteX13" fmla="*/ 1283005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195165 w 1349941"/>
              <a:gd name="connsiteY12" fmla="*/ 428626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40673 w 1349941"/>
              <a:gd name="connsiteY6" fmla="*/ 53975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48081 w 1349941"/>
              <a:gd name="connsiteY5" fmla="*/ 12700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96762 w 1349941"/>
              <a:gd name="connsiteY27" fmla="*/ 1154641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88295 w 1349941"/>
              <a:gd name="connsiteY27" fmla="*/ 1152525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304171 w 1349941"/>
              <a:gd name="connsiteY13" fmla="*/ 43391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88295 w 1349941"/>
              <a:gd name="connsiteY27" fmla="*/ 1152525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685"/>
              <a:gd name="connsiteY0" fmla="*/ 8467 h 1178050"/>
              <a:gd name="connsiteX1" fmla="*/ 391889 w 1349685"/>
              <a:gd name="connsiteY1" fmla="*/ 0 h 1178050"/>
              <a:gd name="connsiteX2" fmla="*/ 696689 w 1349685"/>
              <a:gd name="connsiteY2" fmla="*/ 0 h 1178050"/>
              <a:gd name="connsiteX3" fmla="*/ 1004664 w 1349685"/>
              <a:gd name="connsiteY3" fmla="*/ 9525 h 1178050"/>
              <a:gd name="connsiteX4" fmla="*/ 1182464 w 1349685"/>
              <a:gd name="connsiteY4" fmla="*/ 12700 h 1178050"/>
              <a:gd name="connsiteX5" fmla="*/ 1260781 w 1349685"/>
              <a:gd name="connsiteY5" fmla="*/ 14817 h 1178050"/>
              <a:gd name="connsiteX6" fmla="*/ 1249139 w 1349685"/>
              <a:gd name="connsiteY6" fmla="*/ 51859 h 1178050"/>
              <a:gd name="connsiteX7" fmla="*/ 1211039 w 1349685"/>
              <a:gd name="connsiteY7" fmla="*/ 139700 h 1178050"/>
              <a:gd name="connsiteX8" fmla="*/ 1170823 w 1349685"/>
              <a:gd name="connsiteY8" fmla="*/ 247650 h 1178050"/>
              <a:gd name="connsiteX9" fmla="*/ 1144364 w 1349685"/>
              <a:gd name="connsiteY9" fmla="*/ 342900 h 1178050"/>
              <a:gd name="connsiteX10" fmla="*/ 1142248 w 1349685"/>
              <a:gd name="connsiteY10" fmla="*/ 431800 h 1178050"/>
              <a:gd name="connsiteX11" fmla="*/ 1158123 w 1349685"/>
              <a:gd name="connsiteY11" fmla="*/ 505883 h 1178050"/>
              <a:gd name="connsiteX12" fmla="*/ 1220565 w 1349685"/>
              <a:gd name="connsiteY12" fmla="*/ 439210 h 1178050"/>
              <a:gd name="connsiteX13" fmla="*/ 1304171 w 1349685"/>
              <a:gd name="connsiteY13" fmla="*/ 433917 h 1178050"/>
              <a:gd name="connsiteX14" fmla="*/ 1339096 w 1349685"/>
              <a:gd name="connsiteY14" fmla="*/ 482600 h 1178050"/>
              <a:gd name="connsiteX15" fmla="*/ 1349681 w 1349685"/>
              <a:gd name="connsiteY15" fmla="*/ 551392 h 1178050"/>
              <a:gd name="connsiteX16" fmla="*/ 1340157 w 1349685"/>
              <a:gd name="connsiteY16" fmla="*/ 627592 h 1178050"/>
              <a:gd name="connsiteX17" fmla="*/ 1318989 w 1349685"/>
              <a:gd name="connsiteY17" fmla="*/ 692149 h 1178050"/>
              <a:gd name="connsiteX18" fmla="*/ 1288297 w 1349685"/>
              <a:gd name="connsiteY18" fmla="*/ 720725 h 1178050"/>
              <a:gd name="connsiteX19" fmla="*/ 1236439 w 1349685"/>
              <a:gd name="connsiteY19" fmla="*/ 710141 h 1178050"/>
              <a:gd name="connsiteX20" fmla="*/ 1173997 w 1349685"/>
              <a:gd name="connsiteY20" fmla="*/ 669924 h 1178050"/>
              <a:gd name="connsiteX21" fmla="*/ 1171879 w 1349685"/>
              <a:gd name="connsiteY21" fmla="*/ 713318 h 1178050"/>
              <a:gd name="connsiteX22" fmla="*/ 1178231 w 1349685"/>
              <a:gd name="connsiteY22" fmla="*/ 771526 h 1178050"/>
              <a:gd name="connsiteX23" fmla="*/ 1190931 w 1349685"/>
              <a:gd name="connsiteY23" fmla="*/ 846667 h 1178050"/>
              <a:gd name="connsiteX24" fmla="*/ 1212098 w 1349685"/>
              <a:gd name="connsiteY24" fmla="*/ 955675 h 1178050"/>
              <a:gd name="connsiteX25" fmla="*/ 1243847 w 1349685"/>
              <a:gd name="connsiteY25" fmla="*/ 1037168 h 1178050"/>
              <a:gd name="connsiteX26" fmla="*/ 1266073 w 1349685"/>
              <a:gd name="connsiteY26" fmla="*/ 1086909 h 1178050"/>
              <a:gd name="connsiteX27" fmla="*/ 1288295 w 1349685"/>
              <a:gd name="connsiteY27" fmla="*/ 1152525 h 1178050"/>
              <a:gd name="connsiteX28" fmla="*/ 1089331 w 1349685"/>
              <a:gd name="connsiteY28" fmla="*/ 1162050 h 1178050"/>
              <a:gd name="connsiteX29" fmla="*/ 842739 w 1349685"/>
              <a:gd name="connsiteY29" fmla="*/ 1177925 h 1178050"/>
              <a:gd name="connsiteX30" fmla="*/ 636364 w 1349685"/>
              <a:gd name="connsiteY30" fmla="*/ 1168400 h 1178050"/>
              <a:gd name="connsiteX31" fmla="*/ 363314 w 1349685"/>
              <a:gd name="connsiteY31" fmla="*/ 1149350 h 1178050"/>
              <a:gd name="connsiteX32" fmla="*/ 118839 w 1349685"/>
              <a:gd name="connsiteY32" fmla="*/ 1130300 h 1178050"/>
              <a:gd name="connsiteX33" fmla="*/ 69097 w 1349685"/>
              <a:gd name="connsiteY33" fmla="*/ 1108075 h 1178050"/>
              <a:gd name="connsiteX34" fmla="*/ 45814 w 1349685"/>
              <a:gd name="connsiteY34" fmla="*/ 1050925 h 1178050"/>
              <a:gd name="connsiteX35" fmla="*/ 33114 w 1349685"/>
              <a:gd name="connsiteY35" fmla="*/ 930275 h 1178050"/>
              <a:gd name="connsiteX36" fmla="*/ 17239 w 1349685"/>
              <a:gd name="connsiteY36" fmla="*/ 704850 h 1178050"/>
              <a:gd name="connsiteX37" fmla="*/ 7714 w 1349685"/>
              <a:gd name="connsiteY37" fmla="*/ 425450 h 1178050"/>
              <a:gd name="connsiteX38" fmla="*/ 4539 w 1349685"/>
              <a:gd name="connsiteY38" fmla="*/ 266700 h 1178050"/>
              <a:gd name="connsiteX39" fmla="*/ 2422 w 1349685"/>
              <a:gd name="connsiteY39" fmla="*/ 70908 h 1178050"/>
              <a:gd name="connsiteX40" fmla="*/ 46872 w 1349685"/>
              <a:gd name="connsiteY40" fmla="*/ 8467 h 1178050"/>
              <a:gd name="connsiteX0" fmla="*/ 46872 w 1353174"/>
              <a:gd name="connsiteY0" fmla="*/ 8467 h 1178050"/>
              <a:gd name="connsiteX1" fmla="*/ 391889 w 1353174"/>
              <a:gd name="connsiteY1" fmla="*/ 0 h 1178050"/>
              <a:gd name="connsiteX2" fmla="*/ 696689 w 1353174"/>
              <a:gd name="connsiteY2" fmla="*/ 0 h 1178050"/>
              <a:gd name="connsiteX3" fmla="*/ 1004664 w 1353174"/>
              <a:gd name="connsiteY3" fmla="*/ 9525 h 1178050"/>
              <a:gd name="connsiteX4" fmla="*/ 1182464 w 1353174"/>
              <a:gd name="connsiteY4" fmla="*/ 12700 h 1178050"/>
              <a:gd name="connsiteX5" fmla="*/ 1260781 w 1353174"/>
              <a:gd name="connsiteY5" fmla="*/ 14817 h 1178050"/>
              <a:gd name="connsiteX6" fmla="*/ 1249139 w 1353174"/>
              <a:gd name="connsiteY6" fmla="*/ 51859 h 1178050"/>
              <a:gd name="connsiteX7" fmla="*/ 1211039 w 1353174"/>
              <a:gd name="connsiteY7" fmla="*/ 139700 h 1178050"/>
              <a:gd name="connsiteX8" fmla="*/ 1170823 w 1353174"/>
              <a:gd name="connsiteY8" fmla="*/ 247650 h 1178050"/>
              <a:gd name="connsiteX9" fmla="*/ 1144364 w 1353174"/>
              <a:gd name="connsiteY9" fmla="*/ 342900 h 1178050"/>
              <a:gd name="connsiteX10" fmla="*/ 1142248 w 1353174"/>
              <a:gd name="connsiteY10" fmla="*/ 431800 h 1178050"/>
              <a:gd name="connsiteX11" fmla="*/ 1158123 w 1353174"/>
              <a:gd name="connsiteY11" fmla="*/ 505883 h 1178050"/>
              <a:gd name="connsiteX12" fmla="*/ 1220565 w 1353174"/>
              <a:gd name="connsiteY12" fmla="*/ 439210 h 1178050"/>
              <a:gd name="connsiteX13" fmla="*/ 1304171 w 1353174"/>
              <a:gd name="connsiteY13" fmla="*/ 433917 h 1178050"/>
              <a:gd name="connsiteX14" fmla="*/ 1339096 w 1353174"/>
              <a:gd name="connsiteY14" fmla="*/ 482600 h 1178050"/>
              <a:gd name="connsiteX15" fmla="*/ 1349681 w 1353174"/>
              <a:gd name="connsiteY15" fmla="*/ 551392 h 1178050"/>
              <a:gd name="connsiteX16" fmla="*/ 1350740 w 1353174"/>
              <a:gd name="connsiteY16" fmla="*/ 633942 h 1178050"/>
              <a:gd name="connsiteX17" fmla="*/ 1318989 w 1353174"/>
              <a:gd name="connsiteY17" fmla="*/ 692149 h 1178050"/>
              <a:gd name="connsiteX18" fmla="*/ 1288297 w 1353174"/>
              <a:gd name="connsiteY18" fmla="*/ 720725 h 1178050"/>
              <a:gd name="connsiteX19" fmla="*/ 1236439 w 1353174"/>
              <a:gd name="connsiteY19" fmla="*/ 710141 h 1178050"/>
              <a:gd name="connsiteX20" fmla="*/ 1173997 w 1353174"/>
              <a:gd name="connsiteY20" fmla="*/ 669924 h 1178050"/>
              <a:gd name="connsiteX21" fmla="*/ 1171879 w 1353174"/>
              <a:gd name="connsiteY21" fmla="*/ 713318 h 1178050"/>
              <a:gd name="connsiteX22" fmla="*/ 1178231 w 1353174"/>
              <a:gd name="connsiteY22" fmla="*/ 771526 h 1178050"/>
              <a:gd name="connsiteX23" fmla="*/ 1190931 w 1353174"/>
              <a:gd name="connsiteY23" fmla="*/ 846667 h 1178050"/>
              <a:gd name="connsiteX24" fmla="*/ 1212098 w 1353174"/>
              <a:gd name="connsiteY24" fmla="*/ 955675 h 1178050"/>
              <a:gd name="connsiteX25" fmla="*/ 1243847 w 1353174"/>
              <a:gd name="connsiteY25" fmla="*/ 1037168 h 1178050"/>
              <a:gd name="connsiteX26" fmla="*/ 1266073 w 1353174"/>
              <a:gd name="connsiteY26" fmla="*/ 1086909 h 1178050"/>
              <a:gd name="connsiteX27" fmla="*/ 1288295 w 1353174"/>
              <a:gd name="connsiteY27" fmla="*/ 1152525 h 1178050"/>
              <a:gd name="connsiteX28" fmla="*/ 1089331 w 1353174"/>
              <a:gd name="connsiteY28" fmla="*/ 1162050 h 1178050"/>
              <a:gd name="connsiteX29" fmla="*/ 842739 w 1353174"/>
              <a:gd name="connsiteY29" fmla="*/ 1177925 h 1178050"/>
              <a:gd name="connsiteX30" fmla="*/ 636364 w 1353174"/>
              <a:gd name="connsiteY30" fmla="*/ 1168400 h 1178050"/>
              <a:gd name="connsiteX31" fmla="*/ 363314 w 1353174"/>
              <a:gd name="connsiteY31" fmla="*/ 1149350 h 1178050"/>
              <a:gd name="connsiteX32" fmla="*/ 118839 w 1353174"/>
              <a:gd name="connsiteY32" fmla="*/ 1130300 h 1178050"/>
              <a:gd name="connsiteX33" fmla="*/ 69097 w 1353174"/>
              <a:gd name="connsiteY33" fmla="*/ 1108075 h 1178050"/>
              <a:gd name="connsiteX34" fmla="*/ 45814 w 1353174"/>
              <a:gd name="connsiteY34" fmla="*/ 1050925 h 1178050"/>
              <a:gd name="connsiteX35" fmla="*/ 33114 w 1353174"/>
              <a:gd name="connsiteY35" fmla="*/ 930275 h 1178050"/>
              <a:gd name="connsiteX36" fmla="*/ 17239 w 1353174"/>
              <a:gd name="connsiteY36" fmla="*/ 704850 h 1178050"/>
              <a:gd name="connsiteX37" fmla="*/ 7714 w 1353174"/>
              <a:gd name="connsiteY37" fmla="*/ 425450 h 1178050"/>
              <a:gd name="connsiteX38" fmla="*/ 4539 w 1353174"/>
              <a:gd name="connsiteY38" fmla="*/ 266700 h 1178050"/>
              <a:gd name="connsiteX39" fmla="*/ 2422 w 1353174"/>
              <a:gd name="connsiteY39" fmla="*/ 70908 h 1178050"/>
              <a:gd name="connsiteX40" fmla="*/ 46872 w 1353174"/>
              <a:gd name="connsiteY40" fmla="*/ 8467 h 1178050"/>
              <a:gd name="connsiteX0" fmla="*/ 46872 w 1351924"/>
              <a:gd name="connsiteY0" fmla="*/ 8467 h 1178050"/>
              <a:gd name="connsiteX1" fmla="*/ 391889 w 1351924"/>
              <a:gd name="connsiteY1" fmla="*/ 0 h 1178050"/>
              <a:gd name="connsiteX2" fmla="*/ 696689 w 1351924"/>
              <a:gd name="connsiteY2" fmla="*/ 0 h 1178050"/>
              <a:gd name="connsiteX3" fmla="*/ 1004664 w 1351924"/>
              <a:gd name="connsiteY3" fmla="*/ 9525 h 1178050"/>
              <a:gd name="connsiteX4" fmla="*/ 1182464 w 1351924"/>
              <a:gd name="connsiteY4" fmla="*/ 12700 h 1178050"/>
              <a:gd name="connsiteX5" fmla="*/ 1260781 w 1351924"/>
              <a:gd name="connsiteY5" fmla="*/ 14817 h 1178050"/>
              <a:gd name="connsiteX6" fmla="*/ 1249139 w 1351924"/>
              <a:gd name="connsiteY6" fmla="*/ 51859 h 1178050"/>
              <a:gd name="connsiteX7" fmla="*/ 1211039 w 1351924"/>
              <a:gd name="connsiteY7" fmla="*/ 139700 h 1178050"/>
              <a:gd name="connsiteX8" fmla="*/ 1170823 w 1351924"/>
              <a:gd name="connsiteY8" fmla="*/ 247650 h 1178050"/>
              <a:gd name="connsiteX9" fmla="*/ 1144364 w 1351924"/>
              <a:gd name="connsiteY9" fmla="*/ 342900 h 1178050"/>
              <a:gd name="connsiteX10" fmla="*/ 1142248 w 1351924"/>
              <a:gd name="connsiteY10" fmla="*/ 431800 h 1178050"/>
              <a:gd name="connsiteX11" fmla="*/ 1158123 w 1351924"/>
              <a:gd name="connsiteY11" fmla="*/ 505883 h 1178050"/>
              <a:gd name="connsiteX12" fmla="*/ 1220565 w 1351924"/>
              <a:gd name="connsiteY12" fmla="*/ 439210 h 1178050"/>
              <a:gd name="connsiteX13" fmla="*/ 1304171 w 1351924"/>
              <a:gd name="connsiteY13" fmla="*/ 433917 h 1178050"/>
              <a:gd name="connsiteX14" fmla="*/ 1339096 w 1351924"/>
              <a:gd name="connsiteY14" fmla="*/ 482600 h 1178050"/>
              <a:gd name="connsiteX15" fmla="*/ 1349681 w 1351924"/>
              <a:gd name="connsiteY15" fmla="*/ 551392 h 1178050"/>
              <a:gd name="connsiteX16" fmla="*/ 1350740 w 1351924"/>
              <a:gd name="connsiteY16" fmla="*/ 633942 h 1178050"/>
              <a:gd name="connsiteX17" fmla="*/ 1335922 w 1351924"/>
              <a:gd name="connsiteY17" fmla="*/ 698499 h 1178050"/>
              <a:gd name="connsiteX18" fmla="*/ 1288297 w 1351924"/>
              <a:gd name="connsiteY18" fmla="*/ 720725 h 1178050"/>
              <a:gd name="connsiteX19" fmla="*/ 1236439 w 1351924"/>
              <a:gd name="connsiteY19" fmla="*/ 710141 h 1178050"/>
              <a:gd name="connsiteX20" fmla="*/ 1173997 w 1351924"/>
              <a:gd name="connsiteY20" fmla="*/ 669924 h 1178050"/>
              <a:gd name="connsiteX21" fmla="*/ 1171879 w 1351924"/>
              <a:gd name="connsiteY21" fmla="*/ 713318 h 1178050"/>
              <a:gd name="connsiteX22" fmla="*/ 1178231 w 1351924"/>
              <a:gd name="connsiteY22" fmla="*/ 771526 h 1178050"/>
              <a:gd name="connsiteX23" fmla="*/ 1190931 w 1351924"/>
              <a:gd name="connsiteY23" fmla="*/ 846667 h 1178050"/>
              <a:gd name="connsiteX24" fmla="*/ 1212098 w 1351924"/>
              <a:gd name="connsiteY24" fmla="*/ 955675 h 1178050"/>
              <a:gd name="connsiteX25" fmla="*/ 1243847 w 1351924"/>
              <a:gd name="connsiteY25" fmla="*/ 1037168 h 1178050"/>
              <a:gd name="connsiteX26" fmla="*/ 1266073 w 1351924"/>
              <a:gd name="connsiteY26" fmla="*/ 1086909 h 1178050"/>
              <a:gd name="connsiteX27" fmla="*/ 1288295 w 1351924"/>
              <a:gd name="connsiteY27" fmla="*/ 1152525 h 1178050"/>
              <a:gd name="connsiteX28" fmla="*/ 1089331 w 1351924"/>
              <a:gd name="connsiteY28" fmla="*/ 1162050 h 1178050"/>
              <a:gd name="connsiteX29" fmla="*/ 842739 w 1351924"/>
              <a:gd name="connsiteY29" fmla="*/ 1177925 h 1178050"/>
              <a:gd name="connsiteX30" fmla="*/ 636364 w 1351924"/>
              <a:gd name="connsiteY30" fmla="*/ 1168400 h 1178050"/>
              <a:gd name="connsiteX31" fmla="*/ 363314 w 1351924"/>
              <a:gd name="connsiteY31" fmla="*/ 1149350 h 1178050"/>
              <a:gd name="connsiteX32" fmla="*/ 118839 w 1351924"/>
              <a:gd name="connsiteY32" fmla="*/ 1130300 h 1178050"/>
              <a:gd name="connsiteX33" fmla="*/ 69097 w 1351924"/>
              <a:gd name="connsiteY33" fmla="*/ 1108075 h 1178050"/>
              <a:gd name="connsiteX34" fmla="*/ 45814 w 1351924"/>
              <a:gd name="connsiteY34" fmla="*/ 1050925 h 1178050"/>
              <a:gd name="connsiteX35" fmla="*/ 33114 w 1351924"/>
              <a:gd name="connsiteY35" fmla="*/ 930275 h 1178050"/>
              <a:gd name="connsiteX36" fmla="*/ 17239 w 1351924"/>
              <a:gd name="connsiteY36" fmla="*/ 704850 h 1178050"/>
              <a:gd name="connsiteX37" fmla="*/ 7714 w 1351924"/>
              <a:gd name="connsiteY37" fmla="*/ 425450 h 1178050"/>
              <a:gd name="connsiteX38" fmla="*/ 4539 w 1351924"/>
              <a:gd name="connsiteY38" fmla="*/ 266700 h 1178050"/>
              <a:gd name="connsiteX39" fmla="*/ 2422 w 1351924"/>
              <a:gd name="connsiteY39" fmla="*/ 70908 h 1178050"/>
              <a:gd name="connsiteX40" fmla="*/ 46872 w 1351924"/>
              <a:gd name="connsiteY40" fmla="*/ 8467 h 1178050"/>
              <a:gd name="connsiteX0" fmla="*/ 46872 w 1364725"/>
              <a:gd name="connsiteY0" fmla="*/ 8467 h 1178050"/>
              <a:gd name="connsiteX1" fmla="*/ 391889 w 1364725"/>
              <a:gd name="connsiteY1" fmla="*/ 0 h 1178050"/>
              <a:gd name="connsiteX2" fmla="*/ 696689 w 1364725"/>
              <a:gd name="connsiteY2" fmla="*/ 0 h 1178050"/>
              <a:gd name="connsiteX3" fmla="*/ 1004664 w 1364725"/>
              <a:gd name="connsiteY3" fmla="*/ 9525 h 1178050"/>
              <a:gd name="connsiteX4" fmla="*/ 1182464 w 1364725"/>
              <a:gd name="connsiteY4" fmla="*/ 12700 h 1178050"/>
              <a:gd name="connsiteX5" fmla="*/ 1260781 w 1364725"/>
              <a:gd name="connsiteY5" fmla="*/ 14817 h 1178050"/>
              <a:gd name="connsiteX6" fmla="*/ 1249139 w 1364725"/>
              <a:gd name="connsiteY6" fmla="*/ 51859 h 1178050"/>
              <a:gd name="connsiteX7" fmla="*/ 1211039 w 1364725"/>
              <a:gd name="connsiteY7" fmla="*/ 139700 h 1178050"/>
              <a:gd name="connsiteX8" fmla="*/ 1170823 w 1364725"/>
              <a:gd name="connsiteY8" fmla="*/ 247650 h 1178050"/>
              <a:gd name="connsiteX9" fmla="*/ 1144364 w 1364725"/>
              <a:gd name="connsiteY9" fmla="*/ 342900 h 1178050"/>
              <a:gd name="connsiteX10" fmla="*/ 1142248 w 1364725"/>
              <a:gd name="connsiteY10" fmla="*/ 431800 h 1178050"/>
              <a:gd name="connsiteX11" fmla="*/ 1158123 w 1364725"/>
              <a:gd name="connsiteY11" fmla="*/ 505883 h 1178050"/>
              <a:gd name="connsiteX12" fmla="*/ 1220565 w 1364725"/>
              <a:gd name="connsiteY12" fmla="*/ 439210 h 1178050"/>
              <a:gd name="connsiteX13" fmla="*/ 1304171 w 1364725"/>
              <a:gd name="connsiteY13" fmla="*/ 433917 h 1178050"/>
              <a:gd name="connsiteX14" fmla="*/ 1339096 w 1364725"/>
              <a:gd name="connsiteY14" fmla="*/ 482600 h 1178050"/>
              <a:gd name="connsiteX15" fmla="*/ 1364497 w 1364725"/>
              <a:gd name="connsiteY15" fmla="*/ 551392 h 1178050"/>
              <a:gd name="connsiteX16" fmla="*/ 1350740 w 1364725"/>
              <a:gd name="connsiteY16" fmla="*/ 633942 h 1178050"/>
              <a:gd name="connsiteX17" fmla="*/ 1335922 w 1364725"/>
              <a:gd name="connsiteY17" fmla="*/ 698499 h 1178050"/>
              <a:gd name="connsiteX18" fmla="*/ 1288297 w 1364725"/>
              <a:gd name="connsiteY18" fmla="*/ 720725 h 1178050"/>
              <a:gd name="connsiteX19" fmla="*/ 1236439 w 1364725"/>
              <a:gd name="connsiteY19" fmla="*/ 710141 h 1178050"/>
              <a:gd name="connsiteX20" fmla="*/ 1173997 w 1364725"/>
              <a:gd name="connsiteY20" fmla="*/ 669924 h 1178050"/>
              <a:gd name="connsiteX21" fmla="*/ 1171879 w 1364725"/>
              <a:gd name="connsiteY21" fmla="*/ 713318 h 1178050"/>
              <a:gd name="connsiteX22" fmla="*/ 1178231 w 1364725"/>
              <a:gd name="connsiteY22" fmla="*/ 771526 h 1178050"/>
              <a:gd name="connsiteX23" fmla="*/ 1190931 w 1364725"/>
              <a:gd name="connsiteY23" fmla="*/ 846667 h 1178050"/>
              <a:gd name="connsiteX24" fmla="*/ 1212098 w 1364725"/>
              <a:gd name="connsiteY24" fmla="*/ 955675 h 1178050"/>
              <a:gd name="connsiteX25" fmla="*/ 1243847 w 1364725"/>
              <a:gd name="connsiteY25" fmla="*/ 1037168 h 1178050"/>
              <a:gd name="connsiteX26" fmla="*/ 1266073 w 1364725"/>
              <a:gd name="connsiteY26" fmla="*/ 1086909 h 1178050"/>
              <a:gd name="connsiteX27" fmla="*/ 1288295 w 1364725"/>
              <a:gd name="connsiteY27" fmla="*/ 1152525 h 1178050"/>
              <a:gd name="connsiteX28" fmla="*/ 1089331 w 1364725"/>
              <a:gd name="connsiteY28" fmla="*/ 1162050 h 1178050"/>
              <a:gd name="connsiteX29" fmla="*/ 842739 w 1364725"/>
              <a:gd name="connsiteY29" fmla="*/ 1177925 h 1178050"/>
              <a:gd name="connsiteX30" fmla="*/ 636364 w 1364725"/>
              <a:gd name="connsiteY30" fmla="*/ 1168400 h 1178050"/>
              <a:gd name="connsiteX31" fmla="*/ 363314 w 1364725"/>
              <a:gd name="connsiteY31" fmla="*/ 1149350 h 1178050"/>
              <a:gd name="connsiteX32" fmla="*/ 118839 w 1364725"/>
              <a:gd name="connsiteY32" fmla="*/ 1130300 h 1178050"/>
              <a:gd name="connsiteX33" fmla="*/ 69097 w 1364725"/>
              <a:gd name="connsiteY33" fmla="*/ 1108075 h 1178050"/>
              <a:gd name="connsiteX34" fmla="*/ 45814 w 1364725"/>
              <a:gd name="connsiteY34" fmla="*/ 1050925 h 1178050"/>
              <a:gd name="connsiteX35" fmla="*/ 33114 w 1364725"/>
              <a:gd name="connsiteY35" fmla="*/ 930275 h 1178050"/>
              <a:gd name="connsiteX36" fmla="*/ 17239 w 1364725"/>
              <a:gd name="connsiteY36" fmla="*/ 704850 h 1178050"/>
              <a:gd name="connsiteX37" fmla="*/ 7714 w 1364725"/>
              <a:gd name="connsiteY37" fmla="*/ 425450 h 1178050"/>
              <a:gd name="connsiteX38" fmla="*/ 4539 w 1364725"/>
              <a:gd name="connsiteY38" fmla="*/ 266700 h 1178050"/>
              <a:gd name="connsiteX39" fmla="*/ 2422 w 1364725"/>
              <a:gd name="connsiteY39" fmla="*/ 70908 h 1178050"/>
              <a:gd name="connsiteX40" fmla="*/ 46872 w 1364725"/>
              <a:gd name="connsiteY40" fmla="*/ 8467 h 1178050"/>
              <a:gd name="connsiteX0" fmla="*/ 46872 w 1364552"/>
              <a:gd name="connsiteY0" fmla="*/ 8467 h 1178050"/>
              <a:gd name="connsiteX1" fmla="*/ 391889 w 1364552"/>
              <a:gd name="connsiteY1" fmla="*/ 0 h 1178050"/>
              <a:gd name="connsiteX2" fmla="*/ 696689 w 1364552"/>
              <a:gd name="connsiteY2" fmla="*/ 0 h 1178050"/>
              <a:gd name="connsiteX3" fmla="*/ 1004664 w 1364552"/>
              <a:gd name="connsiteY3" fmla="*/ 9525 h 1178050"/>
              <a:gd name="connsiteX4" fmla="*/ 1182464 w 1364552"/>
              <a:gd name="connsiteY4" fmla="*/ 12700 h 1178050"/>
              <a:gd name="connsiteX5" fmla="*/ 1260781 w 1364552"/>
              <a:gd name="connsiteY5" fmla="*/ 14817 h 1178050"/>
              <a:gd name="connsiteX6" fmla="*/ 1249139 w 1364552"/>
              <a:gd name="connsiteY6" fmla="*/ 51859 h 1178050"/>
              <a:gd name="connsiteX7" fmla="*/ 1211039 w 1364552"/>
              <a:gd name="connsiteY7" fmla="*/ 139700 h 1178050"/>
              <a:gd name="connsiteX8" fmla="*/ 1170823 w 1364552"/>
              <a:gd name="connsiteY8" fmla="*/ 247650 h 1178050"/>
              <a:gd name="connsiteX9" fmla="*/ 1144364 w 1364552"/>
              <a:gd name="connsiteY9" fmla="*/ 342900 h 1178050"/>
              <a:gd name="connsiteX10" fmla="*/ 1142248 w 1364552"/>
              <a:gd name="connsiteY10" fmla="*/ 431800 h 1178050"/>
              <a:gd name="connsiteX11" fmla="*/ 1158123 w 1364552"/>
              <a:gd name="connsiteY11" fmla="*/ 505883 h 1178050"/>
              <a:gd name="connsiteX12" fmla="*/ 1220565 w 1364552"/>
              <a:gd name="connsiteY12" fmla="*/ 439210 h 1178050"/>
              <a:gd name="connsiteX13" fmla="*/ 1304171 w 1364552"/>
              <a:gd name="connsiteY13" fmla="*/ 433917 h 1178050"/>
              <a:gd name="connsiteX14" fmla="*/ 1345446 w 1364552"/>
              <a:gd name="connsiteY14" fmla="*/ 482600 h 1178050"/>
              <a:gd name="connsiteX15" fmla="*/ 1364497 w 1364552"/>
              <a:gd name="connsiteY15" fmla="*/ 551392 h 1178050"/>
              <a:gd name="connsiteX16" fmla="*/ 1350740 w 1364552"/>
              <a:gd name="connsiteY16" fmla="*/ 633942 h 1178050"/>
              <a:gd name="connsiteX17" fmla="*/ 1335922 w 1364552"/>
              <a:gd name="connsiteY17" fmla="*/ 698499 h 1178050"/>
              <a:gd name="connsiteX18" fmla="*/ 1288297 w 1364552"/>
              <a:gd name="connsiteY18" fmla="*/ 720725 h 1178050"/>
              <a:gd name="connsiteX19" fmla="*/ 1236439 w 1364552"/>
              <a:gd name="connsiteY19" fmla="*/ 710141 h 1178050"/>
              <a:gd name="connsiteX20" fmla="*/ 1173997 w 1364552"/>
              <a:gd name="connsiteY20" fmla="*/ 669924 h 1178050"/>
              <a:gd name="connsiteX21" fmla="*/ 1171879 w 1364552"/>
              <a:gd name="connsiteY21" fmla="*/ 713318 h 1178050"/>
              <a:gd name="connsiteX22" fmla="*/ 1178231 w 1364552"/>
              <a:gd name="connsiteY22" fmla="*/ 771526 h 1178050"/>
              <a:gd name="connsiteX23" fmla="*/ 1190931 w 1364552"/>
              <a:gd name="connsiteY23" fmla="*/ 846667 h 1178050"/>
              <a:gd name="connsiteX24" fmla="*/ 1212098 w 1364552"/>
              <a:gd name="connsiteY24" fmla="*/ 955675 h 1178050"/>
              <a:gd name="connsiteX25" fmla="*/ 1243847 w 1364552"/>
              <a:gd name="connsiteY25" fmla="*/ 1037168 h 1178050"/>
              <a:gd name="connsiteX26" fmla="*/ 1266073 w 1364552"/>
              <a:gd name="connsiteY26" fmla="*/ 1086909 h 1178050"/>
              <a:gd name="connsiteX27" fmla="*/ 1288295 w 1364552"/>
              <a:gd name="connsiteY27" fmla="*/ 1152525 h 1178050"/>
              <a:gd name="connsiteX28" fmla="*/ 1089331 w 1364552"/>
              <a:gd name="connsiteY28" fmla="*/ 1162050 h 1178050"/>
              <a:gd name="connsiteX29" fmla="*/ 842739 w 1364552"/>
              <a:gd name="connsiteY29" fmla="*/ 1177925 h 1178050"/>
              <a:gd name="connsiteX30" fmla="*/ 636364 w 1364552"/>
              <a:gd name="connsiteY30" fmla="*/ 1168400 h 1178050"/>
              <a:gd name="connsiteX31" fmla="*/ 363314 w 1364552"/>
              <a:gd name="connsiteY31" fmla="*/ 1149350 h 1178050"/>
              <a:gd name="connsiteX32" fmla="*/ 118839 w 1364552"/>
              <a:gd name="connsiteY32" fmla="*/ 1130300 h 1178050"/>
              <a:gd name="connsiteX33" fmla="*/ 69097 w 1364552"/>
              <a:gd name="connsiteY33" fmla="*/ 1108075 h 1178050"/>
              <a:gd name="connsiteX34" fmla="*/ 45814 w 1364552"/>
              <a:gd name="connsiteY34" fmla="*/ 1050925 h 1178050"/>
              <a:gd name="connsiteX35" fmla="*/ 33114 w 1364552"/>
              <a:gd name="connsiteY35" fmla="*/ 930275 h 1178050"/>
              <a:gd name="connsiteX36" fmla="*/ 17239 w 1364552"/>
              <a:gd name="connsiteY36" fmla="*/ 704850 h 1178050"/>
              <a:gd name="connsiteX37" fmla="*/ 7714 w 1364552"/>
              <a:gd name="connsiteY37" fmla="*/ 425450 h 1178050"/>
              <a:gd name="connsiteX38" fmla="*/ 4539 w 1364552"/>
              <a:gd name="connsiteY38" fmla="*/ 266700 h 1178050"/>
              <a:gd name="connsiteX39" fmla="*/ 2422 w 1364552"/>
              <a:gd name="connsiteY39" fmla="*/ 70908 h 1178050"/>
              <a:gd name="connsiteX40" fmla="*/ 46872 w 1364552"/>
              <a:gd name="connsiteY40" fmla="*/ 8467 h 1178050"/>
              <a:gd name="connsiteX0" fmla="*/ 46872 w 1371475"/>
              <a:gd name="connsiteY0" fmla="*/ 8467 h 1178050"/>
              <a:gd name="connsiteX1" fmla="*/ 391889 w 1371475"/>
              <a:gd name="connsiteY1" fmla="*/ 0 h 1178050"/>
              <a:gd name="connsiteX2" fmla="*/ 696689 w 1371475"/>
              <a:gd name="connsiteY2" fmla="*/ 0 h 1178050"/>
              <a:gd name="connsiteX3" fmla="*/ 1004664 w 1371475"/>
              <a:gd name="connsiteY3" fmla="*/ 9525 h 1178050"/>
              <a:gd name="connsiteX4" fmla="*/ 1182464 w 1371475"/>
              <a:gd name="connsiteY4" fmla="*/ 12700 h 1178050"/>
              <a:gd name="connsiteX5" fmla="*/ 1260781 w 1371475"/>
              <a:gd name="connsiteY5" fmla="*/ 14817 h 1178050"/>
              <a:gd name="connsiteX6" fmla="*/ 1249139 w 1371475"/>
              <a:gd name="connsiteY6" fmla="*/ 51859 h 1178050"/>
              <a:gd name="connsiteX7" fmla="*/ 1211039 w 1371475"/>
              <a:gd name="connsiteY7" fmla="*/ 139700 h 1178050"/>
              <a:gd name="connsiteX8" fmla="*/ 1170823 w 1371475"/>
              <a:gd name="connsiteY8" fmla="*/ 247650 h 1178050"/>
              <a:gd name="connsiteX9" fmla="*/ 1144364 w 1371475"/>
              <a:gd name="connsiteY9" fmla="*/ 342900 h 1178050"/>
              <a:gd name="connsiteX10" fmla="*/ 1142248 w 1371475"/>
              <a:gd name="connsiteY10" fmla="*/ 431800 h 1178050"/>
              <a:gd name="connsiteX11" fmla="*/ 1158123 w 1371475"/>
              <a:gd name="connsiteY11" fmla="*/ 505883 h 1178050"/>
              <a:gd name="connsiteX12" fmla="*/ 1220565 w 1371475"/>
              <a:gd name="connsiteY12" fmla="*/ 439210 h 1178050"/>
              <a:gd name="connsiteX13" fmla="*/ 1304171 w 1371475"/>
              <a:gd name="connsiteY13" fmla="*/ 433917 h 1178050"/>
              <a:gd name="connsiteX14" fmla="*/ 1345446 w 1371475"/>
              <a:gd name="connsiteY14" fmla="*/ 482600 h 1178050"/>
              <a:gd name="connsiteX15" fmla="*/ 1364497 w 1371475"/>
              <a:gd name="connsiteY15" fmla="*/ 551392 h 1178050"/>
              <a:gd name="connsiteX16" fmla="*/ 1370847 w 1371475"/>
              <a:gd name="connsiteY16" fmla="*/ 615950 h 1178050"/>
              <a:gd name="connsiteX17" fmla="*/ 1350740 w 1371475"/>
              <a:gd name="connsiteY17" fmla="*/ 633942 h 1178050"/>
              <a:gd name="connsiteX18" fmla="*/ 1335922 w 1371475"/>
              <a:gd name="connsiteY18" fmla="*/ 698499 h 1178050"/>
              <a:gd name="connsiteX19" fmla="*/ 1288297 w 1371475"/>
              <a:gd name="connsiteY19" fmla="*/ 720725 h 1178050"/>
              <a:gd name="connsiteX20" fmla="*/ 1236439 w 1371475"/>
              <a:gd name="connsiteY20" fmla="*/ 710141 h 1178050"/>
              <a:gd name="connsiteX21" fmla="*/ 1173997 w 1371475"/>
              <a:gd name="connsiteY21" fmla="*/ 669924 h 1178050"/>
              <a:gd name="connsiteX22" fmla="*/ 1171879 w 1371475"/>
              <a:gd name="connsiteY22" fmla="*/ 713318 h 1178050"/>
              <a:gd name="connsiteX23" fmla="*/ 1178231 w 1371475"/>
              <a:gd name="connsiteY23" fmla="*/ 771526 h 1178050"/>
              <a:gd name="connsiteX24" fmla="*/ 1190931 w 1371475"/>
              <a:gd name="connsiteY24" fmla="*/ 846667 h 1178050"/>
              <a:gd name="connsiteX25" fmla="*/ 1212098 w 1371475"/>
              <a:gd name="connsiteY25" fmla="*/ 955675 h 1178050"/>
              <a:gd name="connsiteX26" fmla="*/ 1243847 w 1371475"/>
              <a:gd name="connsiteY26" fmla="*/ 1037168 h 1178050"/>
              <a:gd name="connsiteX27" fmla="*/ 1266073 w 1371475"/>
              <a:gd name="connsiteY27" fmla="*/ 1086909 h 1178050"/>
              <a:gd name="connsiteX28" fmla="*/ 1288295 w 1371475"/>
              <a:gd name="connsiteY28" fmla="*/ 1152525 h 1178050"/>
              <a:gd name="connsiteX29" fmla="*/ 1089331 w 1371475"/>
              <a:gd name="connsiteY29" fmla="*/ 1162050 h 1178050"/>
              <a:gd name="connsiteX30" fmla="*/ 842739 w 1371475"/>
              <a:gd name="connsiteY30" fmla="*/ 1177925 h 1178050"/>
              <a:gd name="connsiteX31" fmla="*/ 636364 w 1371475"/>
              <a:gd name="connsiteY31" fmla="*/ 1168400 h 1178050"/>
              <a:gd name="connsiteX32" fmla="*/ 363314 w 1371475"/>
              <a:gd name="connsiteY32" fmla="*/ 1149350 h 1178050"/>
              <a:gd name="connsiteX33" fmla="*/ 118839 w 1371475"/>
              <a:gd name="connsiteY33" fmla="*/ 1130300 h 1178050"/>
              <a:gd name="connsiteX34" fmla="*/ 69097 w 1371475"/>
              <a:gd name="connsiteY34" fmla="*/ 1108075 h 1178050"/>
              <a:gd name="connsiteX35" fmla="*/ 45814 w 1371475"/>
              <a:gd name="connsiteY35" fmla="*/ 1050925 h 1178050"/>
              <a:gd name="connsiteX36" fmla="*/ 33114 w 1371475"/>
              <a:gd name="connsiteY36" fmla="*/ 930275 h 1178050"/>
              <a:gd name="connsiteX37" fmla="*/ 17239 w 1371475"/>
              <a:gd name="connsiteY37" fmla="*/ 704850 h 1178050"/>
              <a:gd name="connsiteX38" fmla="*/ 7714 w 1371475"/>
              <a:gd name="connsiteY38" fmla="*/ 425450 h 1178050"/>
              <a:gd name="connsiteX39" fmla="*/ 4539 w 1371475"/>
              <a:gd name="connsiteY39" fmla="*/ 266700 h 1178050"/>
              <a:gd name="connsiteX40" fmla="*/ 2422 w 1371475"/>
              <a:gd name="connsiteY40" fmla="*/ 70908 h 1178050"/>
              <a:gd name="connsiteX41" fmla="*/ 46872 w 1371475"/>
              <a:gd name="connsiteY41" fmla="*/ 8467 h 1178050"/>
              <a:gd name="connsiteX0" fmla="*/ 46872 w 1372153"/>
              <a:gd name="connsiteY0" fmla="*/ 8467 h 1178050"/>
              <a:gd name="connsiteX1" fmla="*/ 391889 w 1372153"/>
              <a:gd name="connsiteY1" fmla="*/ 0 h 1178050"/>
              <a:gd name="connsiteX2" fmla="*/ 696689 w 1372153"/>
              <a:gd name="connsiteY2" fmla="*/ 0 h 1178050"/>
              <a:gd name="connsiteX3" fmla="*/ 1004664 w 1372153"/>
              <a:gd name="connsiteY3" fmla="*/ 9525 h 1178050"/>
              <a:gd name="connsiteX4" fmla="*/ 1182464 w 1372153"/>
              <a:gd name="connsiteY4" fmla="*/ 12700 h 1178050"/>
              <a:gd name="connsiteX5" fmla="*/ 1260781 w 1372153"/>
              <a:gd name="connsiteY5" fmla="*/ 14817 h 1178050"/>
              <a:gd name="connsiteX6" fmla="*/ 1249139 w 1372153"/>
              <a:gd name="connsiteY6" fmla="*/ 51859 h 1178050"/>
              <a:gd name="connsiteX7" fmla="*/ 1211039 w 1372153"/>
              <a:gd name="connsiteY7" fmla="*/ 139700 h 1178050"/>
              <a:gd name="connsiteX8" fmla="*/ 1170823 w 1372153"/>
              <a:gd name="connsiteY8" fmla="*/ 247650 h 1178050"/>
              <a:gd name="connsiteX9" fmla="*/ 1144364 w 1372153"/>
              <a:gd name="connsiteY9" fmla="*/ 342900 h 1178050"/>
              <a:gd name="connsiteX10" fmla="*/ 1142248 w 1372153"/>
              <a:gd name="connsiteY10" fmla="*/ 431800 h 1178050"/>
              <a:gd name="connsiteX11" fmla="*/ 1158123 w 1372153"/>
              <a:gd name="connsiteY11" fmla="*/ 505883 h 1178050"/>
              <a:gd name="connsiteX12" fmla="*/ 1220565 w 1372153"/>
              <a:gd name="connsiteY12" fmla="*/ 439210 h 1178050"/>
              <a:gd name="connsiteX13" fmla="*/ 1304171 w 1372153"/>
              <a:gd name="connsiteY13" fmla="*/ 433917 h 1178050"/>
              <a:gd name="connsiteX14" fmla="*/ 1345446 w 1372153"/>
              <a:gd name="connsiteY14" fmla="*/ 482600 h 1178050"/>
              <a:gd name="connsiteX15" fmla="*/ 1364497 w 1372153"/>
              <a:gd name="connsiteY15" fmla="*/ 551392 h 1178050"/>
              <a:gd name="connsiteX16" fmla="*/ 1370847 w 1372153"/>
              <a:gd name="connsiteY16" fmla="*/ 615950 h 1178050"/>
              <a:gd name="connsiteX17" fmla="*/ 1369790 w 1372153"/>
              <a:gd name="connsiteY17" fmla="*/ 642408 h 1178050"/>
              <a:gd name="connsiteX18" fmla="*/ 1335922 w 1372153"/>
              <a:gd name="connsiteY18" fmla="*/ 698499 h 1178050"/>
              <a:gd name="connsiteX19" fmla="*/ 1288297 w 1372153"/>
              <a:gd name="connsiteY19" fmla="*/ 720725 h 1178050"/>
              <a:gd name="connsiteX20" fmla="*/ 1236439 w 1372153"/>
              <a:gd name="connsiteY20" fmla="*/ 710141 h 1178050"/>
              <a:gd name="connsiteX21" fmla="*/ 1173997 w 1372153"/>
              <a:gd name="connsiteY21" fmla="*/ 669924 h 1178050"/>
              <a:gd name="connsiteX22" fmla="*/ 1171879 w 1372153"/>
              <a:gd name="connsiteY22" fmla="*/ 713318 h 1178050"/>
              <a:gd name="connsiteX23" fmla="*/ 1178231 w 1372153"/>
              <a:gd name="connsiteY23" fmla="*/ 771526 h 1178050"/>
              <a:gd name="connsiteX24" fmla="*/ 1190931 w 1372153"/>
              <a:gd name="connsiteY24" fmla="*/ 846667 h 1178050"/>
              <a:gd name="connsiteX25" fmla="*/ 1212098 w 1372153"/>
              <a:gd name="connsiteY25" fmla="*/ 955675 h 1178050"/>
              <a:gd name="connsiteX26" fmla="*/ 1243847 w 1372153"/>
              <a:gd name="connsiteY26" fmla="*/ 1037168 h 1178050"/>
              <a:gd name="connsiteX27" fmla="*/ 1266073 w 1372153"/>
              <a:gd name="connsiteY27" fmla="*/ 1086909 h 1178050"/>
              <a:gd name="connsiteX28" fmla="*/ 1288295 w 1372153"/>
              <a:gd name="connsiteY28" fmla="*/ 1152525 h 1178050"/>
              <a:gd name="connsiteX29" fmla="*/ 1089331 w 1372153"/>
              <a:gd name="connsiteY29" fmla="*/ 1162050 h 1178050"/>
              <a:gd name="connsiteX30" fmla="*/ 842739 w 1372153"/>
              <a:gd name="connsiteY30" fmla="*/ 1177925 h 1178050"/>
              <a:gd name="connsiteX31" fmla="*/ 636364 w 1372153"/>
              <a:gd name="connsiteY31" fmla="*/ 1168400 h 1178050"/>
              <a:gd name="connsiteX32" fmla="*/ 363314 w 1372153"/>
              <a:gd name="connsiteY32" fmla="*/ 1149350 h 1178050"/>
              <a:gd name="connsiteX33" fmla="*/ 118839 w 1372153"/>
              <a:gd name="connsiteY33" fmla="*/ 1130300 h 1178050"/>
              <a:gd name="connsiteX34" fmla="*/ 69097 w 1372153"/>
              <a:gd name="connsiteY34" fmla="*/ 1108075 h 1178050"/>
              <a:gd name="connsiteX35" fmla="*/ 45814 w 1372153"/>
              <a:gd name="connsiteY35" fmla="*/ 1050925 h 1178050"/>
              <a:gd name="connsiteX36" fmla="*/ 33114 w 1372153"/>
              <a:gd name="connsiteY36" fmla="*/ 930275 h 1178050"/>
              <a:gd name="connsiteX37" fmla="*/ 17239 w 1372153"/>
              <a:gd name="connsiteY37" fmla="*/ 704850 h 1178050"/>
              <a:gd name="connsiteX38" fmla="*/ 7714 w 1372153"/>
              <a:gd name="connsiteY38" fmla="*/ 425450 h 1178050"/>
              <a:gd name="connsiteX39" fmla="*/ 4539 w 1372153"/>
              <a:gd name="connsiteY39" fmla="*/ 266700 h 1178050"/>
              <a:gd name="connsiteX40" fmla="*/ 2422 w 1372153"/>
              <a:gd name="connsiteY40" fmla="*/ 70908 h 1178050"/>
              <a:gd name="connsiteX41" fmla="*/ 46872 w 1372153"/>
              <a:gd name="connsiteY41" fmla="*/ 8467 h 1178050"/>
              <a:gd name="connsiteX0" fmla="*/ 46872 w 1371475"/>
              <a:gd name="connsiteY0" fmla="*/ 8467 h 1178050"/>
              <a:gd name="connsiteX1" fmla="*/ 391889 w 1371475"/>
              <a:gd name="connsiteY1" fmla="*/ 0 h 1178050"/>
              <a:gd name="connsiteX2" fmla="*/ 696689 w 1371475"/>
              <a:gd name="connsiteY2" fmla="*/ 0 h 1178050"/>
              <a:gd name="connsiteX3" fmla="*/ 1004664 w 1371475"/>
              <a:gd name="connsiteY3" fmla="*/ 9525 h 1178050"/>
              <a:gd name="connsiteX4" fmla="*/ 1182464 w 1371475"/>
              <a:gd name="connsiteY4" fmla="*/ 12700 h 1178050"/>
              <a:gd name="connsiteX5" fmla="*/ 1260781 w 1371475"/>
              <a:gd name="connsiteY5" fmla="*/ 14817 h 1178050"/>
              <a:gd name="connsiteX6" fmla="*/ 1249139 w 1371475"/>
              <a:gd name="connsiteY6" fmla="*/ 51859 h 1178050"/>
              <a:gd name="connsiteX7" fmla="*/ 1211039 w 1371475"/>
              <a:gd name="connsiteY7" fmla="*/ 139700 h 1178050"/>
              <a:gd name="connsiteX8" fmla="*/ 1170823 w 1371475"/>
              <a:gd name="connsiteY8" fmla="*/ 247650 h 1178050"/>
              <a:gd name="connsiteX9" fmla="*/ 1144364 w 1371475"/>
              <a:gd name="connsiteY9" fmla="*/ 342900 h 1178050"/>
              <a:gd name="connsiteX10" fmla="*/ 1142248 w 1371475"/>
              <a:gd name="connsiteY10" fmla="*/ 431800 h 1178050"/>
              <a:gd name="connsiteX11" fmla="*/ 1158123 w 1371475"/>
              <a:gd name="connsiteY11" fmla="*/ 505883 h 1178050"/>
              <a:gd name="connsiteX12" fmla="*/ 1220565 w 1371475"/>
              <a:gd name="connsiteY12" fmla="*/ 439210 h 1178050"/>
              <a:gd name="connsiteX13" fmla="*/ 1304171 w 1371475"/>
              <a:gd name="connsiteY13" fmla="*/ 433917 h 1178050"/>
              <a:gd name="connsiteX14" fmla="*/ 1345446 w 1371475"/>
              <a:gd name="connsiteY14" fmla="*/ 482600 h 1178050"/>
              <a:gd name="connsiteX15" fmla="*/ 1364497 w 1371475"/>
              <a:gd name="connsiteY15" fmla="*/ 551392 h 1178050"/>
              <a:gd name="connsiteX16" fmla="*/ 1370847 w 1371475"/>
              <a:gd name="connsiteY16" fmla="*/ 615950 h 1178050"/>
              <a:gd name="connsiteX17" fmla="*/ 1365556 w 1371475"/>
              <a:gd name="connsiteY17" fmla="*/ 657225 h 1178050"/>
              <a:gd name="connsiteX18" fmla="*/ 1335922 w 1371475"/>
              <a:gd name="connsiteY18" fmla="*/ 698499 h 1178050"/>
              <a:gd name="connsiteX19" fmla="*/ 1288297 w 1371475"/>
              <a:gd name="connsiteY19" fmla="*/ 720725 h 1178050"/>
              <a:gd name="connsiteX20" fmla="*/ 1236439 w 1371475"/>
              <a:gd name="connsiteY20" fmla="*/ 710141 h 1178050"/>
              <a:gd name="connsiteX21" fmla="*/ 1173997 w 1371475"/>
              <a:gd name="connsiteY21" fmla="*/ 669924 h 1178050"/>
              <a:gd name="connsiteX22" fmla="*/ 1171879 w 1371475"/>
              <a:gd name="connsiteY22" fmla="*/ 713318 h 1178050"/>
              <a:gd name="connsiteX23" fmla="*/ 1178231 w 1371475"/>
              <a:gd name="connsiteY23" fmla="*/ 771526 h 1178050"/>
              <a:gd name="connsiteX24" fmla="*/ 1190931 w 1371475"/>
              <a:gd name="connsiteY24" fmla="*/ 846667 h 1178050"/>
              <a:gd name="connsiteX25" fmla="*/ 1212098 w 1371475"/>
              <a:gd name="connsiteY25" fmla="*/ 955675 h 1178050"/>
              <a:gd name="connsiteX26" fmla="*/ 1243847 w 1371475"/>
              <a:gd name="connsiteY26" fmla="*/ 1037168 h 1178050"/>
              <a:gd name="connsiteX27" fmla="*/ 1266073 w 1371475"/>
              <a:gd name="connsiteY27" fmla="*/ 1086909 h 1178050"/>
              <a:gd name="connsiteX28" fmla="*/ 1288295 w 1371475"/>
              <a:gd name="connsiteY28" fmla="*/ 1152525 h 1178050"/>
              <a:gd name="connsiteX29" fmla="*/ 1089331 w 1371475"/>
              <a:gd name="connsiteY29" fmla="*/ 1162050 h 1178050"/>
              <a:gd name="connsiteX30" fmla="*/ 842739 w 1371475"/>
              <a:gd name="connsiteY30" fmla="*/ 1177925 h 1178050"/>
              <a:gd name="connsiteX31" fmla="*/ 636364 w 1371475"/>
              <a:gd name="connsiteY31" fmla="*/ 1168400 h 1178050"/>
              <a:gd name="connsiteX32" fmla="*/ 363314 w 1371475"/>
              <a:gd name="connsiteY32" fmla="*/ 1149350 h 1178050"/>
              <a:gd name="connsiteX33" fmla="*/ 118839 w 1371475"/>
              <a:gd name="connsiteY33" fmla="*/ 1130300 h 1178050"/>
              <a:gd name="connsiteX34" fmla="*/ 69097 w 1371475"/>
              <a:gd name="connsiteY34" fmla="*/ 1108075 h 1178050"/>
              <a:gd name="connsiteX35" fmla="*/ 45814 w 1371475"/>
              <a:gd name="connsiteY35" fmla="*/ 1050925 h 1178050"/>
              <a:gd name="connsiteX36" fmla="*/ 33114 w 1371475"/>
              <a:gd name="connsiteY36" fmla="*/ 930275 h 1178050"/>
              <a:gd name="connsiteX37" fmla="*/ 17239 w 1371475"/>
              <a:gd name="connsiteY37" fmla="*/ 704850 h 1178050"/>
              <a:gd name="connsiteX38" fmla="*/ 7714 w 1371475"/>
              <a:gd name="connsiteY38" fmla="*/ 425450 h 1178050"/>
              <a:gd name="connsiteX39" fmla="*/ 4539 w 1371475"/>
              <a:gd name="connsiteY39" fmla="*/ 266700 h 1178050"/>
              <a:gd name="connsiteX40" fmla="*/ 2422 w 1371475"/>
              <a:gd name="connsiteY40" fmla="*/ 70908 h 1178050"/>
              <a:gd name="connsiteX41" fmla="*/ 46872 w 1371475"/>
              <a:gd name="connsiteY41" fmla="*/ 8467 h 1178050"/>
              <a:gd name="connsiteX0" fmla="*/ 46872 w 1375486"/>
              <a:gd name="connsiteY0" fmla="*/ 8467 h 1178050"/>
              <a:gd name="connsiteX1" fmla="*/ 391889 w 1375486"/>
              <a:gd name="connsiteY1" fmla="*/ 0 h 1178050"/>
              <a:gd name="connsiteX2" fmla="*/ 696689 w 1375486"/>
              <a:gd name="connsiteY2" fmla="*/ 0 h 1178050"/>
              <a:gd name="connsiteX3" fmla="*/ 1004664 w 1375486"/>
              <a:gd name="connsiteY3" fmla="*/ 9525 h 1178050"/>
              <a:gd name="connsiteX4" fmla="*/ 1182464 w 1375486"/>
              <a:gd name="connsiteY4" fmla="*/ 12700 h 1178050"/>
              <a:gd name="connsiteX5" fmla="*/ 1260781 w 1375486"/>
              <a:gd name="connsiteY5" fmla="*/ 14817 h 1178050"/>
              <a:gd name="connsiteX6" fmla="*/ 1249139 w 1375486"/>
              <a:gd name="connsiteY6" fmla="*/ 51859 h 1178050"/>
              <a:gd name="connsiteX7" fmla="*/ 1211039 w 1375486"/>
              <a:gd name="connsiteY7" fmla="*/ 139700 h 1178050"/>
              <a:gd name="connsiteX8" fmla="*/ 1170823 w 1375486"/>
              <a:gd name="connsiteY8" fmla="*/ 247650 h 1178050"/>
              <a:gd name="connsiteX9" fmla="*/ 1144364 w 1375486"/>
              <a:gd name="connsiteY9" fmla="*/ 342900 h 1178050"/>
              <a:gd name="connsiteX10" fmla="*/ 1142248 w 1375486"/>
              <a:gd name="connsiteY10" fmla="*/ 431800 h 1178050"/>
              <a:gd name="connsiteX11" fmla="*/ 1158123 w 1375486"/>
              <a:gd name="connsiteY11" fmla="*/ 505883 h 1178050"/>
              <a:gd name="connsiteX12" fmla="*/ 1220565 w 1375486"/>
              <a:gd name="connsiteY12" fmla="*/ 439210 h 1178050"/>
              <a:gd name="connsiteX13" fmla="*/ 1304171 w 1375486"/>
              <a:gd name="connsiteY13" fmla="*/ 433917 h 1178050"/>
              <a:gd name="connsiteX14" fmla="*/ 1345446 w 1375486"/>
              <a:gd name="connsiteY14" fmla="*/ 482600 h 1178050"/>
              <a:gd name="connsiteX15" fmla="*/ 1364497 w 1375486"/>
              <a:gd name="connsiteY15" fmla="*/ 551392 h 1178050"/>
              <a:gd name="connsiteX16" fmla="*/ 1375080 w 1375486"/>
              <a:gd name="connsiteY16" fmla="*/ 594783 h 1178050"/>
              <a:gd name="connsiteX17" fmla="*/ 1365556 w 1375486"/>
              <a:gd name="connsiteY17" fmla="*/ 657225 h 1178050"/>
              <a:gd name="connsiteX18" fmla="*/ 1335922 w 1375486"/>
              <a:gd name="connsiteY18" fmla="*/ 698499 h 1178050"/>
              <a:gd name="connsiteX19" fmla="*/ 1288297 w 1375486"/>
              <a:gd name="connsiteY19" fmla="*/ 720725 h 1178050"/>
              <a:gd name="connsiteX20" fmla="*/ 1236439 w 1375486"/>
              <a:gd name="connsiteY20" fmla="*/ 710141 h 1178050"/>
              <a:gd name="connsiteX21" fmla="*/ 1173997 w 1375486"/>
              <a:gd name="connsiteY21" fmla="*/ 669924 h 1178050"/>
              <a:gd name="connsiteX22" fmla="*/ 1171879 w 1375486"/>
              <a:gd name="connsiteY22" fmla="*/ 713318 h 1178050"/>
              <a:gd name="connsiteX23" fmla="*/ 1178231 w 1375486"/>
              <a:gd name="connsiteY23" fmla="*/ 771526 h 1178050"/>
              <a:gd name="connsiteX24" fmla="*/ 1190931 w 1375486"/>
              <a:gd name="connsiteY24" fmla="*/ 846667 h 1178050"/>
              <a:gd name="connsiteX25" fmla="*/ 1212098 w 1375486"/>
              <a:gd name="connsiteY25" fmla="*/ 955675 h 1178050"/>
              <a:gd name="connsiteX26" fmla="*/ 1243847 w 1375486"/>
              <a:gd name="connsiteY26" fmla="*/ 1037168 h 1178050"/>
              <a:gd name="connsiteX27" fmla="*/ 1266073 w 1375486"/>
              <a:gd name="connsiteY27" fmla="*/ 1086909 h 1178050"/>
              <a:gd name="connsiteX28" fmla="*/ 1288295 w 1375486"/>
              <a:gd name="connsiteY28" fmla="*/ 1152525 h 1178050"/>
              <a:gd name="connsiteX29" fmla="*/ 1089331 w 1375486"/>
              <a:gd name="connsiteY29" fmla="*/ 1162050 h 1178050"/>
              <a:gd name="connsiteX30" fmla="*/ 842739 w 1375486"/>
              <a:gd name="connsiteY30" fmla="*/ 1177925 h 1178050"/>
              <a:gd name="connsiteX31" fmla="*/ 636364 w 1375486"/>
              <a:gd name="connsiteY31" fmla="*/ 1168400 h 1178050"/>
              <a:gd name="connsiteX32" fmla="*/ 363314 w 1375486"/>
              <a:gd name="connsiteY32" fmla="*/ 1149350 h 1178050"/>
              <a:gd name="connsiteX33" fmla="*/ 118839 w 1375486"/>
              <a:gd name="connsiteY33" fmla="*/ 1130300 h 1178050"/>
              <a:gd name="connsiteX34" fmla="*/ 69097 w 1375486"/>
              <a:gd name="connsiteY34" fmla="*/ 1108075 h 1178050"/>
              <a:gd name="connsiteX35" fmla="*/ 45814 w 1375486"/>
              <a:gd name="connsiteY35" fmla="*/ 1050925 h 1178050"/>
              <a:gd name="connsiteX36" fmla="*/ 33114 w 1375486"/>
              <a:gd name="connsiteY36" fmla="*/ 930275 h 1178050"/>
              <a:gd name="connsiteX37" fmla="*/ 17239 w 1375486"/>
              <a:gd name="connsiteY37" fmla="*/ 704850 h 1178050"/>
              <a:gd name="connsiteX38" fmla="*/ 7714 w 1375486"/>
              <a:gd name="connsiteY38" fmla="*/ 425450 h 1178050"/>
              <a:gd name="connsiteX39" fmla="*/ 4539 w 1375486"/>
              <a:gd name="connsiteY39" fmla="*/ 266700 h 1178050"/>
              <a:gd name="connsiteX40" fmla="*/ 2422 w 1375486"/>
              <a:gd name="connsiteY40" fmla="*/ 70908 h 1178050"/>
              <a:gd name="connsiteX41" fmla="*/ 46872 w 1375486"/>
              <a:gd name="connsiteY41" fmla="*/ 8467 h 1178050"/>
              <a:gd name="connsiteX0" fmla="*/ 46872 w 1376110"/>
              <a:gd name="connsiteY0" fmla="*/ 8467 h 1178050"/>
              <a:gd name="connsiteX1" fmla="*/ 391889 w 1376110"/>
              <a:gd name="connsiteY1" fmla="*/ 0 h 1178050"/>
              <a:gd name="connsiteX2" fmla="*/ 696689 w 1376110"/>
              <a:gd name="connsiteY2" fmla="*/ 0 h 1178050"/>
              <a:gd name="connsiteX3" fmla="*/ 1004664 w 1376110"/>
              <a:gd name="connsiteY3" fmla="*/ 9525 h 1178050"/>
              <a:gd name="connsiteX4" fmla="*/ 1182464 w 1376110"/>
              <a:gd name="connsiteY4" fmla="*/ 12700 h 1178050"/>
              <a:gd name="connsiteX5" fmla="*/ 1260781 w 1376110"/>
              <a:gd name="connsiteY5" fmla="*/ 14817 h 1178050"/>
              <a:gd name="connsiteX6" fmla="*/ 1249139 w 1376110"/>
              <a:gd name="connsiteY6" fmla="*/ 51859 h 1178050"/>
              <a:gd name="connsiteX7" fmla="*/ 1211039 w 1376110"/>
              <a:gd name="connsiteY7" fmla="*/ 139700 h 1178050"/>
              <a:gd name="connsiteX8" fmla="*/ 1170823 w 1376110"/>
              <a:gd name="connsiteY8" fmla="*/ 247650 h 1178050"/>
              <a:gd name="connsiteX9" fmla="*/ 1144364 w 1376110"/>
              <a:gd name="connsiteY9" fmla="*/ 342900 h 1178050"/>
              <a:gd name="connsiteX10" fmla="*/ 1142248 w 1376110"/>
              <a:gd name="connsiteY10" fmla="*/ 431800 h 1178050"/>
              <a:gd name="connsiteX11" fmla="*/ 1158123 w 1376110"/>
              <a:gd name="connsiteY11" fmla="*/ 505883 h 1178050"/>
              <a:gd name="connsiteX12" fmla="*/ 1220565 w 1376110"/>
              <a:gd name="connsiteY12" fmla="*/ 439210 h 1178050"/>
              <a:gd name="connsiteX13" fmla="*/ 1304171 w 1376110"/>
              <a:gd name="connsiteY13" fmla="*/ 433917 h 1178050"/>
              <a:gd name="connsiteX14" fmla="*/ 1345446 w 1376110"/>
              <a:gd name="connsiteY14" fmla="*/ 482600 h 1178050"/>
              <a:gd name="connsiteX15" fmla="*/ 1370847 w 1376110"/>
              <a:gd name="connsiteY15" fmla="*/ 536575 h 1178050"/>
              <a:gd name="connsiteX16" fmla="*/ 1375080 w 1376110"/>
              <a:gd name="connsiteY16" fmla="*/ 594783 h 1178050"/>
              <a:gd name="connsiteX17" fmla="*/ 1365556 w 1376110"/>
              <a:gd name="connsiteY17" fmla="*/ 657225 h 1178050"/>
              <a:gd name="connsiteX18" fmla="*/ 1335922 w 1376110"/>
              <a:gd name="connsiteY18" fmla="*/ 698499 h 1178050"/>
              <a:gd name="connsiteX19" fmla="*/ 1288297 w 1376110"/>
              <a:gd name="connsiteY19" fmla="*/ 720725 h 1178050"/>
              <a:gd name="connsiteX20" fmla="*/ 1236439 w 1376110"/>
              <a:gd name="connsiteY20" fmla="*/ 710141 h 1178050"/>
              <a:gd name="connsiteX21" fmla="*/ 1173997 w 1376110"/>
              <a:gd name="connsiteY21" fmla="*/ 669924 h 1178050"/>
              <a:gd name="connsiteX22" fmla="*/ 1171879 w 1376110"/>
              <a:gd name="connsiteY22" fmla="*/ 713318 h 1178050"/>
              <a:gd name="connsiteX23" fmla="*/ 1178231 w 1376110"/>
              <a:gd name="connsiteY23" fmla="*/ 771526 h 1178050"/>
              <a:gd name="connsiteX24" fmla="*/ 1190931 w 1376110"/>
              <a:gd name="connsiteY24" fmla="*/ 846667 h 1178050"/>
              <a:gd name="connsiteX25" fmla="*/ 1212098 w 1376110"/>
              <a:gd name="connsiteY25" fmla="*/ 955675 h 1178050"/>
              <a:gd name="connsiteX26" fmla="*/ 1243847 w 1376110"/>
              <a:gd name="connsiteY26" fmla="*/ 1037168 h 1178050"/>
              <a:gd name="connsiteX27" fmla="*/ 1266073 w 1376110"/>
              <a:gd name="connsiteY27" fmla="*/ 1086909 h 1178050"/>
              <a:gd name="connsiteX28" fmla="*/ 1288295 w 1376110"/>
              <a:gd name="connsiteY28" fmla="*/ 1152525 h 1178050"/>
              <a:gd name="connsiteX29" fmla="*/ 1089331 w 1376110"/>
              <a:gd name="connsiteY29" fmla="*/ 1162050 h 1178050"/>
              <a:gd name="connsiteX30" fmla="*/ 842739 w 1376110"/>
              <a:gd name="connsiteY30" fmla="*/ 1177925 h 1178050"/>
              <a:gd name="connsiteX31" fmla="*/ 636364 w 1376110"/>
              <a:gd name="connsiteY31" fmla="*/ 1168400 h 1178050"/>
              <a:gd name="connsiteX32" fmla="*/ 363314 w 1376110"/>
              <a:gd name="connsiteY32" fmla="*/ 1149350 h 1178050"/>
              <a:gd name="connsiteX33" fmla="*/ 118839 w 1376110"/>
              <a:gd name="connsiteY33" fmla="*/ 1130300 h 1178050"/>
              <a:gd name="connsiteX34" fmla="*/ 69097 w 1376110"/>
              <a:gd name="connsiteY34" fmla="*/ 1108075 h 1178050"/>
              <a:gd name="connsiteX35" fmla="*/ 45814 w 1376110"/>
              <a:gd name="connsiteY35" fmla="*/ 1050925 h 1178050"/>
              <a:gd name="connsiteX36" fmla="*/ 33114 w 1376110"/>
              <a:gd name="connsiteY36" fmla="*/ 930275 h 1178050"/>
              <a:gd name="connsiteX37" fmla="*/ 17239 w 1376110"/>
              <a:gd name="connsiteY37" fmla="*/ 704850 h 1178050"/>
              <a:gd name="connsiteX38" fmla="*/ 7714 w 1376110"/>
              <a:gd name="connsiteY38" fmla="*/ 425450 h 1178050"/>
              <a:gd name="connsiteX39" fmla="*/ 4539 w 1376110"/>
              <a:gd name="connsiteY39" fmla="*/ 266700 h 1178050"/>
              <a:gd name="connsiteX40" fmla="*/ 2422 w 1376110"/>
              <a:gd name="connsiteY40" fmla="*/ 70908 h 1178050"/>
              <a:gd name="connsiteX41" fmla="*/ 46872 w 1376110"/>
              <a:gd name="connsiteY41" fmla="*/ 8467 h 1178050"/>
              <a:gd name="connsiteX0" fmla="*/ 46872 w 1376110"/>
              <a:gd name="connsiteY0" fmla="*/ 8467 h 1168517"/>
              <a:gd name="connsiteX1" fmla="*/ 391889 w 1376110"/>
              <a:gd name="connsiteY1" fmla="*/ 0 h 1168517"/>
              <a:gd name="connsiteX2" fmla="*/ 696689 w 1376110"/>
              <a:gd name="connsiteY2" fmla="*/ 0 h 1168517"/>
              <a:gd name="connsiteX3" fmla="*/ 1004664 w 1376110"/>
              <a:gd name="connsiteY3" fmla="*/ 9525 h 1168517"/>
              <a:gd name="connsiteX4" fmla="*/ 1182464 w 1376110"/>
              <a:gd name="connsiteY4" fmla="*/ 12700 h 1168517"/>
              <a:gd name="connsiteX5" fmla="*/ 1260781 w 1376110"/>
              <a:gd name="connsiteY5" fmla="*/ 14817 h 1168517"/>
              <a:gd name="connsiteX6" fmla="*/ 1249139 w 1376110"/>
              <a:gd name="connsiteY6" fmla="*/ 51859 h 1168517"/>
              <a:gd name="connsiteX7" fmla="*/ 1211039 w 1376110"/>
              <a:gd name="connsiteY7" fmla="*/ 139700 h 1168517"/>
              <a:gd name="connsiteX8" fmla="*/ 1170823 w 1376110"/>
              <a:gd name="connsiteY8" fmla="*/ 247650 h 1168517"/>
              <a:gd name="connsiteX9" fmla="*/ 1144364 w 1376110"/>
              <a:gd name="connsiteY9" fmla="*/ 342900 h 1168517"/>
              <a:gd name="connsiteX10" fmla="*/ 1142248 w 1376110"/>
              <a:gd name="connsiteY10" fmla="*/ 431800 h 1168517"/>
              <a:gd name="connsiteX11" fmla="*/ 1158123 w 1376110"/>
              <a:gd name="connsiteY11" fmla="*/ 505883 h 1168517"/>
              <a:gd name="connsiteX12" fmla="*/ 1220565 w 1376110"/>
              <a:gd name="connsiteY12" fmla="*/ 439210 h 1168517"/>
              <a:gd name="connsiteX13" fmla="*/ 1304171 w 1376110"/>
              <a:gd name="connsiteY13" fmla="*/ 433917 h 1168517"/>
              <a:gd name="connsiteX14" fmla="*/ 1345446 w 1376110"/>
              <a:gd name="connsiteY14" fmla="*/ 482600 h 1168517"/>
              <a:gd name="connsiteX15" fmla="*/ 1370847 w 1376110"/>
              <a:gd name="connsiteY15" fmla="*/ 536575 h 1168517"/>
              <a:gd name="connsiteX16" fmla="*/ 1375080 w 1376110"/>
              <a:gd name="connsiteY16" fmla="*/ 594783 h 1168517"/>
              <a:gd name="connsiteX17" fmla="*/ 1365556 w 1376110"/>
              <a:gd name="connsiteY17" fmla="*/ 657225 h 1168517"/>
              <a:gd name="connsiteX18" fmla="*/ 1335922 w 1376110"/>
              <a:gd name="connsiteY18" fmla="*/ 698499 h 1168517"/>
              <a:gd name="connsiteX19" fmla="*/ 1288297 w 1376110"/>
              <a:gd name="connsiteY19" fmla="*/ 720725 h 1168517"/>
              <a:gd name="connsiteX20" fmla="*/ 1236439 w 1376110"/>
              <a:gd name="connsiteY20" fmla="*/ 710141 h 1168517"/>
              <a:gd name="connsiteX21" fmla="*/ 1173997 w 1376110"/>
              <a:gd name="connsiteY21" fmla="*/ 669924 h 1168517"/>
              <a:gd name="connsiteX22" fmla="*/ 1171879 w 1376110"/>
              <a:gd name="connsiteY22" fmla="*/ 713318 h 1168517"/>
              <a:gd name="connsiteX23" fmla="*/ 1178231 w 1376110"/>
              <a:gd name="connsiteY23" fmla="*/ 771526 h 1168517"/>
              <a:gd name="connsiteX24" fmla="*/ 1190931 w 1376110"/>
              <a:gd name="connsiteY24" fmla="*/ 846667 h 1168517"/>
              <a:gd name="connsiteX25" fmla="*/ 1212098 w 1376110"/>
              <a:gd name="connsiteY25" fmla="*/ 955675 h 1168517"/>
              <a:gd name="connsiteX26" fmla="*/ 1243847 w 1376110"/>
              <a:gd name="connsiteY26" fmla="*/ 1037168 h 1168517"/>
              <a:gd name="connsiteX27" fmla="*/ 1266073 w 1376110"/>
              <a:gd name="connsiteY27" fmla="*/ 1086909 h 1168517"/>
              <a:gd name="connsiteX28" fmla="*/ 1288295 w 1376110"/>
              <a:gd name="connsiteY28" fmla="*/ 1152525 h 1168517"/>
              <a:gd name="connsiteX29" fmla="*/ 1089331 w 1376110"/>
              <a:gd name="connsiteY29" fmla="*/ 1162050 h 1168517"/>
              <a:gd name="connsiteX30" fmla="*/ 852899 w 1376110"/>
              <a:gd name="connsiteY30" fmla="*/ 1157605 h 1168517"/>
              <a:gd name="connsiteX31" fmla="*/ 636364 w 1376110"/>
              <a:gd name="connsiteY31" fmla="*/ 1168400 h 1168517"/>
              <a:gd name="connsiteX32" fmla="*/ 363314 w 1376110"/>
              <a:gd name="connsiteY32" fmla="*/ 1149350 h 1168517"/>
              <a:gd name="connsiteX33" fmla="*/ 118839 w 1376110"/>
              <a:gd name="connsiteY33" fmla="*/ 1130300 h 1168517"/>
              <a:gd name="connsiteX34" fmla="*/ 69097 w 1376110"/>
              <a:gd name="connsiteY34" fmla="*/ 1108075 h 1168517"/>
              <a:gd name="connsiteX35" fmla="*/ 45814 w 1376110"/>
              <a:gd name="connsiteY35" fmla="*/ 1050925 h 1168517"/>
              <a:gd name="connsiteX36" fmla="*/ 33114 w 1376110"/>
              <a:gd name="connsiteY36" fmla="*/ 930275 h 1168517"/>
              <a:gd name="connsiteX37" fmla="*/ 17239 w 1376110"/>
              <a:gd name="connsiteY37" fmla="*/ 704850 h 1168517"/>
              <a:gd name="connsiteX38" fmla="*/ 7714 w 1376110"/>
              <a:gd name="connsiteY38" fmla="*/ 425450 h 1168517"/>
              <a:gd name="connsiteX39" fmla="*/ 4539 w 1376110"/>
              <a:gd name="connsiteY39" fmla="*/ 266700 h 1168517"/>
              <a:gd name="connsiteX40" fmla="*/ 2422 w 1376110"/>
              <a:gd name="connsiteY40" fmla="*/ 70908 h 1168517"/>
              <a:gd name="connsiteX41" fmla="*/ 46872 w 1376110"/>
              <a:gd name="connsiteY41" fmla="*/ 8467 h 1168517"/>
              <a:gd name="connsiteX0" fmla="*/ 46872 w 1376110"/>
              <a:gd name="connsiteY0" fmla="*/ 8467 h 1162237"/>
              <a:gd name="connsiteX1" fmla="*/ 391889 w 1376110"/>
              <a:gd name="connsiteY1" fmla="*/ 0 h 1162237"/>
              <a:gd name="connsiteX2" fmla="*/ 696689 w 1376110"/>
              <a:gd name="connsiteY2" fmla="*/ 0 h 1162237"/>
              <a:gd name="connsiteX3" fmla="*/ 1004664 w 1376110"/>
              <a:gd name="connsiteY3" fmla="*/ 9525 h 1162237"/>
              <a:gd name="connsiteX4" fmla="*/ 1182464 w 1376110"/>
              <a:gd name="connsiteY4" fmla="*/ 12700 h 1162237"/>
              <a:gd name="connsiteX5" fmla="*/ 1260781 w 1376110"/>
              <a:gd name="connsiteY5" fmla="*/ 14817 h 1162237"/>
              <a:gd name="connsiteX6" fmla="*/ 1249139 w 1376110"/>
              <a:gd name="connsiteY6" fmla="*/ 51859 h 1162237"/>
              <a:gd name="connsiteX7" fmla="*/ 1211039 w 1376110"/>
              <a:gd name="connsiteY7" fmla="*/ 139700 h 1162237"/>
              <a:gd name="connsiteX8" fmla="*/ 1170823 w 1376110"/>
              <a:gd name="connsiteY8" fmla="*/ 247650 h 1162237"/>
              <a:gd name="connsiteX9" fmla="*/ 1144364 w 1376110"/>
              <a:gd name="connsiteY9" fmla="*/ 342900 h 1162237"/>
              <a:gd name="connsiteX10" fmla="*/ 1142248 w 1376110"/>
              <a:gd name="connsiteY10" fmla="*/ 431800 h 1162237"/>
              <a:gd name="connsiteX11" fmla="*/ 1158123 w 1376110"/>
              <a:gd name="connsiteY11" fmla="*/ 505883 h 1162237"/>
              <a:gd name="connsiteX12" fmla="*/ 1220565 w 1376110"/>
              <a:gd name="connsiteY12" fmla="*/ 439210 h 1162237"/>
              <a:gd name="connsiteX13" fmla="*/ 1304171 w 1376110"/>
              <a:gd name="connsiteY13" fmla="*/ 433917 h 1162237"/>
              <a:gd name="connsiteX14" fmla="*/ 1345446 w 1376110"/>
              <a:gd name="connsiteY14" fmla="*/ 482600 h 1162237"/>
              <a:gd name="connsiteX15" fmla="*/ 1370847 w 1376110"/>
              <a:gd name="connsiteY15" fmla="*/ 536575 h 1162237"/>
              <a:gd name="connsiteX16" fmla="*/ 1375080 w 1376110"/>
              <a:gd name="connsiteY16" fmla="*/ 594783 h 1162237"/>
              <a:gd name="connsiteX17" fmla="*/ 1365556 w 1376110"/>
              <a:gd name="connsiteY17" fmla="*/ 657225 h 1162237"/>
              <a:gd name="connsiteX18" fmla="*/ 1335922 w 1376110"/>
              <a:gd name="connsiteY18" fmla="*/ 698499 h 1162237"/>
              <a:gd name="connsiteX19" fmla="*/ 1288297 w 1376110"/>
              <a:gd name="connsiteY19" fmla="*/ 720725 h 1162237"/>
              <a:gd name="connsiteX20" fmla="*/ 1236439 w 1376110"/>
              <a:gd name="connsiteY20" fmla="*/ 710141 h 1162237"/>
              <a:gd name="connsiteX21" fmla="*/ 1173997 w 1376110"/>
              <a:gd name="connsiteY21" fmla="*/ 669924 h 1162237"/>
              <a:gd name="connsiteX22" fmla="*/ 1171879 w 1376110"/>
              <a:gd name="connsiteY22" fmla="*/ 713318 h 1162237"/>
              <a:gd name="connsiteX23" fmla="*/ 1178231 w 1376110"/>
              <a:gd name="connsiteY23" fmla="*/ 771526 h 1162237"/>
              <a:gd name="connsiteX24" fmla="*/ 1190931 w 1376110"/>
              <a:gd name="connsiteY24" fmla="*/ 846667 h 1162237"/>
              <a:gd name="connsiteX25" fmla="*/ 1212098 w 1376110"/>
              <a:gd name="connsiteY25" fmla="*/ 955675 h 1162237"/>
              <a:gd name="connsiteX26" fmla="*/ 1243847 w 1376110"/>
              <a:gd name="connsiteY26" fmla="*/ 1037168 h 1162237"/>
              <a:gd name="connsiteX27" fmla="*/ 1266073 w 1376110"/>
              <a:gd name="connsiteY27" fmla="*/ 1086909 h 1162237"/>
              <a:gd name="connsiteX28" fmla="*/ 1288295 w 1376110"/>
              <a:gd name="connsiteY28" fmla="*/ 1152525 h 1162237"/>
              <a:gd name="connsiteX29" fmla="*/ 1089331 w 1376110"/>
              <a:gd name="connsiteY29" fmla="*/ 1162050 h 1162237"/>
              <a:gd name="connsiteX30" fmla="*/ 852899 w 1376110"/>
              <a:gd name="connsiteY30" fmla="*/ 1157605 h 1162237"/>
              <a:gd name="connsiteX31" fmla="*/ 631284 w 1376110"/>
              <a:gd name="connsiteY31" fmla="*/ 1143000 h 1162237"/>
              <a:gd name="connsiteX32" fmla="*/ 363314 w 1376110"/>
              <a:gd name="connsiteY32" fmla="*/ 1149350 h 1162237"/>
              <a:gd name="connsiteX33" fmla="*/ 118839 w 1376110"/>
              <a:gd name="connsiteY33" fmla="*/ 1130300 h 1162237"/>
              <a:gd name="connsiteX34" fmla="*/ 69097 w 1376110"/>
              <a:gd name="connsiteY34" fmla="*/ 1108075 h 1162237"/>
              <a:gd name="connsiteX35" fmla="*/ 45814 w 1376110"/>
              <a:gd name="connsiteY35" fmla="*/ 1050925 h 1162237"/>
              <a:gd name="connsiteX36" fmla="*/ 33114 w 1376110"/>
              <a:gd name="connsiteY36" fmla="*/ 930275 h 1162237"/>
              <a:gd name="connsiteX37" fmla="*/ 17239 w 1376110"/>
              <a:gd name="connsiteY37" fmla="*/ 704850 h 1162237"/>
              <a:gd name="connsiteX38" fmla="*/ 7714 w 1376110"/>
              <a:gd name="connsiteY38" fmla="*/ 425450 h 1162237"/>
              <a:gd name="connsiteX39" fmla="*/ 4539 w 1376110"/>
              <a:gd name="connsiteY39" fmla="*/ 266700 h 1162237"/>
              <a:gd name="connsiteX40" fmla="*/ 2422 w 1376110"/>
              <a:gd name="connsiteY40" fmla="*/ 70908 h 1162237"/>
              <a:gd name="connsiteX41" fmla="*/ 46872 w 1376110"/>
              <a:gd name="connsiteY41" fmla="*/ 8467 h 1162237"/>
              <a:gd name="connsiteX0" fmla="*/ 46872 w 1376110"/>
              <a:gd name="connsiteY0" fmla="*/ 8467 h 1162050"/>
              <a:gd name="connsiteX1" fmla="*/ 391889 w 1376110"/>
              <a:gd name="connsiteY1" fmla="*/ 0 h 1162050"/>
              <a:gd name="connsiteX2" fmla="*/ 696689 w 1376110"/>
              <a:gd name="connsiteY2" fmla="*/ 0 h 1162050"/>
              <a:gd name="connsiteX3" fmla="*/ 1004664 w 1376110"/>
              <a:gd name="connsiteY3" fmla="*/ 9525 h 1162050"/>
              <a:gd name="connsiteX4" fmla="*/ 1182464 w 1376110"/>
              <a:gd name="connsiteY4" fmla="*/ 12700 h 1162050"/>
              <a:gd name="connsiteX5" fmla="*/ 1260781 w 1376110"/>
              <a:gd name="connsiteY5" fmla="*/ 14817 h 1162050"/>
              <a:gd name="connsiteX6" fmla="*/ 1249139 w 1376110"/>
              <a:gd name="connsiteY6" fmla="*/ 51859 h 1162050"/>
              <a:gd name="connsiteX7" fmla="*/ 1211039 w 1376110"/>
              <a:gd name="connsiteY7" fmla="*/ 139700 h 1162050"/>
              <a:gd name="connsiteX8" fmla="*/ 1170823 w 1376110"/>
              <a:gd name="connsiteY8" fmla="*/ 247650 h 1162050"/>
              <a:gd name="connsiteX9" fmla="*/ 1144364 w 1376110"/>
              <a:gd name="connsiteY9" fmla="*/ 342900 h 1162050"/>
              <a:gd name="connsiteX10" fmla="*/ 1142248 w 1376110"/>
              <a:gd name="connsiteY10" fmla="*/ 431800 h 1162050"/>
              <a:gd name="connsiteX11" fmla="*/ 1158123 w 1376110"/>
              <a:gd name="connsiteY11" fmla="*/ 505883 h 1162050"/>
              <a:gd name="connsiteX12" fmla="*/ 1220565 w 1376110"/>
              <a:gd name="connsiteY12" fmla="*/ 439210 h 1162050"/>
              <a:gd name="connsiteX13" fmla="*/ 1304171 w 1376110"/>
              <a:gd name="connsiteY13" fmla="*/ 433917 h 1162050"/>
              <a:gd name="connsiteX14" fmla="*/ 1345446 w 1376110"/>
              <a:gd name="connsiteY14" fmla="*/ 482600 h 1162050"/>
              <a:gd name="connsiteX15" fmla="*/ 1370847 w 1376110"/>
              <a:gd name="connsiteY15" fmla="*/ 536575 h 1162050"/>
              <a:gd name="connsiteX16" fmla="*/ 1375080 w 1376110"/>
              <a:gd name="connsiteY16" fmla="*/ 594783 h 1162050"/>
              <a:gd name="connsiteX17" fmla="*/ 1365556 w 1376110"/>
              <a:gd name="connsiteY17" fmla="*/ 657225 h 1162050"/>
              <a:gd name="connsiteX18" fmla="*/ 1335922 w 1376110"/>
              <a:gd name="connsiteY18" fmla="*/ 698499 h 1162050"/>
              <a:gd name="connsiteX19" fmla="*/ 1288297 w 1376110"/>
              <a:gd name="connsiteY19" fmla="*/ 720725 h 1162050"/>
              <a:gd name="connsiteX20" fmla="*/ 1236439 w 1376110"/>
              <a:gd name="connsiteY20" fmla="*/ 710141 h 1162050"/>
              <a:gd name="connsiteX21" fmla="*/ 1173997 w 1376110"/>
              <a:gd name="connsiteY21" fmla="*/ 669924 h 1162050"/>
              <a:gd name="connsiteX22" fmla="*/ 1171879 w 1376110"/>
              <a:gd name="connsiteY22" fmla="*/ 713318 h 1162050"/>
              <a:gd name="connsiteX23" fmla="*/ 1178231 w 1376110"/>
              <a:gd name="connsiteY23" fmla="*/ 771526 h 1162050"/>
              <a:gd name="connsiteX24" fmla="*/ 1190931 w 1376110"/>
              <a:gd name="connsiteY24" fmla="*/ 846667 h 1162050"/>
              <a:gd name="connsiteX25" fmla="*/ 1212098 w 1376110"/>
              <a:gd name="connsiteY25" fmla="*/ 955675 h 1162050"/>
              <a:gd name="connsiteX26" fmla="*/ 1243847 w 1376110"/>
              <a:gd name="connsiteY26" fmla="*/ 1037168 h 1162050"/>
              <a:gd name="connsiteX27" fmla="*/ 1266073 w 1376110"/>
              <a:gd name="connsiteY27" fmla="*/ 1086909 h 1162050"/>
              <a:gd name="connsiteX28" fmla="*/ 1288295 w 1376110"/>
              <a:gd name="connsiteY28" fmla="*/ 1152525 h 1162050"/>
              <a:gd name="connsiteX29" fmla="*/ 1089331 w 1376110"/>
              <a:gd name="connsiteY29" fmla="*/ 1162050 h 1162050"/>
              <a:gd name="connsiteX30" fmla="*/ 852899 w 1376110"/>
              <a:gd name="connsiteY30" fmla="*/ 1157605 h 1162050"/>
              <a:gd name="connsiteX31" fmla="*/ 624934 w 1376110"/>
              <a:gd name="connsiteY31" fmla="*/ 1157816 h 1162050"/>
              <a:gd name="connsiteX32" fmla="*/ 363314 w 1376110"/>
              <a:gd name="connsiteY32" fmla="*/ 1149350 h 1162050"/>
              <a:gd name="connsiteX33" fmla="*/ 118839 w 1376110"/>
              <a:gd name="connsiteY33" fmla="*/ 1130300 h 1162050"/>
              <a:gd name="connsiteX34" fmla="*/ 69097 w 1376110"/>
              <a:gd name="connsiteY34" fmla="*/ 1108075 h 1162050"/>
              <a:gd name="connsiteX35" fmla="*/ 45814 w 1376110"/>
              <a:gd name="connsiteY35" fmla="*/ 1050925 h 1162050"/>
              <a:gd name="connsiteX36" fmla="*/ 33114 w 1376110"/>
              <a:gd name="connsiteY36" fmla="*/ 930275 h 1162050"/>
              <a:gd name="connsiteX37" fmla="*/ 17239 w 1376110"/>
              <a:gd name="connsiteY37" fmla="*/ 704850 h 1162050"/>
              <a:gd name="connsiteX38" fmla="*/ 7714 w 1376110"/>
              <a:gd name="connsiteY38" fmla="*/ 425450 h 1162050"/>
              <a:gd name="connsiteX39" fmla="*/ 4539 w 1376110"/>
              <a:gd name="connsiteY39" fmla="*/ 266700 h 1162050"/>
              <a:gd name="connsiteX40" fmla="*/ 2422 w 1376110"/>
              <a:gd name="connsiteY40" fmla="*/ 70908 h 1162050"/>
              <a:gd name="connsiteX41" fmla="*/ 46872 w 1376110"/>
              <a:gd name="connsiteY41" fmla="*/ 8467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76110" h="1162050">
                <a:moveTo>
                  <a:pt x="46872" y="8467"/>
                </a:moveTo>
                <a:lnTo>
                  <a:pt x="391889" y="0"/>
                </a:lnTo>
                <a:lnTo>
                  <a:pt x="696689" y="0"/>
                </a:lnTo>
                <a:cubicBezTo>
                  <a:pt x="798818" y="1587"/>
                  <a:pt x="1004664" y="9525"/>
                  <a:pt x="1004664" y="9525"/>
                </a:cubicBezTo>
                <a:lnTo>
                  <a:pt x="1182464" y="12700"/>
                </a:lnTo>
                <a:cubicBezTo>
                  <a:pt x="1219506" y="13229"/>
                  <a:pt x="1249669" y="8291"/>
                  <a:pt x="1260781" y="14817"/>
                </a:cubicBezTo>
                <a:cubicBezTo>
                  <a:pt x="1271894" y="21344"/>
                  <a:pt x="1257429" y="31045"/>
                  <a:pt x="1249139" y="51859"/>
                </a:cubicBezTo>
                <a:cubicBezTo>
                  <a:pt x="1240849" y="72673"/>
                  <a:pt x="1224092" y="107068"/>
                  <a:pt x="1211039" y="139700"/>
                </a:cubicBezTo>
                <a:cubicBezTo>
                  <a:pt x="1197986" y="172332"/>
                  <a:pt x="1181936" y="213783"/>
                  <a:pt x="1170823" y="247650"/>
                </a:cubicBezTo>
                <a:cubicBezTo>
                  <a:pt x="1159711" y="281517"/>
                  <a:pt x="1149126" y="312209"/>
                  <a:pt x="1144364" y="342900"/>
                </a:cubicBezTo>
                <a:cubicBezTo>
                  <a:pt x="1139602" y="373591"/>
                  <a:pt x="1139955" y="404636"/>
                  <a:pt x="1142248" y="431800"/>
                </a:cubicBezTo>
                <a:cubicBezTo>
                  <a:pt x="1144541" y="458964"/>
                  <a:pt x="1145070" y="504648"/>
                  <a:pt x="1158123" y="505883"/>
                </a:cubicBezTo>
                <a:cubicBezTo>
                  <a:pt x="1171176" y="507118"/>
                  <a:pt x="1196224" y="451204"/>
                  <a:pt x="1220565" y="439210"/>
                </a:cubicBezTo>
                <a:cubicBezTo>
                  <a:pt x="1244906" y="427216"/>
                  <a:pt x="1283358" y="426685"/>
                  <a:pt x="1304171" y="433917"/>
                </a:cubicBezTo>
                <a:cubicBezTo>
                  <a:pt x="1324985" y="441149"/>
                  <a:pt x="1334333" y="465490"/>
                  <a:pt x="1345446" y="482600"/>
                </a:cubicBezTo>
                <a:cubicBezTo>
                  <a:pt x="1356559" y="499710"/>
                  <a:pt x="1365908" y="517878"/>
                  <a:pt x="1370847" y="536575"/>
                </a:cubicBezTo>
                <a:cubicBezTo>
                  <a:pt x="1375786" y="555272"/>
                  <a:pt x="1377373" y="581025"/>
                  <a:pt x="1375080" y="594783"/>
                </a:cubicBezTo>
                <a:cubicBezTo>
                  <a:pt x="1372787" y="608541"/>
                  <a:pt x="1372082" y="639939"/>
                  <a:pt x="1365556" y="657225"/>
                </a:cubicBezTo>
                <a:cubicBezTo>
                  <a:pt x="1359030" y="674511"/>
                  <a:pt x="1348798" y="687916"/>
                  <a:pt x="1335922" y="698499"/>
                </a:cubicBezTo>
                <a:cubicBezTo>
                  <a:pt x="1323046" y="709082"/>
                  <a:pt x="1304877" y="718785"/>
                  <a:pt x="1288297" y="720725"/>
                </a:cubicBezTo>
                <a:cubicBezTo>
                  <a:pt x="1271717" y="722665"/>
                  <a:pt x="1255489" y="718608"/>
                  <a:pt x="1236439" y="710141"/>
                </a:cubicBezTo>
                <a:cubicBezTo>
                  <a:pt x="1217389" y="701674"/>
                  <a:pt x="1184757" y="669395"/>
                  <a:pt x="1173997" y="669924"/>
                </a:cubicBezTo>
                <a:cubicBezTo>
                  <a:pt x="1163237" y="670454"/>
                  <a:pt x="1171173" y="696384"/>
                  <a:pt x="1171879" y="713318"/>
                </a:cubicBezTo>
                <a:cubicBezTo>
                  <a:pt x="1172585" y="730252"/>
                  <a:pt x="1175056" y="749301"/>
                  <a:pt x="1178231" y="771526"/>
                </a:cubicBezTo>
                <a:cubicBezTo>
                  <a:pt x="1181406" y="793751"/>
                  <a:pt x="1185287" y="815976"/>
                  <a:pt x="1190931" y="846667"/>
                </a:cubicBezTo>
                <a:cubicBezTo>
                  <a:pt x="1196575" y="877358"/>
                  <a:pt x="1203279" y="923925"/>
                  <a:pt x="1212098" y="955675"/>
                </a:cubicBezTo>
                <a:cubicBezTo>
                  <a:pt x="1220917" y="987425"/>
                  <a:pt x="1234851" y="1015296"/>
                  <a:pt x="1243847" y="1037168"/>
                </a:cubicBezTo>
                <a:cubicBezTo>
                  <a:pt x="1252843" y="1059040"/>
                  <a:pt x="1258665" y="1067683"/>
                  <a:pt x="1266073" y="1086909"/>
                </a:cubicBezTo>
                <a:cubicBezTo>
                  <a:pt x="1273481" y="1106135"/>
                  <a:pt x="1317752" y="1140002"/>
                  <a:pt x="1288295" y="1152525"/>
                </a:cubicBezTo>
                <a:cubicBezTo>
                  <a:pt x="1258838" y="1165048"/>
                  <a:pt x="1161897" y="1161203"/>
                  <a:pt x="1089331" y="1162050"/>
                </a:cubicBezTo>
                <a:lnTo>
                  <a:pt x="852899" y="1157605"/>
                </a:lnTo>
                <a:lnTo>
                  <a:pt x="624934" y="1157816"/>
                </a:lnTo>
                <a:lnTo>
                  <a:pt x="363314" y="1149350"/>
                </a:lnTo>
                <a:lnTo>
                  <a:pt x="118839" y="1130300"/>
                </a:lnTo>
                <a:cubicBezTo>
                  <a:pt x="73331" y="1125538"/>
                  <a:pt x="81268" y="1121304"/>
                  <a:pt x="69097" y="1108075"/>
                </a:cubicBezTo>
                <a:cubicBezTo>
                  <a:pt x="56926" y="1094846"/>
                  <a:pt x="51811" y="1080558"/>
                  <a:pt x="45814" y="1050925"/>
                </a:cubicBezTo>
                <a:cubicBezTo>
                  <a:pt x="39817" y="1021292"/>
                  <a:pt x="37876" y="987954"/>
                  <a:pt x="33114" y="930275"/>
                </a:cubicBezTo>
                <a:cubicBezTo>
                  <a:pt x="28352" y="872596"/>
                  <a:pt x="21472" y="788987"/>
                  <a:pt x="17239" y="704850"/>
                </a:cubicBezTo>
                <a:cubicBezTo>
                  <a:pt x="13006" y="620713"/>
                  <a:pt x="9831" y="498475"/>
                  <a:pt x="7714" y="425450"/>
                </a:cubicBezTo>
                <a:cubicBezTo>
                  <a:pt x="5597" y="352425"/>
                  <a:pt x="2952" y="316971"/>
                  <a:pt x="4539" y="266700"/>
                </a:cubicBezTo>
                <a:cubicBezTo>
                  <a:pt x="6126" y="216429"/>
                  <a:pt x="-4634" y="113947"/>
                  <a:pt x="2422" y="70908"/>
                </a:cubicBezTo>
                <a:cubicBezTo>
                  <a:pt x="9478" y="27869"/>
                  <a:pt x="4802" y="34131"/>
                  <a:pt x="46872" y="8467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95EFB79-0C06-15B4-AEC5-5FAFCCF3654C}"/>
              </a:ext>
            </a:extLst>
          </p:cNvPr>
          <p:cNvSpPr/>
          <p:nvPr/>
        </p:nvSpPr>
        <p:spPr>
          <a:xfrm>
            <a:off x="1253062" y="4346576"/>
            <a:ext cx="1845768" cy="1160396"/>
          </a:xfrm>
          <a:custGeom>
            <a:avLst/>
            <a:gdLst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32838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96313 w 1845768"/>
              <a:gd name="connsiteY45" fmla="*/ 396875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32838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53463 w 1845768"/>
              <a:gd name="connsiteY44" fmla="*/ 409575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64750 w 1845768"/>
              <a:gd name="connsiteY14" fmla="*/ 54292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64750 w 1845768"/>
              <a:gd name="connsiteY14" fmla="*/ 54292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28263 w 1845768"/>
              <a:gd name="connsiteY23" fmla="*/ 1069975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9610"/>
              <a:gd name="connsiteX1" fmla="*/ 782113 w 1845768"/>
              <a:gd name="connsiteY1" fmla="*/ 6350 h 1179610"/>
              <a:gd name="connsiteX2" fmla="*/ 1156763 w 1845768"/>
              <a:gd name="connsiteY2" fmla="*/ 12700 h 1179610"/>
              <a:gd name="connsiteX3" fmla="*/ 1385363 w 1845768"/>
              <a:gd name="connsiteY3" fmla="*/ 22225 h 1179610"/>
              <a:gd name="connsiteX4" fmla="*/ 1604438 w 1845768"/>
              <a:gd name="connsiteY4" fmla="*/ 22225 h 1179610"/>
              <a:gd name="connsiteX5" fmla="*/ 1648888 w 1845768"/>
              <a:gd name="connsiteY5" fmla="*/ 25400 h 1179610"/>
              <a:gd name="connsiteX6" fmla="*/ 1709213 w 1845768"/>
              <a:gd name="connsiteY6" fmla="*/ 107950 h 1179610"/>
              <a:gd name="connsiteX7" fmla="*/ 1753663 w 1845768"/>
              <a:gd name="connsiteY7" fmla="*/ 219075 h 1179610"/>
              <a:gd name="connsiteX8" fmla="*/ 1794938 w 1845768"/>
              <a:gd name="connsiteY8" fmla="*/ 311150 h 1179610"/>
              <a:gd name="connsiteX9" fmla="*/ 1829863 w 1845768"/>
              <a:gd name="connsiteY9" fmla="*/ 422275 h 1179610"/>
              <a:gd name="connsiteX10" fmla="*/ 1833038 w 1845768"/>
              <a:gd name="connsiteY10" fmla="*/ 511175 h 1179610"/>
              <a:gd name="connsiteX11" fmla="*/ 1774300 w 1845768"/>
              <a:gd name="connsiteY11" fmla="*/ 477838 h 1179610"/>
              <a:gd name="connsiteX12" fmla="*/ 1701275 w 1845768"/>
              <a:gd name="connsiteY12" fmla="*/ 434975 h 1179610"/>
              <a:gd name="connsiteX13" fmla="*/ 1615550 w 1845768"/>
              <a:gd name="connsiteY13" fmla="*/ 454025 h 1179610"/>
              <a:gd name="connsiteX14" fmla="*/ 1564750 w 1845768"/>
              <a:gd name="connsiteY14" fmla="*/ 542925 h 1179610"/>
              <a:gd name="connsiteX15" fmla="*/ 1566338 w 1845768"/>
              <a:gd name="connsiteY15" fmla="*/ 646112 h 1179610"/>
              <a:gd name="connsiteX16" fmla="*/ 1631426 w 1845768"/>
              <a:gd name="connsiteY16" fmla="*/ 735012 h 1179610"/>
              <a:gd name="connsiteX17" fmla="*/ 1712388 w 1845768"/>
              <a:gd name="connsiteY17" fmla="*/ 736600 h 1179610"/>
              <a:gd name="connsiteX18" fmla="*/ 1766363 w 1845768"/>
              <a:gd name="connsiteY18" fmla="*/ 711200 h 1179610"/>
              <a:gd name="connsiteX19" fmla="*/ 1826688 w 1845768"/>
              <a:gd name="connsiteY19" fmla="*/ 682625 h 1179610"/>
              <a:gd name="connsiteX20" fmla="*/ 1845738 w 1845768"/>
              <a:gd name="connsiteY20" fmla="*/ 733425 h 1179610"/>
              <a:gd name="connsiteX21" fmla="*/ 1823513 w 1845768"/>
              <a:gd name="connsiteY21" fmla="*/ 847725 h 1179610"/>
              <a:gd name="connsiteX22" fmla="*/ 1763188 w 1845768"/>
              <a:gd name="connsiteY22" fmla="*/ 1000125 h 1179610"/>
              <a:gd name="connsiteX23" fmla="*/ 1728263 w 1845768"/>
              <a:gd name="connsiteY23" fmla="*/ 1069975 h 1179610"/>
              <a:gd name="connsiteX24" fmla="*/ 1664763 w 1845768"/>
              <a:gd name="connsiteY24" fmla="*/ 1127125 h 1179610"/>
              <a:gd name="connsiteX25" fmla="*/ 1537763 w 1845768"/>
              <a:gd name="connsiteY25" fmla="*/ 1177925 h 1179610"/>
              <a:gd name="connsiteX26" fmla="*/ 1217088 w 1845768"/>
              <a:gd name="connsiteY26" fmla="*/ 1168400 h 1179610"/>
              <a:gd name="connsiteX27" fmla="*/ 823388 w 1845768"/>
              <a:gd name="connsiteY27" fmla="*/ 1155700 h 1179610"/>
              <a:gd name="connsiteX28" fmla="*/ 496363 w 1845768"/>
              <a:gd name="connsiteY28" fmla="*/ 1146175 h 1179610"/>
              <a:gd name="connsiteX29" fmla="*/ 343963 w 1845768"/>
              <a:gd name="connsiteY29" fmla="*/ 1146175 h 1179610"/>
              <a:gd name="connsiteX30" fmla="*/ 261413 w 1845768"/>
              <a:gd name="connsiteY30" fmla="*/ 1139825 h 1179610"/>
              <a:gd name="connsiteX31" fmla="*/ 169338 w 1845768"/>
              <a:gd name="connsiteY31" fmla="*/ 1132417 h 1179610"/>
              <a:gd name="connsiteX32" fmla="*/ 131238 w 1845768"/>
              <a:gd name="connsiteY32" fmla="*/ 1073150 h 1179610"/>
              <a:gd name="connsiteX33" fmla="*/ 77263 w 1845768"/>
              <a:gd name="connsiteY33" fmla="*/ 955675 h 1179610"/>
              <a:gd name="connsiteX34" fmla="*/ 77263 w 1845768"/>
              <a:gd name="connsiteY34" fmla="*/ 955675 h 1179610"/>
              <a:gd name="connsiteX35" fmla="*/ 48688 w 1845768"/>
              <a:gd name="connsiteY35" fmla="*/ 831850 h 1179610"/>
              <a:gd name="connsiteX36" fmla="*/ 35988 w 1845768"/>
              <a:gd name="connsiteY36" fmla="*/ 727075 h 1179610"/>
              <a:gd name="connsiteX37" fmla="*/ 35988 w 1845768"/>
              <a:gd name="connsiteY37" fmla="*/ 644525 h 1179610"/>
              <a:gd name="connsiteX38" fmla="*/ 93138 w 1845768"/>
              <a:gd name="connsiteY38" fmla="*/ 682625 h 1179610"/>
              <a:gd name="connsiteX39" fmla="*/ 155580 w 1845768"/>
              <a:gd name="connsiteY39" fmla="*/ 693737 h 1179610"/>
              <a:gd name="connsiteX40" fmla="*/ 204263 w 1845768"/>
              <a:gd name="connsiteY40" fmla="*/ 665162 h 1179610"/>
              <a:gd name="connsiteX41" fmla="*/ 236013 w 1845768"/>
              <a:gd name="connsiteY41" fmla="*/ 600075 h 1179610"/>
              <a:gd name="connsiteX42" fmla="*/ 228605 w 1845768"/>
              <a:gd name="connsiteY42" fmla="*/ 498475 h 1179610"/>
              <a:gd name="connsiteX43" fmla="*/ 197913 w 1845768"/>
              <a:gd name="connsiteY43" fmla="*/ 447675 h 1179610"/>
              <a:gd name="connsiteX44" fmla="*/ 161400 w 1845768"/>
              <a:gd name="connsiteY44" fmla="*/ 414337 h 1179610"/>
              <a:gd name="connsiteX45" fmla="*/ 107425 w 1845768"/>
              <a:gd name="connsiteY45" fmla="*/ 404283 h 1179610"/>
              <a:gd name="connsiteX46" fmla="*/ 45513 w 1845768"/>
              <a:gd name="connsiteY46" fmla="*/ 447675 h 1179610"/>
              <a:gd name="connsiteX47" fmla="*/ 20113 w 1845768"/>
              <a:gd name="connsiteY47" fmla="*/ 485775 h 1179610"/>
              <a:gd name="connsiteX48" fmla="*/ 1063 w 1845768"/>
              <a:gd name="connsiteY48" fmla="*/ 403225 h 1179610"/>
              <a:gd name="connsiteX49" fmla="*/ 7413 w 1845768"/>
              <a:gd name="connsiteY49" fmla="*/ 295275 h 1179610"/>
              <a:gd name="connsiteX50" fmla="*/ 48688 w 1845768"/>
              <a:gd name="connsiteY50" fmla="*/ 177800 h 1179610"/>
              <a:gd name="connsiteX51" fmla="*/ 74088 w 1845768"/>
              <a:gd name="connsiteY51" fmla="*/ 114300 h 1179610"/>
              <a:gd name="connsiteX52" fmla="*/ 102663 w 1845768"/>
              <a:gd name="connsiteY52" fmla="*/ 53975 h 1179610"/>
              <a:gd name="connsiteX53" fmla="*/ 118538 w 1845768"/>
              <a:gd name="connsiteY53" fmla="*/ 0 h 1179610"/>
              <a:gd name="connsiteX0" fmla="*/ 118538 w 1845768"/>
              <a:gd name="connsiteY0" fmla="*/ 0 h 1168400"/>
              <a:gd name="connsiteX1" fmla="*/ 782113 w 1845768"/>
              <a:gd name="connsiteY1" fmla="*/ 6350 h 1168400"/>
              <a:gd name="connsiteX2" fmla="*/ 1156763 w 1845768"/>
              <a:gd name="connsiteY2" fmla="*/ 12700 h 1168400"/>
              <a:gd name="connsiteX3" fmla="*/ 1385363 w 1845768"/>
              <a:gd name="connsiteY3" fmla="*/ 22225 h 1168400"/>
              <a:gd name="connsiteX4" fmla="*/ 1604438 w 1845768"/>
              <a:gd name="connsiteY4" fmla="*/ 22225 h 1168400"/>
              <a:gd name="connsiteX5" fmla="*/ 1648888 w 1845768"/>
              <a:gd name="connsiteY5" fmla="*/ 25400 h 1168400"/>
              <a:gd name="connsiteX6" fmla="*/ 1709213 w 1845768"/>
              <a:gd name="connsiteY6" fmla="*/ 107950 h 1168400"/>
              <a:gd name="connsiteX7" fmla="*/ 1753663 w 1845768"/>
              <a:gd name="connsiteY7" fmla="*/ 219075 h 1168400"/>
              <a:gd name="connsiteX8" fmla="*/ 1794938 w 1845768"/>
              <a:gd name="connsiteY8" fmla="*/ 311150 h 1168400"/>
              <a:gd name="connsiteX9" fmla="*/ 1829863 w 1845768"/>
              <a:gd name="connsiteY9" fmla="*/ 422275 h 1168400"/>
              <a:gd name="connsiteX10" fmla="*/ 1833038 w 1845768"/>
              <a:gd name="connsiteY10" fmla="*/ 511175 h 1168400"/>
              <a:gd name="connsiteX11" fmla="*/ 1774300 w 1845768"/>
              <a:gd name="connsiteY11" fmla="*/ 477838 h 1168400"/>
              <a:gd name="connsiteX12" fmla="*/ 1701275 w 1845768"/>
              <a:gd name="connsiteY12" fmla="*/ 434975 h 1168400"/>
              <a:gd name="connsiteX13" fmla="*/ 1615550 w 1845768"/>
              <a:gd name="connsiteY13" fmla="*/ 454025 h 1168400"/>
              <a:gd name="connsiteX14" fmla="*/ 1564750 w 1845768"/>
              <a:gd name="connsiteY14" fmla="*/ 542925 h 1168400"/>
              <a:gd name="connsiteX15" fmla="*/ 1566338 w 1845768"/>
              <a:gd name="connsiteY15" fmla="*/ 646112 h 1168400"/>
              <a:gd name="connsiteX16" fmla="*/ 1631426 w 1845768"/>
              <a:gd name="connsiteY16" fmla="*/ 735012 h 1168400"/>
              <a:gd name="connsiteX17" fmla="*/ 1712388 w 1845768"/>
              <a:gd name="connsiteY17" fmla="*/ 736600 h 1168400"/>
              <a:gd name="connsiteX18" fmla="*/ 1766363 w 1845768"/>
              <a:gd name="connsiteY18" fmla="*/ 711200 h 1168400"/>
              <a:gd name="connsiteX19" fmla="*/ 1826688 w 1845768"/>
              <a:gd name="connsiteY19" fmla="*/ 682625 h 1168400"/>
              <a:gd name="connsiteX20" fmla="*/ 1845738 w 1845768"/>
              <a:gd name="connsiteY20" fmla="*/ 733425 h 1168400"/>
              <a:gd name="connsiteX21" fmla="*/ 1823513 w 1845768"/>
              <a:gd name="connsiteY21" fmla="*/ 847725 h 1168400"/>
              <a:gd name="connsiteX22" fmla="*/ 1763188 w 1845768"/>
              <a:gd name="connsiteY22" fmla="*/ 1000125 h 1168400"/>
              <a:gd name="connsiteX23" fmla="*/ 1728263 w 1845768"/>
              <a:gd name="connsiteY23" fmla="*/ 1069975 h 1168400"/>
              <a:gd name="connsiteX24" fmla="*/ 1664763 w 1845768"/>
              <a:gd name="connsiteY24" fmla="*/ 1127125 h 1168400"/>
              <a:gd name="connsiteX25" fmla="*/ 1537763 w 1845768"/>
              <a:gd name="connsiteY25" fmla="*/ 1158875 h 1168400"/>
              <a:gd name="connsiteX26" fmla="*/ 1217088 w 1845768"/>
              <a:gd name="connsiteY26" fmla="*/ 1168400 h 1168400"/>
              <a:gd name="connsiteX27" fmla="*/ 823388 w 1845768"/>
              <a:gd name="connsiteY27" fmla="*/ 1155700 h 1168400"/>
              <a:gd name="connsiteX28" fmla="*/ 496363 w 1845768"/>
              <a:gd name="connsiteY28" fmla="*/ 1146175 h 1168400"/>
              <a:gd name="connsiteX29" fmla="*/ 343963 w 1845768"/>
              <a:gd name="connsiteY29" fmla="*/ 1146175 h 1168400"/>
              <a:gd name="connsiteX30" fmla="*/ 261413 w 1845768"/>
              <a:gd name="connsiteY30" fmla="*/ 1139825 h 1168400"/>
              <a:gd name="connsiteX31" fmla="*/ 169338 w 1845768"/>
              <a:gd name="connsiteY31" fmla="*/ 1132417 h 1168400"/>
              <a:gd name="connsiteX32" fmla="*/ 131238 w 1845768"/>
              <a:gd name="connsiteY32" fmla="*/ 1073150 h 1168400"/>
              <a:gd name="connsiteX33" fmla="*/ 77263 w 1845768"/>
              <a:gd name="connsiteY33" fmla="*/ 955675 h 1168400"/>
              <a:gd name="connsiteX34" fmla="*/ 77263 w 1845768"/>
              <a:gd name="connsiteY34" fmla="*/ 955675 h 1168400"/>
              <a:gd name="connsiteX35" fmla="*/ 48688 w 1845768"/>
              <a:gd name="connsiteY35" fmla="*/ 831850 h 1168400"/>
              <a:gd name="connsiteX36" fmla="*/ 35988 w 1845768"/>
              <a:gd name="connsiteY36" fmla="*/ 727075 h 1168400"/>
              <a:gd name="connsiteX37" fmla="*/ 35988 w 1845768"/>
              <a:gd name="connsiteY37" fmla="*/ 644525 h 1168400"/>
              <a:gd name="connsiteX38" fmla="*/ 93138 w 1845768"/>
              <a:gd name="connsiteY38" fmla="*/ 682625 h 1168400"/>
              <a:gd name="connsiteX39" fmla="*/ 155580 w 1845768"/>
              <a:gd name="connsiteY39" fmla="*/ 693737 h 1168400"/>
              <a:gd name="connsiteX40" fmla="*/ 204263 w 1845768"/>
              <a:gd name="connsiteY40" fmla="*/ 665162 h 1168400"/>
              <a:gd name="connsiteX41" fmla="*/ 236013 w 1845768"/>
              <a:gd name="connsiteY41" fmla="*/ 600075 h 1168400"/>
              <a:gd name="connsiteX42" fmla="*/ 228605 w 1845768"/>
              <a:gd name="connsiteY42" fmla="*/ 498475 h 1168400"/>
              <a:gd name="connsiteX43" fmla="*/ 197913 w 1845768"/>
              <a:gd name="connsiteY43" fmla="*/ 447675 h 1168400"/>
              <a:gd name="connsiteX44" fmla="*/ 161400 w 1845768"/>
              <a:gd name="connsiteY44" fmla="*/ 414337 h 1168400"/>
              <a:gd name="connsiteX45" fmla="*/ 107425 w 1845768"/>
              <a:gd name="connsiteY45" fmla="*/ 404283 h 1168400"/>
              <a:gd name="connsiteX46" fmla="*/ 45513 w 1845768"/>
              <a:gd name="connsiteY46" fmla="*/ 447675 h 1168400"/>
              <a:gd name="connsiteX47" fmla="*/ 20113 w 1845768"/>
              <a:gd name="connsiteY47" fmla="*/ 485775 h 1168400"/>
              <a:gd name="connsiteX48" fmla="*/ 1063 w 1845768"/>
              <a:gd name="connsiteY48" fmla="*/ 403225 h 1168400"/>
              <a:gd name="connsiteX49" fmla="*/ 7413 w 1845768"/>
              <a:gd name="connsiteY49" fmla="*/ 295275 h 1168400"/>
              <a:gd name="connsiteX50" fmla="*/ 48688 w 1845768"/>
              <a:gd name="connsiteY50" fmla="*/ 177800 h 1168400"/>
              <a:gd name="connsiteX51" fmla="*/ 74088 w 1845768"/>
              <a:gd name="connsiteY51" fmla="*/ 114300 h 1168400"/>
              <a:gd name="connsiteX52" fmla="*/ 102663 w 1845768"/>
              <a:gd name="connsiteY52" fmla="*/ 53975 h 1168400"/>
              <a:gd name="connsiteX53" fmla="*/ 118538 w 1845768"/>
              <a:gd name="connsiteY53" fmla="*/ 0 h 1168400"/>
              <a:gd name="connsiteX0" fmla="*/ 118538 w 1845768"/>
              <a:gd name="connsiteY0" fmla="*/ 0 h 1160396"/>
              <a:gd name="connsiteX1" fmla="*/ 782113 w 1845768"/>
              <a:gd name="connsiteY1" fmla="*/ 6350 h 1160396"/>
              <a:gd name="connsiteX2" fmla="*/ 1156763 w 1845768"/>
              <a:gd name="connsiteY2" fmla="*/ 12700 h 1160396"/>
              <a:gd name="connsiteX3" fmla="*/ 1385363 w 1845768"/>
              <a:gd name="connsiteY3" fmla="*/ 22225 h 1160396"/>
              <a:gd name="connsiteX4" fmla="*/ 1604438 w 1845768"/>
              <a:gd name="connsiteY4" fmla="*/ 22225 h 1160396"/>
              <a:gd name="connsiteX5" fmla="*/ 1648888 w 1845768"/>
              <a:gd name="connsiteY5" fmla="*/ 25400 h 1160396"/>
              <a:gd name="connsiteX6" fmla="*/ 1709213 w 1845768"/>
              <a:gd name="connsiteY6" fmla="*/ 107950 h 1160396"/>
              <a:gd name="connsiteX7" fmla="*/ 1753663 w 1845768"/>
              <a:gd name="connsiteY7" fmla="*/ 219075 h 1160396"/>
              <a:gd name="connsiteX8" fmla="*/ 1794938 w 1845768"/>
              <a:gd name="connsiteY8" fmla="*/ 311150 h 1160396"/>
              <a:gd name="connsiteX9" fmla="*/ 1829863 w 1845768"/>
              <a:gd name="connsiteY9" fmla="*/ 422275 h 1160396"/>
              <a:gd name="connsiteX10" fmla="*/ 1833038 w 1845768"/>
              <a:gd name="connsiteY10" fmla="*/ 511175 h 1160396"/>
              <a:gd name="connsiteX11" fmla="*/ 1774300 w 1845768"/>
              <a:gd name="connsiteY11" fmla="*/ 477838 h 1160396"/>
              <a:gd name="connsiteX12" fmla="*/ 1701275 w 1845768"/>
              <a:gd name="connsiteY12" fmla="*/ 434975 h 1160396"/>
              <a:gd name="connsiteX13" fmla="*/ 1615550 w 1845768"/>
              <a:gd name="connsiteY13" fmla="*/ 454025 h 1160396"/>
              <a:gd name="connsiteX14" fmla="*/ 1564750 w 1845768"/>
              <a:gd name="connsiteY14" fmla="*/ 542925 h 1160396"/>
              <a:gd name="connsiteX15" fmla="*/ 1566338 w 1845768"/>
              <a:gd name="connsiteY15" fmla="*/ 646112 h 1160396"/>
              <a:gd name="connsiteX16" fmla="*/ 1631426 w 1845768"/>
              <a:gd name="connsiteY16" fmla="*/ 735012 h 1160396"/>
              <a:gd name="connsiteX17" fmla="*/ 1712388 w 1845768"/>
              <a:gd name="connsiteY17" fmla="*/ 736600 h 1160396"/>
              <a:gd name="connsiteX18" fmla="*/ 1766363 w 1845768"/>
              <a:gd name="connsiteY18" fmla="*/ 711200 h 1160396"/>
              <a:gd name="connsiteX19" fmla="*/ 1826688 w 1845768"/>
              <a:gd name="connsiteY19" fmla="*/ 682625 h 1160396"/>
              <a:gd name="connsiteX20" fmla="*/ 1845738 w 1845768"/>
              <a:gd name="connsiteY20" fmla="*/ 733425 h 1160396"/>
              <a:gd name="connsiteX21" fmla="*/ 1823513 w 1845768"/>
              <a:gd name="connsiteY21" fmla="*/ 847725 h 1160396"/>
              <a:gd name="connsiteX22" fmla="*/ 1763188 w 1845768"/>
              <a:gd name="connsiteY22" fmla="*/ 1000125 h 1160396"/>
              <a:gd name="connsiteX23" fmla="*/ 1728263 w 1845768"/>
              <a:gd name="connsiteY23" fmla="*/ 1069975 h 1160396"/>
              <a:gd name="connsiteX24" fmla="*/ 1664763 w 1845768"/>
              <a:gd name="connsiteY24" fmla="*/ 1127125 h 1160396"/>
              <a:gd name="connsiteX25" fmla="*/ 1537763 w 1845768"/>
              <a:gd name="connsiteY25" fmla="*/ 1158875 h 1160396"/>
              <a:gd name="connsiteX26" fmla="*/ 1207563 w 1845768"/>
              <a:gd name="connsiteY26" fmla="*/ 1155700 h 1160396"/>
              <a:gd name="connsiteX27" fmla="*/ 823388 w 1845768"/>
              <a:gd name="connsiteY27" fmla="*/ 1155700 h 1160396"/>
              <a:gd name="connsiteX28" fmla="*/ 496363 w 1845768"/>
              <a:gd name="connsiteY28" fmla="*/ 1146175 h 1160396"/>
              <a:gd name="connsiteX29" fmla="*/ 343963 w 1845768"/>
              <a:gd name="connsiteY29" fmla="*/ 1146175 h 1160396"/>
              <a:gd name="connsiteX30" fmla="*/ 261413 w 1845768"/>
              <a:gd name="connsiteY30" fmla="*/ 1139825 h 1160396"/>
              <a:gd name="connsiteX31" fmla="*/ 169338 w 1845768"/>
              <a:gd name="connsiteY31" fmla="*/ 1132417 h 1160396"/>
              <a:gd name="connsiteX32" fmla="*/ 131238 w 1845768"/>
              <a:gd name="connsiteY32" fmla="*/ 1073150 h 1160396"/>
              <a:gd name="connsiteX33" fmla="*/ 77263 w 1845768"/>
              <a:gd name="connsiteY33" fmla="*/ 955675 h 1160396"/>
              <a:gd name="connsiteX34" fmla="*/ 77263 w 1845768"/>
              <a:gd name="connsiteY34" fmla="*/ 955675 h 1160396"/>
              <a:gd name="connsiteX35" fmla="*/ 48688 w 1845768"/>
              <a:gd name="connsiteY35" fmla="*/ 831850 h 1160396"/>
              <a:gd name="connsiteX36" fmla="*/ 35988 w 1845768"/>
              <a:gd name="connsiteY36" fmla="*/ 727075 h 1160396"/>
              <a:gd name="connsiteX37" fmla="*/ 35988 w 1845768"/>
              <a:gd name="connsiteY37" fmla="*/ 644525 h 1160396"/>
              <a:gd name="connsiteX38" fmla="*/ 93138 w 1845768"/>
              <a:gd name="connsiteY38" fmla="*/ 682625 h 1160396"/>
              <a:gd name="connsiteX39" fmla="*/ 155580 w 1845768"/>
              <a:gd name="connsiteY39" fmla="*/ 693737 h 1160396"/>
              <a:gd name="connsiteX40" fmla="*/ 204263 w 1845768"/>
              <a:gd name="connsiteY40" fmla="*/ 665162 h 1160396"/>
              <a:gd name="connsiteX41" fmla="*/ 236013 w 1845768"/>
              <a:gd name="connsiteY41" fmla="*/ 600075 h 1160396"/>
              <a:gd name="connsiteX42" fmla="*/ 228605 w 1845768"/>
              <a:gd name="connsiteY42" fmla="*/ 498475 h 1160396"/>
              <a:gd name="connsiteX43" fmla="*/ 197913 w 1845768"/>
              <a:gd name="connsiteY43" fmla="*/ 447675 h 1160396"/>
              <a:gd name="connsiteX44" fmla="*/ 161400 w 1845768"/>
              <a:gd name="connsiteY44" fmla="*/ 414337 h 1160396"/>
              <a:gd name="connsiteX45" fmla="*/ 107425 w 1845768"/>
              <a:gd name="connsiteY45" fmla="*/ 404283 h 1160396"/>
              <a:gd name="connsiteX46" fmla="*/ 45513 w 1845768"/>
              <a:gd name="connsiteY46" fmla="*/ 447675 h 1160396"/>
              <a:gd name="connsiteX47" fmla="*/ 20113 w 1845768"/>
              <a:gd name="connsiteY47" fmla="*/ 485775 h 1160396"/>
              <a:gd name="connsiteX48" fmla="*/ 1063 w 1845768"/>
              <a:gd name="connsiteY48" fmla="*/ 403225 h 1160396"/>
              <a:gd name="connsiteX49" fmla="*/ 7413 w 1845768"/>
              <a:gd name="connsiteY49" fmla="*/ 295275 h 1160396"/>
              <a:gd name="connsiteX50" fmla="*/ 48688 w 1845768"/>
              <a:gd name="connsiteY50" fmla="*/ 177800 h 1160396"/>
              <a:gd name="connsiteX51" fmla="*/ 74088 w 1845768"/>
              <a:gd name="connsiteY51" fmla="*/ 114300 h 1160396"/>
              <a:gd name="connsiteX52" fmla="*/ 102663 w 1845768"/>
              <a:gd name="connsiteY52" fmla="*/ 53975 h 1160396"/>
              <a:gd name="connsiteX53" fmla="*/ 118538 w 1845768"/>
              <a:gd name="connsiteY53" fmla="*/ 0 h 1160396"/>
              <a:gd name="connsiteX0" fmla="*/ 118538 w 1845768"/>
              <a:gd name="connsiteY0" fmla="*/ 0 h 1160396"/>
              <a:gd name="connsiteX1" fmla="*/ 782113 w 1845768"/>
              <a:gd name="connsiteY1" fmla="*/ 6350 h 1160396"/>
              <a:gd name="connsiteX2" fmla="*/ 1156763 w 1845768"/>
              <a:gd name="connsiteY2" fmla="*/ 12700 h 1160396"/>
              <a:gd name="connsiteX3" fmla="*/ 1385363 w 1845768"/>
              <a:gd name="connsiteY3" fmla="*/ 22225 h 1160396"/>
              <a:gd name="connsiteX4" fmla="*/ 1604438 w 1845768"/>
              <a:gd name="connsiteY4" fmla="*/ 22225 h 1160396"/>
              <a:gd name="connsiteX5" fmla="*/ 1648888 w 1845768"/>
              <a:gd name="connsiteY5" fmla="*/ 33866 h 1160396"/>
              <a:gd name="connsiteX6" fmla="*/ 1709213 w 1845768"/>
              <a:gd name="connsiteY6" fmla="*/ 107950 h 1160396"/>
              <a:gd name="connsiteX7" fmla="*/ 1753663 w 1845768"/>
              <a:gd name="connsiteY7" fmla="*/ 219075 h 1160396"/>
              <a:gd name="connsiteX8" fmla="*/ 1794938 w 1845768"/>
              <a:gd name="connsiteY8" fmla="*/ 311150 h 1160396"/>
              <a:gd name="connsiteX9" fmla="*/ 1829863 w 1845768"/>
              <a:gd name="connsiteY9" fmla="*/ 422275 h 1160396"/>
              <a:gd name="connsiteX10" fmla="*/ 1833038 w 1845768"/>
              <a:gd name="connsiteY10" fmla="*/ 511175 h 1160396"/>
              <a:gd name="connsiteX11" fmla="*/ 1774300 w 1845768"/>
              <a:gd name="connsiteY11" fmla="*/ 477838 h 1160396"/>
              <a:gd name="connsiteX12" fmla="*/ 1701275 w 1845768"/>
              <a:gd name="connsiteY12" fmla="*/ 434975 h 1160396"/>
              <a:gd name="connsiteX13" fmla="*/ 1615550 w 1845768"/>
              <a:gd name="connsiteY13" fmla="*/ 454025 h 1160396"/>
              <a:gd name="connsiteX14" fmla="*/ 1564750 w 1845768"/>
              <a:gd name="connsiteY14" fmla="*/ 542925 h 1160396"/>
              <a:gd name="connsiteX15" fmla="*/ 1566338 w 1845768"/>
              <a:gd name="connsiteY15" fmla="*/ 646112 h 1160396"/>
              <a:gd name="connsiteX16" fmla="*/ 1631426 w 1845768"/>
              <a:gd name="connsiteY16" fmla="*/ 735012 h 1160396"/>
              <a:gd name="connsiteX17" fmla="*/ 1712388 w 1845768"/>
              <a:gd name="connsiteY17" fmla="*/ 736600 h 1160396"/>
              <a:gd name="connsiteX18" fmla="*/ 1766363 w 1845768"/>
              <a:gd name="connsiteY18" fmla="*/ 711200 h 1160396"/>
              <a:gd name="connsiteX19" fmla="*/ 1826688 w 1845768"/>
              <a:gd name="connsiteY19" fmla="*/ 682625 h 1160396"/>
              <a:gd name="connsiteX20" fmla="*/ 1845738 w 1845768"/>
              <a:gd name="connsiteY20" fmla="*/ 733425 h 1160396"/>
              <a:gd name="connsiteX21" fmla="*/ 1823513 w 1845768"/>
              <a:gd name="connsiteY21" fmla="*/ 847725 h 1160396"/>
              <a:gd name="connsiteX22" fmla="*/ 1763188 w 1845768"/>
              <a:gd name="connsiteY22" fmla="*/ 1000125 h 1160396"/>
              <a:gd name="connsiteX23" fmla="*/ 1728263 w 1845768"/>
              <a:gd name="connsiteY23" fmla="*/ 1069975 h 1160396"/>
              <a:gd name="connsiteX24" fmla="*/ 1664763 w 1845768"/>
              <a:gd name="connsiteY24" fmla="*/ 1127125 h 1160396"/>
              <a:gd name="connsiteX25" fmla="*/ 1537763 w 1845768"/>
              <a:gd name="connsiteY25" fmla="*/ 1158875 h 1160396"/>
              <a:gd name="connsiteX26" fmla="*/ 1207563 w 1845768"/>
              <a:gd name="connsiteY26" fmla="*/ 1155700 h 1160396"/>
              <a:gd name="connsiteX27" fmla="*/ 823388 w 1845768"/>
              <a:gd name="connsiteY27" fmla="*/ 1155700 h 1160396"/>
              <a:gd name="connsiteX28" fmla="*/ 496363 w 1845768"/>
              <a:gd name="connsiteY28" fmla="*/ 1146175 h 1160396"/>
              <a:gd name="connsiteX29" fmla="*/ 343963 w 1845768"/>
              <a:gd name="connsiteY29" fmla="*/ 1146175 h 1160396"/>
              <a:gd name="connsiteX30" fmla="*/ 261413 w 1845768"/>
              <a:gd name="connsiteY30" fmla="*/ 1139825 h 1160396"/>
              <a:gd name="connsiteX31" fmla="*/ 169338 w 1845768"/>
              <a:gd name="connsiteY31" fmla="*/ 1132417 h 1160396"/>
              <a:gd name="connsiteX32" fmla="*/ 131238 w 1845768"/>
              <a:gd name="connsiteY32" fmla="*/ 1073150 h 1160396"/>
              <a:gd name="connsiteX33" fmla="*/ 77263 w 1845768"/>
              <a:gd name="connsiteY33" fmla="*/ 955675 h 1160396"/>
              <a:gd name="connsiteX34" fmla="*/ 77263 w 1845768"/>
              <a:gd name="connsiteY34" fmla="*/ 955675 h 1160396"/>
              <a:gd name="connsiteX35" fmla="*/ 48688 w 1845768"/>
              <a:gd name="connsiteY35" fmla="*/ 831850 h 1160396"/>
              <a:gd name="connsiteX36" fmla="*/ 35988 w 1845768"/>
              <a:gd name="connsiteY36" fmla="*/ 727075 h 1160396"/>
              <a:gd name="connsiteX37" fmla="*/ 35988 w 1845768"/>
              <a:gd name="connsiteY37" fmla="*/ 644525 h 1160396"/>
              <a:gd name="connsiteX38" fmla="*/ 93138 w 1845768"/>
              <a:gd name="connsiteY38" fmla="*/ 682625 h 1160396"/>
              <a:gd name="connsiteX39" fmla="*/ 155580 w 1845768"/>
              <a:gd name="connsiteY39" fmla="*/ 693737 h 1160396"/>
              <a:gd name="connsiteX40" fmla="*/ 204263 w 1845768"/>
              <a:gd name="connsiteY40" fmla="*/ 665162 h 1160396"/>
              <a:gd name="connsiteX41" fmla="*/ 236013 w 1845768"/>
              <a:gd name="connsiteY41" fmla="*/ 600075 h 1160396"/>
              <a:gd name="connsiteX42" fmla="*/ 228605 w 1845768"/>
              <a:gd name="connsiteY42" fmla="*/ 498475 h 1160396"/>
              <a:gd name="connsiteX43" fmla="*/ 197913 w 1845768"/>
              <a:gd name="connsiteY43" fmla="*/ 447675 h 1160396"/>
              <a:gd name="connsiteX44" fmla="*/ 161400 w 1845768"/>
              <a:gd name="connsiteY44" fmla="*/ 414337 h 1160396"/>
              <a:gd name="connsiteX45" fmla="*/ 107425 w 1845768"/>
              <a:gd name="connsiteY45" fmla="*/ 404283 h 1160396"/>
              <a:gd name="connsiteX46" fmla="*/ 45513 w 1845768"/>
              <a:gd name="connsiteY46" fmla="*/ 447675 h 1160396"/>
              <a:gd name="connsiteX47" fmla="*/ 20113 w 1845768"/>
              <a:gd name="connsiteY47" fmla="*/ 485775 h 1160396"/>
              <a:gd name="connsiteX48" fmla="*/ 1063 w 1845768"/>
              <a:gd name="connsiteY48" fmla="*/ 403225 h 1160396"/>
              <a:gd name="connsiteX49" fmla="*/ 7413 w 1845768"/>
              <a:gd name="connsiteY49" fmla="*/ 295275 h 1160396"/>
              <a:gd name="connsiteX50" fmla="*/ 48688 w 1845768"/>
              <a:gd name="connsiteY50" fmla="*/ 177800 h 1160396"/>
              <a:gd name="connsiteX51" fmla="*/ 74088 w 1845768"/>
              <a:gd name="connsiteY51" fmla="*/ 114300 h 1160396"/>
              <a:gd name="connsiteX52" fmla="*/ 102663 w 1845768"/>
              <a:gd name="connsiteY52" fmla="*/ 53975 h 1160396"/>
              <a:gd name="connsiteX53" fmla="*/ 118538 w 1845768"/>
              <a:gd name="connsiteY53" fmla="*/ 0 h 1160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845768" h="1160396">
                <a:moveTo>
                  <a:pt x="118538" y="0"/>
                </a:moveTo>
                <a:lnTo>
                  <a:pt x="782113" y="6350"/>
                </a:lnTo>
                <a:lnTo>
                  <a:pt x="1156763" y="12700"/>
                </a:lnTo>
                <a:cubicBezTo>
                  <a:pt x="1257305" y="15346"/>
                  <a:pt x="1310751" y="20638"/>
                  <a:pt x="1385363" y="22225"/>
                </a:cubicBezTo>
                <a:cubicBezTo>
                  <a:pt x="1459975" y="23812"/>
                  <a:pt x="1560517" y="20285"/>
                  <a:pt x="1604438" y="22225"/>
                </a:cubicBezTo>
                <a:cubicBezTo>
                  <a:pt x="1648359" y="24165"/>
                  <a:pt x="1631426" y="19579"/>
                  <a:pt x="1648888" y="33866"/>
                </a:cubicBezTo>
                <a:cubicBezTo>
                  <a:pt x="1666350" y="48153"/>
                  <a:pt x="1691751" y="77082"/>
                  <a:pt x="1709213" y="107950"/>
                </a:cubicBezTo>
                <a:cubicBezTo>
                  <a:pt x="1726676" y="138818"/>
                  <a:pt x="1739375" y="185208"/>
                  <a:pt x="1753663" y="219075"/>
                </a:cubicBezTo>
                <a:cubicBezTo>
                  <a:pt x="1767951" y="252942"/>
                  <a:pt x="1782238" y="277283"/>
                  <a:pt x="1794938" y="311150"/>
                </a:cubicBezTo>
                <a:cubicBezTo>
                  <a:pt x="1807638" y="345017"/>
                  <a:pt x="1823513" y="388938"/>
                  <a:pt x="1829863" y="422275"/>
                </a:cubicBezTo>
                <a:cubicBezTo>
                  <a:pt x="1836213" y="455613"/>
                  <a:pt x="1842298" y="501915"/>
                  <a:pt x="1833038" y="511175"/>
                </a:cubicBezTo>
                <a:cubicBezTo>
                  <a:pt x="1823778" y="520435"/>
                  <a:pt x="1796260" y="490538"/>
                  <a:pt x="1774300" y="477838"/>
                </a:cubicBezTo>
                <a:cubicBezTo>
                  <a:pt x="1752340" y="465138"/>
                  <a:pt x="1727733" y="438944"/>
                  <a:pt x="1701275" y="434975"/>
                </a:cubicBezTo>
                <a:cubicBezTo>
                  <a:pt x="1674817" y="431006"/>
                  <a:pt x="1638304" y="436033"/>
                  <a:pt x="1615550" y="454025"/>
                </a:cubicBezTo>
                <a:cubicBezTo>
                  <a:pt x="1592796" y="472017"/>
                  <a:pt x="1572952" y="510911"/>
                  <a:pt x="1564750" y="542925"/>
                </a:cubicBezTo>
                <a:cubicBezTo>
                  <a:pt x="1556548" y="574939"/>
                  <a:pt x="1555225" y="614098"/>
                  <a:pt x="1566338" y="646112"/>
                </a:cubicBezTo>
                <a:cubicBezTo>
                  <a:pt x="1577451" y="678126"/>
                  <a:pt x="1607084" y="719931"/>
                  <a:pt x="1631426" y="735012"/>
                </a:cubicBezTo>
                <a:cubicBezTo>
                  <a:pt x="1655768" y="750093"/>
                  <a:pt x="1689899" y="740569"/>
                  <a:pt x="1712388" y="736600"/>
                </a:cubicBezTo>
                <a:cubicBezTo>
                  <a:pt x="1734877" y="732631"/>
                  <a:pt x="1766363" y="711200"/>
                  <a:pt x="1766363" y="711200"/>
                </a:cubicBezTo>
                <a:cubicBezTo>
                  <a:pt x="1785413" y="702204"/>
                  <a:pt x="1813459" y="678921"/>
                  <a:pt x="1826688" y="682625"/>
                </a:cubicBezTo>
                <a:cubicBezTo>
                  <a:pt x="1839917" y="686329"/>
                  <a:pt x="1846267" y="705908"/>
                  <a:pt x="1845738" y="733425"/>
                </a:cubicBezTo>
                <a:cubicBezTo>
                  <a:pt x="1845209" y="760942"/>
                  <a:pt x="1837271" y="803275"/>
                  <a:pt x="1823513" y="847725"/>
                </a:cubicBezTo>
                <a:cubicBezTo>
                  <a:pt x="1809755" y="892175"/>
                  <a:pt x="1779063" y="963083"/>
                  <a:pt x="1763188" y="1000125"/>
                </a:cubicBezTo>
                <a:cubicBezTo>
                  <a:pt x="1747313" y="1037167"/>
                  <a:pt x="1744667" y="1048808"/>
                  <a:pt x="1728263" y="1069975"/>
                </a:cubicBezTo>
                <a:cubicBezTo>
                  <a:pt x="1711859" y="1091142"/>
                  <a:pt x="1696513" y="1112308"/>
                  <a:pt x="1664763" y="1127125"/>
                </a:cubicBezTo>
                <a:cubicBezTo>
                  <a:pt x="1633013" y="1141942"/>
                  <a:pt x="1613963" y="1154113"/>
                  <a:pt x="1537763" y="1158875"/>
                </a:cubicBezTo>
                <a:cubicBezTo>
                  <a:pt x="1461563" y="1163637"/>
                  <a:pt x="1207563" y="1155700"/>
                  <a:pt x="1207563" y="1155700"/>
                </a:cubicBezTo>
                <a:lnTo>
                  <a:pt x="823388" y="1155700"/>
                </a:lnTo>
                <a:lnTo>
                  <a:pt x="496363" y="1146175"/>
                </a:lnTo>
                <a:cubicBezTo>
                  <a:pt x="416459" y="1144588"/>
                  <a:pt x="383121" y="1147233"/>
                  <a:pt x="343963" y="1146175"/>
                </a:cubicBezTo>
                <a:cubicBezTo>
                  <a:pt x="304805" y="1145117"/>
                  <a:pt x="290517" y="1142118"/>
                  <a:pt x="261413" y="1139825"/>
                </a:cubicBezTo>
                <a:cubicBezTo>
                  <a:pt x="232309" y="1137532"/>
                  <a:pt x="191034" y="1143529"/>
                  <a:pt x="169338" y="1132417"/>
                </a:cubicBezTo>
                <a:cubicBezTo>
                  <a:pt x="147642" y="1121305"/>
                  <a:pt x="146584" y="1102607"/>
                  <a:pt x="131238" y="1073150"/>
                </a:cubicBezTo>
                <a:cubicBezTo>
                  <a:pt x="115892" y="1043693"/>
                  <a:pt x="77263" y="955675"/>
                  <a:pt x="77263" y="955675"/>
                </a:cubicBezTo>
                <a:lnTo>
                  <a:pt x="77263" y="955675"/>
                </a:lnTo>
                <a:cubicBezTo>
                  <a:pt x="72501" y="935038"/>
                  <a:pt x="55567" y="869950"/>
                  <a:pt x="48688" y="831850"/>
                </a:cubicBezTo>
                <a:cubicBezTo>
                  <a:pt x="41809" y="793750"/>
                  <a:pt x="38105" y="758296"/>
                  <a:pt x="35988" y="727075"/>
                </a:cubicBezTo>
                <a:cubicBezTo>
                  <a:pt x="33871" y="695854"/>
                  <a:pt x="26463" y="651933"/>
                  <a:pt x="35988" y="644525"/>
                </a:cubicBezTo>
                <a:cubicBezTo>
                  <a:pt x="45513" y="637117"/>
                  <a:pt x="73206" y="674423"/>
                  <a:pt x="93138" y="682625"/>
                </a:cubicBezTo>
                <a:cubicBezTo>
                  <a:pt x="113070" y="690827"/>
                  <a:pt x="137059" y="696647"/>
                  <a:pt x="155580" y="693737"/>
                </a:cubicBezTo>
                <a:cubicBezTo>
                  <a:pt x="174101" y="690827"/>
                  <a:pt x="190858" y="680772"/>
                  <a:pt x="204263" y="665162"/>
                </a:cubicBezTo>
                <a:cubicBezTo>
                  <a:pt x="217669" y="649552"/>
                  <a:pt x="231956" y="627856"/>
                  <a:pt x="236013" y="600075"/>
                </a:cubicBezTo>
                <a:cubicBezTo>
                  <a:pt x="240070" y="572294"/>
                  <a:pt x="234955" y="523875"/>
                  <a:pt x="228605" y="498475"/>
                </a:cubicBezTo>
                <a:cubicBezTo>
                  <a:pt x="222255" y="473075"/>
                  <a:pt x="209114" y="461698"/>
                  <a:pt x="197913" y="447675"/>
                </a:cubicBezTo>
                <a:cubicBezTo>
                  <a:pt x="186712" y="433652"/>
                  <a:pt x="176481" y="421569"/>
                  <a:pt x="161400" y="414337"/>
                </a:cubicBezTo>
                <a:cubicBezTo>
                  <a:pt x="146319" y="407105"/>
                  <a:pt x="126739" y="398727"/>
                  <a:pt x="107425" y="404283"/>
                </a:cubicBezTo>
                <a:cubicBezTo>
                  <a:pt x="88111" y="409839"/>
                  <a:pt x="60065" y="434093"/>
                  <a:pt x="45513" y="447675"/>
                </a:cubicBezTo>
                <a:cubicBezTo>
                  <a:pt x="30961" y="461257"/>
                  <a:pt x="27521" y="493183"/>
                  <a:pt x="20113" y="485775"/>
                </a:cubicBezTo>
                <a:cubicBezTo>
                  <a:pt x="12705" y="478367"/>
                  <a:pt x="3180" y="434975"/>
                  <a:pt x="1063" y="403225"/>
                </a:cubicBezTo>
                <a:cubicBezTo>
                  <a:pt x="-1054" y="371475"/>
                  <a:pt x="-524" y="332846"/>
                  <a:pt x="7413" y="295275"/>
                </a:cubicBezTo>
                <a:cubicBezTo>
                  <a:pt x="15350" y="257704"/>
                  <a:pt x="37576" y="207962"/>
                  <a:pt x="48688" y="177800"/>
                </a:cubicBezTo>
                <a:cubicBezTo>
                  <a:pt x="59800" y="147638"/>
                  <a:pt x="65092" y="134938"/>
                  <a:pt x="74088" y="114300"/>
                </a:cubicBezTo>
                <a:cubicBezTo>
                  <a:pt x="83084" y="93663"/>
                  <a:pt x="96842" y="68262"/>
                  <a:pt x="102663" y="53975"/>
                </a:cubicBezTo>
                <a:cubicBezTo>
                  <a:pt x="108484" y="39688"/>
                  <a:pt x="108748" y="34131"/>
                  <a:pt x="118538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89120E-0CB0-4F37-3C7A-A1250057BBB5}"/>
              </a:ext>
            </a:extLst>
          </p:cNvPr>
          <p:cNvSpPr/>
          <p:nvPr/>
        </p:nvSpPr>
        <p:spPr>
          <a:xfrm>
            <a:off x="2808389" y="4376209"/>
            <a:ext cx="1836754" cy="1148770"/>
          </a:xfrm>
          <a:custGeom>
            <a:avLst/>
            <a:gdLst>
              <a:gd name="connsiteX0" fmla="*/ 88165 w 1825008"/>
              <a:gd name="connsiteY0" fmla="*/ 3484 h 1155429"/>
              <a:gd name="connsiteX1" fmla="*/ 1091465 w 1825008"/>
              <a:gd name="connsiteY1" fmla="*/ 11951 h 1155429"/>
              <a:gd name="connsiteX2" fmla="*/ 1442832 w 1825008"/>
              <a:gd name="connsiteY2" fmla="*/ 11951 h 1155429"/>
              <a:gd name="connsiteX3" fmla="*/ 1633332 w 1825008"/>
              <a:gd name="connsiteY3" fmla="*/ 28884 h 1155429"/>
              <a:gd name="connsiteX4" fmla="*/ 1701065 w 1825008"/>
              <a:gd name="connsiteY4" fmla="*/ 134718 h 1155429"/>
              <a:gd name="connsiteX5" fmla="*/ 1747632 w 1825008"/>
              <a:gd name="connsiteY5" fmla="*/ 274418 h 1155429"/>
              <a:gd name="connsiteX6" fmla="*/ 1789965 w 1825008"/>
              <a:gd name="connsiteY6" fmla="*/ 397184 h 1155429"/>
              <a:gd name="connsiteX7" fmla="*/ 1815365 w 1825008"/>
              <a:gd name="connsiteY7" fmla="*/ 507251 h 1155429"/>
              <a:gd name="connsiteX8" fmla="*/ 1760332 w 1825008"/>
              <a:gd name="connsiteY8" fmla="*/ 477618 h 1155429"/>
              <a:gd name="connsiteX9" fmla="*/ 1650265 w 1825008"/>
              <a:gd name="connsiteY9" fmla="*/ 439518 h 1155429"/>
              <a:gd name="connsiteX10" fmla="*/ 1569832 w 1825008"/>
              <a:gd name="connsiteY10" fmla="*/ 473384 h 1155429"/>
              <a:gd name="connsiteX11" fmla="*/ 1535965 w 1825008"/>
              <a:gd name="connsiteY11" fmla="*/ 579218 h 1155429"/>
              <a:gd name="connsiteX12" fmla="*/ 1561365 w 1825008"/>
              <a:gd name="connsiteY12" fmla="*/ 710451 h 1155429"/>
              <a:gd name="connsiteX13" fmla="*/ 1624865 w 1825008"/>
              <a:gd name="connsiteY13" fmla="*/ 752784 h 1155429"/>
              <a:gd name="connsiteX14" fmla="*/ 1734932 w 1825008"/>
              <a:gd name="connsiteY14" fmla="*/ 744318 h 1155429"/>
              <a:gd name="connsiteX15" fmla="*/ 1802665 w 1825008"/>
              <a:gd name="connsiteY15" fmla="*/ 710451 h 1155429"/>
              <a:gd name="connsiteX16" fmla="*/ 1823832 w 1825008"/>
              <a:gd name="connsiteY16" fmla="*/ 735851 h 1155429"/>
              <a:gd name="connsiteX17" fmla="*/ 1773032 w 1825008"/>
              <a:gd name="connsiteY17" fmla="*/ 909418 h 1155429"/>
              <a:gd name="connsiteX18" fmla="*/ 1726465 w 1825008"/>
              <a:gd name="connsiteY18" fmla="*/ 1023718 h 1155429"/>
              <a:gd name="connsiteX19" fmla="*/ 1654498 w 1825008"/>
              <a:gd name="connsiteY19" fmla="*/ 1138018 h 1155429"/>
              <a:gd name="connsiteX20" fmla="*/ 1430132 w 1825008"/>
              <a:gd name="connsiteY20" fmla="*/ 1154951 h 1155429"/>
              <a:gd name="connsiteX21" fmla="*/ 1061832 w 1825008"/>
              <a:gd name="connsiteY21" fmla="*/ 1146484 h 1155429"/>
              <a:gd name="connsiteX22" fmla="*/ 727398 w 1825008"/>
              <a:gd name="connsiteY22" fmla="*/ 1142251 h 1155429"/>
              <a:gd name="connsiteX23" fmla="*/ 397198 w 1825008"/>
              <a:gd name="connsiteY23" fmla="*/ 1129551 h 1155429"/>
              <a:gd name="connsiteX24" fmla="*/ 274432 w 1825008"/>
              <a:gd name="connsiteY24" fmla="*/ 1133784 h 1155429"/>
              <a:gd name="connsiteX25" fmla="*/ 160132 w 1825008"/>
              <a:gd name="connsiteY25" fmla="*/ 1125318 h 1155429"/>
              <a:gd name="connsiteX26" fmla="*/ 155898 w 1825008"/>
              <a:gd name="connsiteY26" fmla="*/ 1070284 h 1155429"/>
              <a:gd name="connsiteX27" fmla="*/ 219398 w 1825008"/>
              <a:gd name="connsiteY27" fmla="*/ 926351 h 1155429"/>
              <a:gd name="connsiteX28" fmla="*/ 265965 w 1825008"/>
              <a:gd name="connsiteY28" fmla="*/ 795118 h 1155429"/>
              <a:gd name="connsiteX29" fmla="*/ 278665 w 1825008"/>
              <a:gd name="connsiteY29" fmla="*/ 655418 h 1155429"/>
              <a:gd name="connsiteX30" fmla="*/ 198232 w 1825008"/>
              <a:gd name="connsiteY30" fmla="*/ 689284 h 1155429"/>
              <a:gd name="connsiteX31" fmla="*/ 105098 w 1825008"/>
              <a:gd name="connsiteY31" fmla="*/ 710451 h 1155429"/>
              <a:gd name="connsiteX32" fmla="*/ 11965 w 1825008"/>
              <a:gd name="connsiteY32" fmla="*/ 663884 h 1155429"/>
              <a:gd name="connsiteX33" fmla="*/ 3498 w 1825008"/>
              <a:gd name="connsiteY33" fmla="*/ 536884 h 1155429"/>
              <a:gd name="connsiteX34" fmla="*/ 33132 w 1825008"/>
              <a:gd name="connsiteY34" fmla="*/ 422584 h 1155429"/>
              <a:gd name="connsiteX35" fmla="*/ 109332 w 1825008"/>
              <a:gd name="connsiteY35" fmla="*/ 397184 h 1155429"/>
              <a:gd name="connsiteX36" fmla="*/ 181298 w 1825008"/>
              <a:gd name="connsiteY36" fmla="*/ 435284 h 1155429"/>
              <a:gd name="connsiteX37" fmla="*/ 244798 w 1825008"/>
              <a:gd name="connsiteY37" fmla="*/ 490318 h 1155429"/>
              <a:gd name="connsiteX38" fmla="*/ 274432 w 1825008"/>
              <a:gd name="connsiteY38" fmla="*/ 443751 h 1155429"/>
              <a:gd name="connsiteX39" fmla="*/ 223632 w 1825008"/>
              <a:gd name="connsiteY39" fmla="*/ 265951 h 1155429"/>
              <a:gd name="connsiteX40" fmla="*/ 172832 w 1825008"/>
              <a:gd name="connsiteY40" fmla="*/ 168584 h 1155429"/>
              <a:gd name="connsiteX41" fmla="*/ 134732 w 1825008"/>
              <a:gd name="connsiteY41" fmla="*/ 79684 h 1155429"/>
              <a:gd name="connsiteX42" fmla="*/ 88165 w 1825008"/>
              <a:gd name="connsiteY42" fmla="*/ 3484 h 1155429"/>
              <a:gd name="connsiteX0" fmla="*/ 196115 w 1825008"/>
              <a:gd name="connsiteY0" fmla="*/ 4068 h 1152838"/>
              <a:gd name="connsiteX1" fmla="*/ 1091465 w 1825008"/>
              <a:gd name="connsiteY1" fmla="*/ 9360 h 1152838"/>
              <a:gd name="connsiteX2" fmla="*/ 1442832 w 1825008"/>
              <a:gd name="connsiteY2" fmla="*/ 9360 h 1152838"/>
              <a:gd name="connsiteX3" fmla="*/ 1633332 w 1825008"/>
              <a:gd name="connsiteY3" fmla="*/ 26293 h 1152838"/>
              <a:gd name="connsiteX4" fmla="*/ 1701065 w 1825008"/>
              <a:gd name="connsiteY4" fmla="*/ 132127 h 1152838"/>
              <a:gd name="connsiteX5" fmla="*/ 1747632 w 1825008"/>
              <a:gd name="connsiteY5" fmla="*/ 271827 h 1152838"/>
              <a:gd name="connsiteX6" fmla="*/ 1789965 w 1825008"/>
              <a:gd name="connsiteY6" fmla="*/ 394593 h 1152838"/>
              <a:gd name="connsiteX7" fmla="*/ 1815365 w 1825008"/>
              <a:gd name="connsiteY7" fmla="*/ 504660 h 1152838"/>
              <a:gd name="connsiteX8" fmla="*/ 1760332 w 1825008"/>
              <a:gd name="connsiteY8" fmla="*/ 475027 h 1152838"/>
              <a:gd name="connsiteX9" fmla="*/ 1650265 w 1825008"/>
              <a:gd name="connsiteY9" fmla="*/ 436927 h 1152838"/>
              <a:gd name="connsiteX10" fmla="*/ 1569832 w 1825008"/>
              <a:gd name="connsiteY10" fmla="*/ 470793 h 1152838"/>
              <a:gd name="connsiteX11" fmla="*/ 1535965 w 1825008"/>
              <a:gd name="connsiteY11" fmla="*/ 576627 h 1152838"/>
              <a:gd name="connsiteX12" fmla="*/ 1561365 w 1825008"/>
              <a:gd name="connsiteY12" fmla="*/ 707860 h 1152838"/>
              <a:gd name="connsiteX13" fmla="*/ 1624865 w 1825008"/>
              <a:gd name="connsiteY13" fmla="*/ 750193 h 1152838"/>
              <a:gd name="connsiteX14" fmla="*/ 1734932 w 1825008"/>
              <a:gd name="connsiteY14" fmla="*/ 741727 h 1152838"/>
              <a:gd name="connsiteX15" fmla="*/ 1802665 w 1825008"/>
              <a:gd name="connsiteY15" fmla="*/ 707860 h 1152838"/>
              <a:gd name="connsiteX16" fmla="*/ 1823832 w 1825008"/>
              <a:gd name="connsiteY16" fmla="*/ 733260 h 1152838"/>
              <a:gd name="connsiteX17" fmla="*/ 1773032 w 1825008"/>
              <a:gd name="connsiteY17" fmla="*/ 906827 h 1152838"/>
              <a:gd name="connsiteX18" fmla="*/ 1726465 w 1825008"/>
              <a:gd name="connsiteY18" fmla="*/ 1021127 h 1152838"/>
              <a:gd name="connsiteX19" fmla="*/ 1654498 w 1825008"/>
              <a:gd name="connsiteY19" fmla="*/ 1135427 h 1152838"/>
              <a:gd name="connsiteX20" fmla="*/ 1430132 w 1825008"/>
              <a:gd name="connsiteY20" fmla="*/ 1152360 h 1152838"/>
              <a:gd name="connsiteX21" fmla="*/ 1061832 w 1825008"/>
              <a:gd name="connsiteY21" fmla="*/ 1143893 h 1152838"/>
              <a:gd name="connsiteX22" fmla="*/ 727398 w 1825008"/>
              <a:gd name="connsiteY22" fmla="*/ 1139660 h 1152838"/>
              <a:gd name="connsiteX23" fmla="*/ 397198 w 1825008"/>
              <a:gd name="connsiteY23" fmla="*/ 1126960 h 1152838"/>
              <a:gd name="connsiteX24" fmla="*/ 274432 w 1825008"/>
              <a:gd name="connsiteY24" fmla="*/ 1131193 h 1152838"/>
              <a:gd name="connsiteX25" fmla="*/ 160132 w 1825008"/>
              <a:gd name="connsiteY25" fmla="*/ 1122727 h 1152838"/>
              <a:gd name="connsiteX26" fmla="*/ 155898 w 1825008"/>
              <a:gd name="connsiteY26" fmla="*/ 1067693 h 1152838"/>
              <a:gd name="connsiteX27" fmla="*/ 219398 w 1825008"/>
              <a:gd name="connsiteY27" fmla="*/ 923760 h 1152838"/>
              <a:gd name="connsiteX28" fmla="*/ 265965 w 1825008"/>
              <a:gd name="connsiteY28" fmla="*/ 792527 h 1152838"/>
              <a:gd name="connsiteX29" fmla="*/ 278665 w 1825008"/>
              <a:gd name="connsiteY29" fmla="*/ 652827 h 1152838"/>
              <a:gd name="connsiteX30" fmla="*/ 198232 w 1825008"/>
              <a:gd name="connsiteY30" fmla="*/ 686693 h 1152838"/>
              <a:gd name="connsiteX31" fmla="*/ 105098 w 1825008"/>
              <a:gd name="connsiteY31" fmla="*/ 707860 h 1152838"/>
              <a:gd name="connsiteX32" fmla="*/ 11965 w 1825008"/>
              <a:gd name="connsiteY32" fmla="*/ 661293 h 1152838"/>
              <a:gd name="connsiteX33" fmla="*/ 3498 w 1825008"/>
              <a:gd name="connsiteY33" fmla="*/ 534293 h 1152838"/>
              <a:gd name="connsiteX34" fmla="*/ 33132 w 1825008"/>
              <a:gd name="connsiteY34" fmla="*/ 419993 h 1152838"/>
              <a:gd name="connsiteX35" fmla="*/ 109332 w 1825008"/>
              <a:gd name="connsiteY35" fmla="*/ 394593 h 1152838"/>
              <a:gd name="connsiteX36" fmla="*/ 181298 w 1825008"/>
              <a:gd name="connsiteY36" fmla="*/ 432693 h 1152838"/>
              <a:gd name="connsiteX37" fmla="*/ 244798 w 1825008"/>
              <a:gd name="connsiteY37" fmla="*/ 487727 h 1152838"/>
              <a:gd name="connsiteX38" fmla="*/ 274432 w 1825008"/>
              <a:gd name="connsiteY38" fmla="*/ 441160 h 1152838"/>
              <a:gd name="connsiteX39" fmla="*/ 223632 w 1825008"/>
              <a:gd name="connsiteY39" fmla="*/ 263360 h 1152838"/>
              <a:gd name="connsiteX40" fmla="*/ 172832 w 1825008"/>
              <a:gd name="connsiteY40" fmla="*/ 165993 h 1152838"/>
              <a:gd name="connsiteX41" fmla="*/ 134732 w 1825008"/>
              <a:gd name="connsiteY41" fmla="*/ 77093 h 1152838"/>
              <a:gd name="connsiteX42" fmla="*/ 196115 w 1825008"/>
              <a:gd name="connsiteY42" fmla="*/ 4068 h 1152838"/>
              <a:gd name="connsiteX0" fmla="*/ 196115 w 1825008"/>
              <a:gd name="connsiteY0" fmla="*/ 4068 h 1152838"/>
              <a:gd name="connsiteX1" fmla="*/ 1091465 w 1825008"/>
              <a:gd name="connsiteY1" fmla="*/ 9360 h 1152838"/>
              <a:gd name="connsiteX2" fmla="*/ 1442832 w 1825008"/>
              <a:gd name="connsiteY2" fmla="*/ 9360 h 1152838"/>
              <a:gd name="connsiteX3" fmla="*/ 1633332 w 1825008"/>
              <a:gd name="connsiteY3" fmla="*/ 26293 h 1152838"/>
              <a:gd name="connsiteX4" fmla="*/ 1701065 w 1825008"/>
              <a:gd name="connsiteY4" fmla="*/ 132127 h 1152838"/>
              <a:gd name="connsiteX5" fmla="*/ 1747632 w 1825008"/>
              <a:gd name="connsiteY5" fmla="*/ 271827 h 1152838"/>
              <a:gd name="connsiteX6" fmla="*/ 1789965 w 1825008"/>
              <a:gd name="connsiteY6" fmla="*/ 394593 h 1152838"/>
              <a:gd name="connsiteX7" fmla="*/ 1815365 w 1825008"/>
              <a:gd name="connsiteY7" fmla="*/ 504660 h 1152838"/>
              <a:gd name="connsiteX8" fmla="*/ 1760332 w 1825008"/>
              <a:gd name="connsiteY8" fmla="*/ 475027 h 1152838"/>
              <a:gd name="connsiteX9" fmla="*/ 1650265 w 1825008"/>
              <a:gd name="connsiteY9" fmla="*/ 436927 h 1152838"/>
              <a:gd name="connsiteX10" fmla="*/ 1569832 w 1825008"/>
              <a:gd name="connsiteY10" fmla="*/ 470793 h 1152838"/>
              <a:gd name="connsiteX11" fmla="*/ 1535965 w 1825008"/>
              <a:gd name="connsiteY11" fmla="*/ 576627 h 1152838"/>
              <a:gd name="connsiteX12" fmla="*/ 1561365 w 1825008"/>
              <a:gd name="connsiteY12" fmla="*/ 707860 h 1152838"/>
              <a:gd name="connsiteX13" fmla="*/ 1624865 w 1825008"/>
              <a:gd name="connsiteY13" fmla="*/ 750193 h 1152838"/>
              <a:gd name="connsiteX14" fmla="*/ 1734932 w 1825008"/>
              <a:gd name="connsiteY14" fmla="*/ 741727 h 1152838"/>
              <a:gd name="connsiteX15" fmla="*/ 1802665 w 1825008"/>
              <a:gd name="connsiteY15" fmla="*/ 707860 h 1152838"/>
              <a:gd name="connsiteX16" fmla="*/ 1823832 w 1825008"/>
              <a:gd name="connsiteY16" fmla="*/ 733260 h 1152838"/>
              <a:gd name="connsiteX17" fmla="*/ 1773032 w 1825008"/>
              <a:gd name="connsiteY17" fmla="*/ 906827 h 1152838"/>
              <a:gd name="connsiteX18" fmla="*/ 1726465 w 1825008"/>
              <a:gd name="connsiteY18" fmla="*/ 1021127 h 1152838"/>
              <a:gd name="connsiteX19" fmla="*/ 1654498 w 1825008"/>
              <a:gd name="connsiteY19" fmla="*/ 1135427 h 1152838"/>
              <a:gd name="connsiteX20" fmla="*/ 1430132 w 1825008"/>
              <a:gd name="connsiteY20" fmla="*/ 1152360 h 1152838"/>
              <a:gd name="connsiteX21" fmla="*/ 1061832 w 1825008"/>
              <a:gd name="connsiteY21" fmla="*/ 1143893 h 1152838"/>
              <a:gd name="connsiteX22" fmla="*/ 727398 w 1825008"/>
              <a:gd name="connsiteY22" fmla="*/ 1139660 h 1152838"/>
              <a:gd name="connsiteX23" fmla="*/ 397198 w 1825008"/>
              <a:gd name="connsiteY23" fmla="*/ 1126960 h 1152838"/>
              <a:gd name="connsiteX24" fmla="*/ 274432 w 1825008"/>
              <a:gd name="connsiteY24" fmla="*/ 1131193 h 1152838"/>
              <a:gd name="connsiteX25" fmla="*/ 160132 w 1825008"/>
              <a:gd name="connsiteY25" fmla="*/ 1122727 h 1152838"/>
              <a:gd name="connsiteX26" fmla="*/ 155898 w 1825008"/>
              <a:gd name="connsiteY26" fmla="*/ 1067693 h 1152838"/>
              <a:gd name="connsiteX27" fmla="*/ 219398 w 1825008"/>
              <a:gd name="connsiteY27" fmla="*/ 923760 h 1152838"/>
              <a:gd name="connsiteX28" fmla="*/ 265965 w 1825008"/>
              <a:gd name="connsiteY28" fmla="*/ 792527 h 1152838"/>
              <a:gd name="connsiteX29" fmla="*/ 278665 w 1825008"/>
              <a:gd name="connsiteY29" fmla="*/ 652827 h 1152838"/>
              <a:gd name="connsiteX30" fmla="*/ 198232 w 1825008"/>
              <a:gd name="connsiteY30" fmla="*/ 686693 h 1152838"/>
              <a:gd name="connsiteX31" fmla="*/ 105098 w 1825008"/>
              <a:gd name="connsiteY31" fmla="*/ 707860 h 1152838"/>
              <a:gd name="connsiteX32" fmla="*/ 11965 w 1825008"/>
              <a:gd name="connsiteY32" fmla="*/ 661293 h 1152838"/>
              <a:gd name="connsiteX33" fmla="*/ 3498 w 1825008"/>
              <a:gd name="connsiteY33" fmla="*/ 534293 h 1152838"/>
              <a:gd name="connsiteX34" fmla="*/ 33132 w 1825008"/>
              <a:gd name="connsiteY34" fmla="*/ 419993 h 1152838"/>
              <a:gd name="connsiteX35" fmla="*/ 109332 w 1825008"/>
              <a:gd name="connsiteY35" fmla="*/ 394593 h 1152838"/>
              <a:gd name="connsiteX36" fmla="*/ 181298 w 1825008"/>
              <a:gd name="connsiteY36" fmla="*/ 432693 h 1152838"/>
              <a:gd name="connsiteX37" fmla="*/ 244798 w 1825008"/>
              <a:gd name="connsiteY37" fmla="*/ 487727 h 1152838"/>
              <a:gd name="connsiteX38" fmla="*/ 274432 w 1825008"/>
              <a:gd name="connsiteY38" fmla="*/ 441160 h 1152838"/>
              <a:gd name="connsiteX39" fmla="*/ 223632 w 1825008"/>
              <a:gd name="connsiteY39" fmla="*/ 263360 h 1152838"/>
              <a:gd name="connsiteX40" fmla="*/ 172832 w 1825008"/>
              <a:gd name="connsiteY40" fmla="*/ 165993 h 1152838"/>
              <a:gd name="connsiteX41" fmla="*/ 134732 w 1825008"/>
              <a:gd name="connsiteY41" fmla="*/ 77093 h 1152838"/>
              <a:gd name="connsiteX42" fmla="*/ 196115 w 1825008"/>
              <a:gd name="connsiteY42" fmla="*/ 4068 h 1152838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09910 w 1825586"/>
              <a:gd name="connsiteY35" fmla="*/ 390525 h 1148770"/>
              <a:gd name="connsiteX36" fmla="*/ 181876 w 1825586"/>
              <a:gd name="connsiteY36" fmla="*/ 42862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81876 w 1825586"/>
              <a:gd name="connsiteY36" fmla="*/ 42862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92460 w 1825586"/>
              <a:gd name="connsiteY36" fmla="*/ 43497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92460 w 1825586"/>
              <a:gd name="connsiteY36" fmla="*/ 434975 h 1148770"/>
              <a:gd name="connsiteX37" fmla="*/ 251726 w 1825586"/>
              <a:gd name="connsiteY37" fmla="*/ 481542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201345 w 1830238"/>
              <a:gd name="connsiteY0" fmla="*/ 0 h 1148770"/>
              <a:gd name="connsiteX1" fmla="*/ 1096695 w 1830238"/>
              <a:gd name="connsiteY1" fmla="*/ 5292 h 1148770"/>
              <a:gd name="connsiteX2" fmla="*/ 1448062 w 1830238"/>
              <a:gd name="connsiteY2" fmla="*/ 5292 h 1148770"/>
              <a:gd name="connsiteX3" fmla="*/ 1638562 w 1830238"/>
              <a:gd name="connsiteY3" fmla="*/ 22225 h 1148770"/>
              <a:gd name="connsiteX4" fmla="*/ 1706295 w 1830238"/>
              <a:gd name="connsiteY4" fmla="*/ 128059 h 1148770"/>
              <a:gd name="connsiteX5" fmla="*/ 1752862 w 1830238"/>
              <a:gd name="connsiteY5" fmla="*/ 267759 h 1148770"/>
              <a:gd name="connsiteX6" fmla="*/ 1795195 w 1830238"/>
              <a:gd name="connsiteY6" fmla="*/ 390525 h 1148770"/>
              <a:gd name="connsiteX7" fmla="*/ 1820595 w 1830238"/>
              <a:gd name="connsiteY7" fmla="*/ 500592 h 1148770"/>
              <a:gd name="connsiteX8" fmla="*/ 1765562 w 1830238"/>
              <a:gd name="connsiteY8" fmla="*/ 470959 h 1148770"/>
              <a:gd name="connsiteX9" fmla="*/ 1655495 w 1830238"/>
              <a:gd name="connsiteY9" fmla="*/ 432859 h 1148770"/>
              <a:gd name="connsiteX10" fmla="*/ 1575062 w 1830238"/>
              <a:gd name="connsiteY10" fmla="*/ 466725 h 1148770"/>
              <a:gd name="connsiteX11" fmla="*/ 1541195 w 1830238"/>
              <a:gd name="connsiteY11" fmla="*/ 572559 h 1148770"/>
              <a:gd name="connsiteX12" fmla="*/ 1566595 w 1830238"/>
              <a:gd name="connsiteY12" fmla="*/ 703792 h 1148770"/>
              <a:gd name="connsiteX13" fmla="*/ 1630095 w 1830238"/>
              <a:gd name="connsiteY13" fmla="*/ 746125 h 1148770"/>
              <a:gd name="connsiteX14" fmla="*/ 1740162 w 1830238"/>
              <a:gd name="connsiteY14" fmla="*/ 737659 h 1148770"/>
              <a:gd name="connsiteX15" fmla="*/ 1807895 w 1830238"/>
              <a:gd name="connsiteY15" fmla="*/ 703792 h 1148770"/>
              <a:gd name="connsiteX16" fmla="*/ 1829062 w 1830238"/>
              <a:gd name="connsiteY16" fmla="*/ 729192 h 1148770"/>
              <a:gd name="connsiteX17" fmla="*/ 1778262 w 1830238"/>
              <a:gd name="connsiteY17" fmla="*/ 902759 h 1148770"/>
              <a:gd name="connsiteX18" fmla="*/ 1731695 w 1830238"/>
              <a:gd name="connsiteY18" fmla="*/ 1017059 h 1148770"/>
              <a:gd name="connsiteX19" fmla="*/ 1659728 w 1830238"/>
              <a:gd name="connsiteY19" fmla="*/ 1131359 h 1148770"/>
              <a:gd name="connsiteX20" fmla="*/ 1435362 w 1830238"/>
              <a:gd name="connsiteY20" fmla="*/ 1148292 h 1148770"/>
              <a:gd name="connsiteX21" fmla="*/ 1067062 w 1830238"/>
              <a:gd name="connsiteY21" fmla="*/ 1139825 h 1148770"/>
              <a:gd name="connsiteX22" fmla="*/ 732628 w 1830238"/>
              <a:gd name="connsiteY22" fmla="*/ 1135592 h 1148770"/>
              <a:gd name="connsiteX23" fmla="*/ 402428 w 1830238"/>
              <a:gd name="connsiteY23" fmla="*/ 1122892 h 1148770"/>
              <a:gd name="connsiteX24" fmla="*/ 279662 w 1830238"/>
              <a:gd name="connsiteY24" fmla="*/ 1127125 h 1148770"/>
              <a:gd name="connsiteX25" fmla="*/ 165362 w 1830238"/>
              <a:gd name="connsiteY25" fmla="*/ 1118659 h 1148770"/>
              <a:gd name="connsiteX26" fmla="*/ 161128 w 1830238"/>
              <a:gd name="connsiteY26" fmla="*/ 1063625 h 1148770"/>
              <a:gd name="connsiteX27" fmla="*/ 224628 w 1830238"/>
              <a:gd name="connsiteY27" fmla="*/ 919692 h 1148770"/>
              <a:gd name="connsiteX28" fmla="*/ 271195 w 1830238"/>
              <a:gd name="connsiteY28" fmla="*/ 788459 h 1148770"/>
              <a:gd name="connsiteX29" fmla="*/ 283895 w 1830238"/>
              <a:gd name="connsiteY29" fmla="*/ 648759 h 1148770"/>
              <a:gd name="connsiteX30" fmla="*/ 203462 w 1830238"/>
              <a:gd name="connsiteY30" fmla="*/ 682625 h 1148770"/>
              <a:gd name="connsiteX31" fmla="*/ 110328 w 1830238"/>
              <a:gd name="connsiteY31" fmla="*/ 703792 h 1148770"/>
              <a:gd name="connsiteX32" fmla="*/ 17195 w 1830238"/>
              <a:gd name="connsiteY32" fmla="*/ 657225 h 1148770"/>
              <a:gd name="connsiteX33" fmla="*/ 2378 w 1830238"/>
              <a:gd name="connsiteY33" fmla="*/ 530225 h 1148770"/>
              <a:gd name="connsiteX34" fmla="*/ 46828 w 1830238"/>
              <a:gd name="connsiteY34" fmla="*/ 428625 h 1148770"/>
              <a:gd name="connsiteX35" fmla="*/ 120912 w 1830238"/>
              <a:gd name="connsiteY35" fmla="*/ 392641 h 1148770"/>
              <a:gd name="connsiteX36" fmla="*/ 197112 w 1830238"/>
              <a:gd name="connsiteY36" fmla="*/ 434975 h 1148770"/>
              <a:gd name="connsiteX37" fmla="*/ 256378 w 1830238"/>
              <a:gd name="connsiteY37" fmla="*/ 481542 h 1148770"/>
              <a:gd name="connsiteX38" fmla="*/ 279662 w 1830238"/>
              <a:gd name="connsiteY38" fmla="*/ 437092 h 1148770"/>
              <a:gd name="connsiteX39" fmla="*/ 228862 w 1830238"/>
              <a:gd name="connsiteY39" fmla="*/ 259292 h 1148770"/>
              <a:gd name="connsiteX40" fmla="*/ 178062 w 1830238"/>
              <a:gd name="connsiteY40" fmla="*/ 161925 h 1148770"/>
              <a:gd name="connsiteX41" fmla="*/ 139962 w 1830238"/>
              <a:gd name="connsiteY41" fmla="*/ 73025 h 1148770"/>
              <a:gd name="connsiteX42" fmla="*/ 201345 w 1830238"/>
              <a:gd name="connsiteY42" fmla="*/ 0 h 1148770"/>
              <a:gd name="connsiteX0" fmla="*/ 201414 w 1830307"/>
              <a:gd name="connsiteY0" fmla="*/ 0 h 1148770"/>
              <a:gd name="connsiteX1" fmla="*/ 1096764 w 1830307"/>
              <a:gd name="connsiteY1" fmla="*/ 5292 h 1148770"/>
              <a:gd name="connsiteX2" fmla="*/ 1448131 w 1830307"/>
              <a:gd name="connsiteY2" fmla="*/ 5292 h 1148770"/>
              <a:gd name="connsiteX3" fmla="*/ 1638631 w 1830307"/>
              <a:gd name="connsiteY3" fmla="*/ 22225 h 1148770"/>
              <a:gd name="connsiteX4" fmla="*/ 1706364 w 1830307"/>
              <a:gd name="connsiteY4" fmla="*/ 128059 h 1148770"/>
              <a:gd name="connsiteX5" fmla="*/ 1752931 w 1830307"/>
              <a:gd name="connsiteY5" fmla="*/ 267759 h 1148770"/>
              <a:gd name="connsiteX6" fmla="*/ 1795264 w 1830307"/>
              <a:gd name="connsiteY6" fmla="*/ 390525 h 1148770"/>
              <a:gd name="connsiteX7" fmla="*/ 1820664 w 1830307"/>
              <a:gd name="connsiteY7" fmla="*/ 500592 h 1148770"/>
              <a:gd name="connsiteX8" fmla="*/ 1765631 w 1830307"/>
              <a:gd name="connsiteY8" fmla="*/ 470959 h 1148770"/>
              <a:gd name="connsiteX9" fmla="*/ 1655564 w 1830307"/>
              <a:gd name="connsiteY9" fmla="*/ 432859 h 1148770"/>
              <a:gd name="connsiteX10" fmla="*/ 1575131 w 1830307"/>
              <a:gd name="connsiteY10" fmla="*/ 466725 h 1148770"/>
              <a:gd name="connsiteX11" fmla="*/ 1541264 w 1830307"/>
              <a:gd name="connsiteY11" fmla="*/ 572559 h 1148770"/>
              <a:gd name="connsiteX12" fmla="*/ 1566664 w 1830307"/>
              <a:gd name="connsiteY12" fmla="*/ 703792 h 1148770"/>
              <a:gd name="connsiteX13" fmla="*/ 1630164 w 1830307"/>
              <a:gd name="connsiteY13" fmla="*/ 746125 h 1148770"/>
              <a:gd name="connsiteX14" fmla="*/ 1740231 w 1830307"/>
              <a:gd name="connsiteY14" fmla="*/ 737659 h 1148770"/>
              <a:gd name="connsiteX15" fmla="*/ 1807964 w 1830307"/>
              <a:gd name="connsiteY15" fmla="*/ 703792 h 1148770"/>
              <a:gd name="connsiteX16" fmla="*/ 1829131 w 1830307"/>
              <a:gd name="connsiteY16" fmla="*/ 729192 h 1148770"/>
              <a:gd name="connsiteX17" fmla="*/ 1778331 w 1830307"/>
              <a:gd name="connsiteY17" fmla="*/ 902759 h 1148770"/>
              <a:gd name="connsiteX18" fmla="*/ 1731764 w 1830307"/>
              <a:gd name="connsiteY18" fmla="*/ 1017059 h 1148770"/>
              <a:gd name="connsiteX19" fmla="*/ 1659797 w 1830307"/>
              <a:gd name="connsiteY19" fmla="*/ 1131359 h 1148770"/>
              <a:gd name="connsiteX20" fmla="*/ 1435431 w 1830307"/>
              <a:gd name="connsiteY20" fmla="*/ 1148292 h 1148770"/>
              <a:gd name="connsiteX21" fmla="*/ 1067131 w 1830307"/>
              <a:gd name="connsiteY21" fmla="*/ 1139825 h 1148770"/>
              <a:gd name="connsiteX22" fmla="*/ 732697 w 1830307"/>
              <a:gd name="connsiteY22" fmla="*/ 1135592 h 1148770"/>
              <a:gd name="connsiteX23" fmla="*/ 402497 w 1830307"/>
              <a:gd name="connsiteY23" fmla="*/ 1122892 h 1148770"/>
              <a:gd name="connsiteX24" fmla="*/ 279731 w 1830307"/>
              <a:gd name="connsiteY24" fmla="*/ 1127125 h 1148770"/>
              <a:gd name="connsiteX25" fmla="*/ 165431 w 1830307"/>
              <a:gd name="connsiteY25" fmla="*/ 1118659 h 1148770"/>
              <a:gd name="connsiteX26" fmla="*/ 161197 w 1830307"/>
              <a:gd name="connsiteY26" fmla="*/ 1063625 h 1148770"/>
              <a:gd name="connsiteX27" fmla="*/ 224697 w 1830307"/>
              <a:gd name="connsiteY27" fmla="*/ 919692 h 1148770"/>
              <a:gd name="connsiteX28" fmla="*/ 271264 w 1830307"/>
              <a:gd name="connsiteY28" fmla="*/ 788459 h 1148770"/>
              <a:gd name="connsiteX29" fmla="*/ 283964 w 1830307"/>
              <a:gd name="connsiteY29" fmla="*/ 648759 h 1148770"/>
              <a:gd name="connsiteX30" fmla="*/ 203531 w 1830307"/>
              <a:gd name="connsiteY30" fmla="*/ 682625 h 1148770"/>
              <a:gd name="connsiteX31" fmla="*/ 112513 w 1830307"/>
              <a:gd name="connsiteY31" fmla="*/ 710142 h 1148770"/>
              <a:gd name="connsiteX32" fmla="*/ 17264 w 1830307"/>
              <a:gd name="connsiteY32" fmla="*/ 657225 h 1148770"/>
              <a:gd name="connsiteX33" fmla="*/ 2447 w 1830307"/>
              <a:gd name="connsiteY33" fmla="*/ 530225 h 1148770"/>
              <a:gd name="connsiteX34" fmla="*/ 46897 w 1830307"/>
              <a:gd name="connsiteY34" fmla="*/ 428625 h 1148770"/>
              <a:gd name="connsiteX35" fmla="*/ 120981 w 1830307"/>
              <a:gd name="connsiteY35" fmla="*/ 392641 h 1148770"/>
              <a:gd name="connsiteX36" fmla="*/ 197181 w 1830307"/>
              <a:gd name="connsiteY36" fmla="*/ 434975 h 1148770"/>
              <a:gd name="connsiteX37" fmla="*/ 256447 w 1830307"/>
              <a:gd name="connsiteY37" fmla="*/ 481542 h 1148770"/>
              <a:gd name="connsiteX38" fmla="*/ 279731 w 1830307"/>
              <a:gd name="connsiteY38" fmla="*/ 437092 h 1148770"/>
              <a:gd name="connsiteX39" fmla="*/ 228931 w 1830307"/>
              <a:gd name="connsiteY39" fmla="*/ 259292 h 1148770"/>
              <a:gd name="connsiteX40" fmla="*/ 178131 w 1830307"/>
              <a:gd name="connsiteY40" fmla="*/ 161925 h 1148770"/>
              <a:gd name="connsiteX41" fmla="*/ 140031 w 1830307"/>
              <a:gd name="connsiteY41" fmla="*/ 73025 h 1148770"/>
              <a:gd name="connsiteX42" fmla="*/ 201414 w 1830307"/>
              <a:gd name="connsiteY42" fmla="*/ 0 h 1148770"/>
              <a:gd name="connsiteX0" fmla="*/ 199753 w 1828646"/>
              <a:gd name="connsiteY0" fmla="*/ 0 h 1148770"/>
              <a:gd name="connsiteX1" fmla="*/ 1095103 w 1828646"/>
              <a:gd name="connsiteY1" fmla="*/ 5292 h 1148770"/>
              <a:gd name="connsiteX2" fmla="*/ 1446470 w 1828646"/>
              <a:gd name="connsiteY2" fmla="*/ 5292 h 1148770"/>
              <a:gd name="connsiteX3" fmla="*/ 1636970 w 1828646"/>
              <a:gd name="connsiteY3" fmla="*/ 22225 h 1148770"/>
              <a:gd name="connsiteX4" fmla="*/ 1704703 w 1828646"/>
              <a:gd name="connsiteY4" fmla="*/ 128059 h 1148770"/>
              <a:gd name="connsiteX5" fmla="*/ 1751270 w 1828646"/>
              <a:gd name="connsiteY5" fmla="*/ 267759 h 1148770"/>
              <a:gd name="connsiteX6" fmla="*/ 1793603 w 1828646"/>
              <a:gd name="connsiteY6" fmla="*/ 390525 h 1148770"/>
              <a:gd name="connsiteX7" fmla="*/ 1819003 w 1828646"/>
              <a:gd name="connsiteY7" fmla="*/ 500592 h 1148770"/>
              <a:gd name="connsiteX8" fmla="*/ 1763970 w 1828646"/>
              <a:gd name="connsiteY8" fmla="*/ 470959 h 1148770"/>
              <a:gd name="connsiteX9" fmla="*/ 1653903 w 1828646"/>
              <a:gd name="connsiteY9" fmla="*/ 432859 h 1148770"/>
              <a:gd name="connsiteX10" fmla="*/ 1573470 w 1828646"/>
              <a:gd name="connsiteY10" fmla="*/ 466725 h 1148770"/>
              <a:gd name="connsiteX11" fmla="*/ 1539603 w 1828646"/>
              <a:gd name="connsiteY11" fmla="*/ 572559 h 1148770"/>
              <a:gd name="connsiteX12" fmla="*/ 1565003 w 1828646"/>
              <a:gd name="connsiteY12" fmla="*/ 703792 h 1148770"/>
              <a:gd name="connsiteX13" fmla="*/ 1628503 w 1828646"/>
              <a:gd name="connsiteY13" fmla="*/ 746125 h 1148770"/>
              <a:gd name="connsiteX14" fmla="*/ 1738570 w 1828646"/>
              <a:gd name="connsiteY14" fmla="*/ 737659 h 1148770"/>
              <a:gd name="connsiteX15" fmla="*/ 1806303 w 1828646"/>
              <a:gd name="connsiteY15" fmla="*/ 703792 h 1148770"/>
              <a:gd name="connsiteX16" fmla="*/ 1827470 w 1828646"/>
              <a:gd name="connsiteY16" fmla="*/ 729192 h 1148770"/>
              <a:gd name="connsiteX17" fmla="*/ 1776670 w 1828646"/>
              <a:gd name="connsiteY17" fmla="*/ 902759 h 1148770"/>
              <a:gd name="connsiteX18" fmla="*/ 1730103 w 1828646"/>
              <a:gd name="connsiteY18" fmla="*/ 1017059 h 1148770"/>
              <a:gd name="connsiteX19" fmla="*/ 1658136 w 1828646"/>
              <a:gd name="connsiteY19" fmla="*/ 1131359 h 1148770"/>
              <a:gd name="connsiteX20" fmla="*/ 1433770 w 1828646"/>
              <a:gd name="connsiteY20" fmla="*/ 1148292 h 1148770"/>
              <a:gd name="connsiteX21" fmla="*/ 1065470 w 1828646"/>
              <a:gd name="connsiteY21" fmla="*/ 1139825 h 1148770"/>
              <a:gd name="connsiteX22" fmla="*/ 731036 w 1828646"/>
              <a:gd name="connsiteY22" fmla="*/ 1135592 h 1148770"/>
              <a:gd name="connsiteX23" fmla="*/ 400836 w 1828646"/>
              <a:gd name="connsiteY23" fmla="*/ 1122892 h 1148770"/>
              <a:gd name="connsiteX24" fmla="*/ 278070 w 1828646"/>
              <a:gd name="connsiteY24" fmla="*/ 1127125 h 1148770"/>
              <a:gd name="connsiteX25" fmla="*/ 163770 w 1828646"/>
              <a:gd name="connsiteY25" fmla="*/ 1118659 h 1148770"/>
              <a:gd name="connsiteX26" fmla="*/ 159536 w 1828646"/>
              <a:gd name="connsiteY26" fmla="*/ 1063625 h 1148770"/>
              <a:gd name="connsiteX27" fmla="*/ 223036 w 1828646"/>
              <a:gd name="connsiteY27" fmla="*/ 919692 h 1148770"/>
              <a:gd name="connsiteX28" fmla="*/ 269603 w 1828646"/>
              <a:gd name="connsiteY28" fmla="*/ 788459 h 1148770"/>
              <a:gd name="connsiteX29" fmla="*/ 282303 w 1828646"/>
              <a:gd name="connsiteY29" fmla="*/ 648759 h 1148770"/>
              <a:gd name="connsiteX30" fmla="*/ 201870 w 1828646"/>
              <a:gd name="connsiteY30" fmla="*/ 682625 h 1148770"/>
              <a:gd name="connsiteX31" fmla="*/ 110852 w 1828646"/>
              <a:gd name="connsiteY31" fmla="*/ 710142 h 1148770"/>
              <a:gd name="connsiteX32" fmla="*/ 24070 w 1828646"/>
              <a:gd name="connsiteY32" fmla="*/ 659342 h 1148770"/>
              <a:gd name="connsiteX33" fmla="*/ 786 w 1828646"/>
              <a:gd name="connsiteY33" fmla="*/ 530225 h 1148770"/>
              <a:gd name="connsiteX34" fmla="*/ 45236 w 1828646"/>
              <a:gd name="connsiteY34" fmla="*/ 428625 h 1148770"/>
              <a:gd name="connsiteX35" fmla="*/ 119320 w 1828646"/>
              <a:gd name="connsiteY35" fmla="*/ 392641 h 1148770"/>
              <a:gd name="connsiteX36" fmla="*/ 195520 w 1828646"/>
              <a:gd name="connsiteY36" fmla="*/ 434975 h 1148770"/>
              <a:gd name="connsiteX37" fmla="*/ 254786 w 1828646"/>
              <a:gd name="connsiteY37" fmla="*/ 481542 h 1148770"/>
              <a:gd name="connsiteX38" fmla="*/ 278070 w 1828646"/>
              <a:gd name="connsiteY38" fmla="*/ 437092 h 1148770"/>
              <a:gd name="connsiteX39" fmla="*/ 227270 w 1828646"/>
              <a:gd name="connsiteY39" fmla="*/ 259292 h 1148770"/>
              <a:gd name="connsiteX40" fmla="*/ 176470 w 1828646"/>
              <a:gd name="connsiteY40" fmla="*/ 161925 h 1148770"/>
              <a:gd name="connsiteX41" fmla="*/ 138370 w 1828646"/>
              <a:gd name="connsiteY41" fmla="*/ 73025 h 1148770"/>
              <a:gd name="connsiteX42" fmla="*/ 199753 w 1828646"/>
              <a:gd name="connsiteY42" fmla="*/ 0 h 1148770"/>
              <a:gd name="connsiteX0" fmla="*/ 207936 w 1836829"/>
              <a:gd name="connsiteY0" fmla="*/ 0 h 1148770"/>
              <a:gd name="connsiteX1" fmla="*/ 1103286 w 1836829"/>
              <a:gd name="connsiteY1" fmla="*/ 5292 h 1148770"/>
              <a:gd name="connsiteX2" fmla="*/ 1454653 w 1836829"/>
              <a:gd name="connsiteY2" fmla="*/ 5292 h 1148770"/>
              <a:gd name="connsiteX3" fmla="*/ 1645153 w 1836829"/>
              <a:gd name="connsiteY3" fmla="*/ 22225 h 1148770"/>
              <a:gd name="connsiteX4" fmla="*/ 1712886 w 1836829"/>
              <a:gd name="connsiteY4" fmla="*/ 128059 h 1148770"/>
              <a:gd name="connsiteX5" fmla="*/ 1759453 w 1836829"/>
              <a:gd name="connsiteY5" fmla="*/ 267759 h 1148770"/>
              <a:gd name="connsiteX6" fmla="*/ 1801786 w 1836829"/>
              <a:gd name="connsiteY6" fmla="*/ 390525 h 1148770"/>
              <a:gd name="connsiteX7" fmla="*/ 1827186 w 1836829"/>
              <a:gd name="connsiteY7" fmla="*/ 500592 h 1148770"/>
              <a:gd name="connsiteX8" fmla="*/ 1772153 w 1836829"/>
              <a:gd name="connsiteY8" fmla="*/ 470959 h 1148770"/>
              <a:gd name="connsiteX9" fmla="*/ 1662086 w 1836829"/>
              <a:gd name="connsiteY9" fmla="*/ 432859 h 1148770"/>
              <a:gd name="connsiteX10" fmla="*/ 1581653 w 1836829"/>
              <a:gd name="connsiteY10" fmla="*/ 466725 h 1148770"/>
              <a:gd name="connsiteX11" fmla="*/ 1547786 w 1836829"/>
              <a:gd name="connsiteY11" fmla="*/ 572559 h 1148770"/>
              <a:gd name="connsiteX12" fmla="*/ 1573186 w 1836829"/>
              <a:gd name="connsiteY12" fmla="*/ 703792 h 1148770"/>
              <a:gd name="connsiteX13" fmla="*/ 1636686 w 1836829"/>
              <a:gd name="connsiteY13" fmla="*/ 746125 h 1148770"/>
              <a:gd name="connsiteX14" fmla="*/ 1746753 w 1836829"/>
              <a:gd name="connsiteY14" fmla="*/ 737659 h 1148770"/>
              <a:gd name="connsiteX15" fmla="*/ 1814486 w 1836829"/>
              <a:gd name="connsiteY15" fmla="*/ 703792 h 1148770"/>
              <a:gd name="connsiteX16" fmla="*/ 1835653 w 1836829"/>
              <a:gd name="connsiteY16" fmla="*/ 729192 h 1148770"/>
              <a:gd name="connsiteX17" fmla="*/ 1784853 w 1836829"/>
              <a:gd name="connsiteY17" fmla="*/ 902759 h 1148770"/>
              <a:gd name="connsiteX18" fmla="*/ 1738286 w 1836829"/>
              <a:gd name="connsiteY18" fmla="*/ 1017059 h 1148770"/>
              <a:gd name="connsiteX19" fmla="*/ 1666319 w 1836829"/>
              <a:gd name="connsiteY19" fmla="*/ 1131359 h 1148770"/>
              <a:gd name="connsiteX20" fmla="*/ 1441953 w 1836829"/>
              <a:gd name="connsiteY20" fmla="*/ 1148292 h 1148770"/>
              <a:gd name="connsiteX21" fmla="*/ 1073653 w 1836829"/>
              <a:gd name="connsiteY21" fmla="*/ 1139825 h 1148770"/>
              <a:gd name="connsiteX22" fmla="*/ 739219 w 1836829"/>
              <a:gd name="connsiteY22" fmla="*/ 1135592 h 1148770"/>
              <a:gd name="connsiteX23" fmla="*/ 409019 w 1836829"/>
              <a:gd name="connsiteY23" fmla="*/ 1122892 h 1148770"/>
              <a:gd name="connsiteX24" fmla="*/ 286253 w 1836829"/>
              <a:gd name="connsiteY24" fmla="*/ 1127125 h 1148770"/>
              <a:gd name="connsiteX25" fmla="*/ 171953 w 1836829"/>
              <a:gd name="connsiteY25" fmla="*/ 1118659 h 1148770"/>
              <a:gd name="connsiteX26" fmla="*/ 167719 w 1836829"/>
              <a:gd name="connsiteY26" fmla="*/ 1063625 h 1148770"/>
              <a:gd name="connsiteX27" fmla="*/ 231219 w 1836829"/>
              <a:gd name="connsiteY27" fmla="*/ 919692 h 1148770"/>
              <a:gd name="connsiteX28" fmla="*/ 277786 w 1836829"/>
              <a:gd name="connsiteY28" fmla="*/ 788459 h 1148770"/>
              <a:gd name="connsiteX29" fmla="*/ 290486 w 1836829"/>
              <a:gd name="connsiteY29" fmla="*/ 648759 h 1148770"/>
              <a:gd name="connsiteX30" fmla="*/ 210053 w 1836829"/>
              <a:gd name="connsiteY30" fmla="*/ 682625 h 1148770"/>
              <a:gd name="connsiteX31" fmla="*/ 119035 w 1836829"/>
              <a:gd name="connsiteY31" fmla="*/ 710142 h 1148770"/>
              <a:gd name="connsiteX32" fmla="*/ 32253 w 1836829"/>
              <a:gd name="connsiteY32" fmla="*/ 659342 h 1148770"/>
              <a:gd name="connsiteX33" fmla="*/ 502 w 1836829"/>
              <a:gd name="connsiteY33" fmla="*/ 547159 h 1148770"/>
              <a:gd name="connsiteX34" fmla="*/ 53419 w 1836829"/>
              <a:gd name="connsiteY34" fmla="*/ 428625 h 1148770"/>
              <a:gd name="connsiteX35" fmla="*/ 127503 w 1836829"/>
              <a:gd name="connsiteY35" fmla="*/ 392641 h 1148770"/>
              <a:gd name="connsiteX36" fmla="*/ 203703 w 1836829"/>
              <a:gd name="connsiteY36" fmla="*/ 434975 h 1148770"/>
              <a:gd name="connsiteX37" fmla="*/ 262969 w 1836829"/>
              <a:gd name="connsiteY37" fmla="*/ 481542 h 1148770"/>
              <a:gd name="connsiteX38" fmla="*/ 286253 w 1836829"/>
              <a:gd name="connsiteY38" fmla="*/ 437092 h 1148770"/>
              <a:gd name="connsiteX39" fmla="*/ 235453 w 1836829"/>
              <a:gd name="connsiteY39" fmla="*/ 259292 h 1148770"/>
              <a:gd name="connsiteX40" fmla="*/ 184653 w 1836829"/>
              <a:gd name="connsiteY40" fmla="*/ 161925 h 1148770"/>
              <a:gd name="connsiteX41" fmla="*/ 146553 w 1836829"/>
              <a:gd name="connsiteY41" fmla="*/ 73025 h 1148770"/>
              <a:gd name="connsiteX42" fmla="*/ 207936 w 1836829"/>
              <a:gd name="connsiteY42" fmla="*/ 0 h 1148770"/>
              <a:gd name="connsiteX0" fmla="*/ 207936 w 1836829"/>
              <a:gd name="connsiteY0" fmla="*/ 0 h 1148770"/>
              <a:gd name="connsiteX1" fmla="*/ 1103286 w 1836829"/>
              <a:gd name="connsiteY1" fmla="*/ 5292 h 1148770"/>
              <a:gd name="connsiteX2" fmla="*/ 1454653 w 1836829"/>
              <a:gd name="connsiteY2" fmla="*/ 5292 h 1148770"/>
              <a:gd name="connsiteX3" fmla="*/ 1645153 w 1836829"/>
              <a:gd name="connsiteY3" fmla="*/ 22225 h 1148770"/>
              <a:gd name="connsiteX4" fmla="*/ 1712886 w 1836829"/>
              <a:gd name="connsiteY4" fmla="*/ 128059 h 1148770"/>
              <a:gd name="connsiteX5" fmla="*/ 1759453 w 1836829"/>
              <a:gd name="connsiteY5" fmla="*/ 267759 h 1148770"/>
              <a:gd name="connsiteX6" fmla="*/ 1801786 w 1836829"/>
              <a:gd name="connsiteY6" fmla="*/ 390525 h 1148770"/>
              <a:gd name="connsiteX7" fmla="*/ 1827186 w 1836829"/>
              <a:gd name="connsiteY7" fmla="*/ 500592 h 1148770"/>
              <a:gd name="connsiteX8" fmla="*/ 1772153 w 1836829"/>
              <a:gd name="connsiteY8" fmla="*/ 470959 h 1148770"/>
              <a:gd name="connsiteX9" fmla="*/ 1662086 w 1836829"/>
              <a:gd name="connsiteY9" fmla="*/ 432859 h 1148770"/>
              <a:gd name="connsiteX10" fmla="*/ 1581653 w 1836829"/>
              <a:gd name="connsiteY10" fmla="*/ 466725 h 1148770"/>
              <a:gd name="connsiteX11" fmla="*/ 1547786 w 1836829"/>
              <a:gd name="connsiteY11" fmla="*/ 572559 h 1148770"/>
              <a:gd name="connsiteX12" fmla="*/ 1573186 w 1836829"/>
              <a:gd name="connsiteY12" fmla="*/ 703792 h 1148770"/>
              <a:gd name="connsiteX13" fmla="*/ 1636686 w 1836829"/>
              <a:gd name="connsiteY13" fmla="*/ 746125 h 1148770"/>
              <a:gd name="connsiteX14" fmla="*/ 1746753 w 1836829"/>
              <a:gd name="connsiteY14" fmla="*/ 737659 h 1148770"/>
              <a:gd name="connsiteX15" fmla="*/ 1814486 w 1836829"/>
              <a:gd name="connsiteY15" fmla="*/ 703792 h 1148770"/>
              <a:gd name="connsiteX16" fmla="*/ 1835653 w 1836829"/>
              <a:gd name="connsiteY16" fmla="*/ 729192 h 1148770"/>
              <a:gd name="connsiteX17" fmla="*/ 1784853 w 1836829"/>
              <a:gd name="connsiteY17" fmla="*/ 902759 h 1148770"/>
              <a:gd name="connsiteX18" fmla="*/ 1738286 w 1836829"/>
              <a:gd name="connsiteY18" fmla="*/ 1017059 h 1148770"/>
              <a:gd name="connsiteX19" fmla="*/ 1666319 w 1836829"/>
              <a:gd name="connsiteY19" fmla="*/ 1131359 h 1148770"/>
              <a:gd name="connsiteX20" fmla="*/ 1441953 w 1836829"/>
              <a:gd name="connsiteY20" fmla="*/ 1148292 h 1148770"/>
              <a:gd name="connsiteX21" fmla="*/ 1073653 w 1836829"/>
              <a:gd name="connsiteY21" fmla="*/ 1139825 h 1148770"/>
              <a:gd name="connsiteX22" fmla="*/ 739219 w 1836829"/>
              <a:gd name="connsiteY22" fmla="*/ 1135592 h 1148770"/>
              <a:gd name="connsiteX23" fmla="*/ 409019 w 1836829"/>
              <a:gd name="connsiteY23" fmla="*/ 1122892 h 1148770"/>
              <a:gd name="connsiteX24" fmla="*/ 286253 w 1836829"/>
              <a:gd name="connsiteY24" fmla="*/ 1127125 h 1148770"/>
              <a:gd name="connsiteX25" fmla="*/ 171953 w 1836829"/>
              <a:gd name="connsiteY25" fmla="*/ 1118659 h 1148770"/>
              <a:gd name="connsiteX26" fmla="*/ 167719 w 1836829"/>
              <a:gd name="connsiteY26" fmla="*/ 1063625 h 1148770"/>
              <a:gd name="connsiteX27" fmla="*/ 231219 w 1836829"/>
              <a:gd name="connsiteY27" fmla="*/ 919692 h 1148770"/>
              <a:gd name="connsiteX28" fmla="*/ 277786 w 1836829"/>
              <a:gd name="connsiteY28" fmla="*/ 788459 h 1148770"/>
              <a:gd name="connsiteX29" fmla="*/ 290486 w 1836829"/>
              <a:gd name="connsiteY29" fmla="*/ 648759 h 1148770"/>
              <a:gd name="connsiteX30" fmla="*/ 210053 w 1836829"/>
              <a:gd name="connsiteY30" fmla="*/ 682625 h 1148770"/>
              <a:gd name="connsiteX31" fmla="*/ 119035 w 1836829"/>
              <a:gd name="connsiteY31" fmla="*/ 710142 h 1148770"/>
              <a:gd name="connsiteX32" fmla="*/ 32253 w 1836829"/>
              <a:gd name="connsiteY32" fmla="*/ 659342 h 1148770"/>
              <a:gd name="connsiteX33" fmla="*/ 502 w 1836829"/>
              <a:gd name="connsiteY33" fmla="*/ 547159 h 1148770"/>
              <a:gd name="connsiteX34" fmla="*/ 53419 w 1836829"/>
              <a:gd name="connsiteY34" fmla="*/ 428625 h 1148770"/>
              <a:gd name="connsiteX35" fmla="*/ 129620 w 1836829"/>
              <a:gd name="connsiteY35" fmla="*/ 398991 h 1148770"/>
              <a:gd name="connsiteX36" fmla="*/ 203703 w 1836829"/>
              <a:gd name="connsiteY36" fmla="*/ 434975 h 1148770"/>
              <a:gd name="connsiteX37" fmla="*/ 262969 w 1836829"/>
              <a:gd name="connsiteY37" fmla="*/ 481542 h 1148770"/>
              <a:gd name="connsiteX38" fmla="*/ 286253 w 1836829"/>
              <a:gd name="connsiteY38" fmla="*/ 437092 h 1148770"/>
              <a:gd name="connsiteX39" fmla="*/ 235453 w 1836829"/>
              <a:gd name="connsiteY39" fmla="*/ 259292 h 1148770"/>
              <a:gd name="connsiteX40" fmla="*/ 184653 w 1836829"/>
              <a:gd name="connsiteY40" fmla="*/ 161925 h 1148770"/>
              <a:gd name="connsiteX41" fmla="*/ 146553 w 1836829"/>
              <a:gd name="connsiteY41" fmla="*/ 73025 h 1148770"/>
              <a:gd name="connsiteX42" fmla="*/ 207936 w 1836829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90411 w 1836754"/>
              <a:gd name="connsiteY29" fmla="*/ 648759 h 1148770"/>
              <a:gd name="connsiteX30" fmla="*/ 209978 w 1836754"/>
              <a:gd name="connsiteY30" fmla="*/ 68262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90411 w 1836754"/>
              <a:gd name="connsiteY29" fmla="*/ 648759 h 1148770"/>
              <a:gd name="connsiteX30" fmla="*/ 197278 w 1836754"/>
              <a:gd name="connsiteY30" fmla="*/ 68897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86178 w 1836754"/>
              <a:gd name="connsiteY29" fmla="*/ 652992 h 1148770"/>
              <a:gd name="connsiteX30" fmla="*/ 197278 w 1836754"/>
              <a:gd name="connsiteY30" fmla="*/ 68897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36754" h="1148770">
                <a:moveTo>
                  <a:pt x="207861" y="0"/>
                </a:moveTo>
                <a:lnTo>
                  <a:pt x="1103211" y="5292"/>
                </a:lnTo>
                <a:cubicBezTo>
                  <a:pt x="1310997" y="6174"/>
                  <a:pt x="1364267" y="2470"/>
                  <a:pt x="1454578" y="5292"/>
                </a:cubicBezTo>
                <a:cubicBezTo>
                  <a:pt x="1544889" y="8114"/>
                  <a:pt x="1602039" y="1764"/>
                  <a:pt x="1645078" y="22225"/>
                </a:cubicBezTo>
                <a:cubicBezTo>
                  <a:pt x="1688117" y="42686"/>
                  <a:pt x="1693761" y="87137"/>
                  <a:pt x="1712811" y="128059"/>
                </a:cubicBezTo>
                <a:cubicBezTo>
                  <a:pt x="1731861" y="168981"/>
                  <a:pt x="1744561" y="224015"/>
                  <a:pt x="1759378" y="267759"/>
                </a:cubicBezTo>
                <a:cubicBezTo>
                  <a:pt x="1774195" y="311503"/>
                  <a:pt x="1790422" y="351720"/>
                  <a:pt x="1801711" y="390525"/>
                </a:cubicBezTo>
                <a:cubicBezTo>
                  <a:pt x="1813000" y="429331"/>
                  <a:pt x="1832050" y="487186"/>
                  <a:pt x="1827111" y="500592"/>
                </a:cubicBezTo>
                <a:cubicBezTo>
                  <a:pt x="1822172" y="513998"/>
                  <a:pt x="1799595" y="482248"/>
                  <a:pt x="1772078" y="470959"/>
                </a:cubicBezTo>
                <a:cubicBezTo>
                  <a:pt x="1744561" y="459670"/>
                  <a:pt x="1693761" y="433565"/>
                  <a:pt x="1662011" y="432859"/>
                </a:cubicBezTo>
                <a:cubicBezTo>
                  <a:pt x="1630261" y="432153"/>
                  <a:pt x="1600628" y="443442"/>
                  <a:pt x="1581578" y="466725"/>
                </a:cubicBezTo>
                <a:cubicBezTo>
                  <a:pt x="1562528" y="490008"/>
                  <a:pt x="1549122" y="533048"/>
                  <a:pt x="1547711" y="572559"/>
                </a:cubicBezTo>
                <a:cubicBezTo>
                  <a:pt x="1546300" y="612070"/>
                  <a:pt x="1558294" y="674864"/>
                  <a:pt x="1573111" y="703792"/>
                </a:cubicBezTo>
                <a:cubicBezTo>
                  <a:pt x="1587928" y="732720"/>
                  <a:pt x="1607683" y="740481"/>
                  <a:pt x="1636611" y="746125"/>
                </a:cubicBezTo>
                <a:cubicBezTo>
                  <a:pt x="1665539" y="751770"/>
                  <a:pt x="1717045" y="744714"/>
                  <a:pt x="1746678" y="737659"/>
                </a:cubicBezTo>
                <a:cubicBezTo>
                  <a:pt x="1776311" y="730604"/>
                  <a:pt x="1799595" y="705203"/>
                  <a:pt x="1814411" y="703792"/>
                </a:cubicBezTo>
                <a:cubicBezTo>
                  <a:pt x="1829227" y="702381"/>
                  <a:pt x="1840517" y="696031"/>
                  <a:pt x="1835578" y="729192"/>
                </a:cubicBezTo>
                <a:cubicBezTo>
                  <a:pt x="1830639" y="762353"/>
                  <a:pt x="1801006" y="854781"/>
                  <a:pt x="1784778" y="902759"/>
                </a:cubicBezTo>
                <a:cubicBezTo>
                  <a:pt x="1768550" y="950737"/>
                  <a:pt x="1757967" y="978959"/>
                  <a:pt x="1738211" y="1017059"/>
                </a:cubicBezTo>
                <a:cubicBezTo>
                  <a:pt x="1718455" y="1055159"/>
                  <a:pt x="1715633" y="1109487"/>
                  <a:pt x="1666244" y="1131359"/>
                </a:cubicBezTo>
                <a:cubicBezTo>
                  <a:pt x="1616855" y="1153231"/>
                  <a:pt x="1441878" y="1148292"/>
                  <a:pt x="1441878" y="1148292"/>
                </a:cubicBezTo>
                <a:lnTo>
                  <a:pt x="1073578" y="1139825"/>
                </a:lnTo>
                <a:lnTo>
                  <a:pt x="739144" y="1135592"/>
                </a:lnTo>
                <a:cubicBezTo>
                  <a:pt x="628372" y="1132770"/>
                  <a:pt x="484438" y="1124303"/>
                  <a:pt x="408944" y="1122892"/>
                </a:cubicBezTo>
                <a:cubicBezTo>
                  <a:pt x="333450" y="1121481"/>
                  <a:pt x="325689" y="1127831"/>
                  <a:pt x="286178" y="1127125"/>
                </a:cubicBezTo>
                <a:cubicBezTo>
                  <a:pt x="246667" y="1126419"/>
                  <a:pt x="191633" y="1129242"/>
                  <a:pt x="171878" y="1118659"/>
                </a:cubicBezTo>
                <a:cubicBezTo>
                  <a:pt x="152123" y="1108076"/>
                  <a:pt x="157766" y="1096786"/>
                  <a:pt x="167644" y="1063625"/>
                </a:cubicBezTo>
                <a:cubicBezTo>
                  <a:pt x="177522" y="1030464"/>
                  <a:pt x="212799" y="965553"/>
                  <a:pt x="231144" y="919692"/>
                </a:cubicBezTo>
                <a:cubicBezTo>
                  <a:pt x="249489" y="873831"/>
                  <a:pt x="268539" y="832909"/>
                  <a:pt x="277711" y="788459"/>
                </a:cubicBezTo>
                <a:cubicBezTo>
                  <a:pt x="286883" y="744009"/>
                  <a:pt x="299583" y="669573"/>
                  <a:pt x="286178" y="652992"/>
                </a:cubicBezTo>
                <a:cubicBezTo>
                  <a:pt x="272773" y="636411"/>
                  <a:pt x="228676" y="679803"/>
                  <a:pt x="197278" y="688975"/>
                </a:cubicBezTo>
                <a:cubicBezTo>
                  <a:pt x="165880" y="698147"/>
                  <a:pt x="125310" y="712965"/>
                  <a:pt x="97793" y="708026"/>
                </a:cubicBezTo>
                <a:cubicBezTo>
                  <a:pt x="70276" y="703087"/>
                  <a:pt x="48406" y="686153"/>
                  <a:pt x="32178" y="659342"/>
                </a:cubicBezTo>
                <a:cubicBezTo>
                  <a:pt x="15950" y="632531"/>
                  <a:pt x="-3101" y="585612"/>
                  <a:pt x="427" y="547159"/>
                </a:cubicBezTo>
                <a:cubicBezTo>
                  <a:pt x="3955" y="508706"/>
                  <a:pt x="31824" y="453320"/>
                  <a:pt x="53344" y="428625"/>
                </a:cubicBezTo>
                <a:cubicBezTo>
                  <a:pt x="74864" y="403930"/>
                  <a:pt x="104498" y="397933"/>
                  <a:pt x="129545" y="398991"/>
                </a:cubicBezTo>
                <a:cubicBezTo>
                  <a:pt x="154592" y="400049"/>
                  <a:pt x="181403" y="421217"/>
                  <a:pt x="203628" y="434975"/>
                </a:cubicBezTo>
                <a:cubicBezTo>
                  <a:pt x="225853" y="448733"/>
                  <a:pt x="249136" y="481189"/>
                  <a:pt x="262894" y="481542"/>
                </a:cubicBezTo>
                <a:cubicBezTo>
                  <a:pt x="276652" y="481895"/>
                  <a:pt x="290764" y="474134"/>
                  <a:pt x="286178" y="437092"/>
                </a:cubicBezTo>
                <a:cubicBezTo>
                  <a:pt x="281592" y="400050"/>
                  <a:pt x="252311" y="305153"/>
                  <a:pt x="235378" y="259292"/>
                </a:cubicBezTo>
                <a:cubicBezTo>
                  <a:pt x="218445" y="213431"/>
                  <a:pt x="199395" y="192969"/>
                  <a:pt x="184578" y="161925"/>
                </a:cubicBezTo>
                <a:cubicBezTo>
                  <a:pt x="186694" y="130881"/>
                  <a:pt x="161647" y="102128"/>
                  <a:pt x="146478" y="73025"/>
                </a:cubicBezTo>
                <a:cubicBezTo>
                  <a:pt x="131309" y="43922"/>
                  <a:pt x="82272" y="706"/>
                  <a:pt x="207861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B0219CB-EBED-257B-848F-3250C9F7FC5C}"/>
              </a:ext>
            </a:extLst>
          </p:cNvPr>
          <p:cNvSpPr/>
          <p:nvPr/>
        </p:nvSpPr>
        <p:spPr>
          <a:xfrm>
            <a:off x="4355868" y="4385474"/>
            <a:ext cx="1976414" cy="1152969"/>
          </a:xfrm>
          <a:custGeom>
            <a:avLst/>
            <a:gdLst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35699 w 1976414"/>
              <a:gd name="connsiteY16" fmla="*/ 1109134 h 1172634"/>
              <a:gd name="connsiteX17" fmla="*/ 182265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82265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78031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78031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64815 w 1976414"/>
              <a:gd name="connsiteY27" fmla="*/ 491068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9738 h 1178138"/>
              <a:gd name="connsiteX1" fmla="*/ 800332 w 1976414"/>
              <a:gd name="connsiteY1" fmla="*/ 18205 h 1178138"/>
              <a:gd name="connsiteX2" fmla="*/ 1232132 w 1976414"/>
              <a:gd name="connsiteY2" fmla="*/ 30905 h 1178138"/>
              <a:gd name="connsiteX3" fmla="*/ 1553865 w 1976414"/>
              <a:gd name="connsiteY3" fmla="*/ 35138 h 1178138"/>
              <a:gd name="connsiteX4" fmla="*/ 1812099 w 1976414"/>
              <a:gd name="connsiteY4" fmla="*/ 39372 h 1178138"/>
              <a:gd name="connsiteX5" fmla="*/ 1926399 w 1976414"/>
              <a:gd name="connsiteY5" fmla="*/ 90172 h 1178138"/>
              <a:gd name="connsiteX6" fmla="*/ 1972965 w 1976414"/>
              <a:gd name="connsiteY6" fmla="*/ 297605 h 1178138"/>
              <a:gd name="connsiteX7" fmla="*/ 1972965 w 1976414"/>
              <a:gd name="connsiteY7" fmla="*/ 610872 h 1178138"/>
              <a:gd name="connsiteX8" fmla="*/ 1972965 w 1976414"/>
              <a:gd name="connsiteY8" fmla="*/ 902972 h 1178138"/>
              <a:gd name="connsiteX9" fmla="*/ 1943332 w 1976414"/>
              <a:gd name="connsiteY9" fmla="*/ 1093472 h 1178138"/>
              <a:gd name="connsiteX10" fmla="*/ 1854432 w 1976414"/>
              <a:gd name="connsiteY10" fmla="*/ 1156972 h 1178138"/>
              <a:gd name="connsiteX11" fmla="*/ 1549632 w 1976414"/>
              <a:gd name="connsiteY11" fmla="*/ 1173905 h 1178138"/>
              <a:gd name="connsiteX12" fmla="*/ 1117832 w 1976414"/>
              <a:gd name="connsiteY12" fmla="*/ 1178138 h 1178138"/>
              <a:gd name="connsiteX13" fmla="*/ 804565 w 1976414"/>
              <a:gd name="connsiteY13" fmla="*/ 1173905 h 1178138"/>
              <a:gd name="connsiteX14" fmla="*/ 537865 w 1976414"/>
              <a:gd name="connsiteY14" fmla="*/ 1152738 h 1178138"/>
              <a:gd name="connsiteX15" fmla="*/ 275399 w 1976414"/>
              <a:gd name="connsiteY15" fmla="*/ 1144272 h 1178138"/>
              <a:gd name="connsiteX16" fmla="*/ 146282 w 1976414"/>
              <a:gd name="connsiteY16" fmla="*/ 1131571 h 1178138"/>
              <a:gd name="connsiteX17" fmla="*/ 178031 w 1976414"/>
              <a:gd name="connsiteY17" fmla="*/ 1051138 h 1178138"/>
              <a:gd name="connsiteX18" fmla="*/ 249999 w 1976414"/>
              <a:gd name="connsiteY18" fmla="*/ 864872 h 1178138"/>
              <a:gd name="connsiteX19" fmla="*/ 296565 w 1976414"/>
              <a:gd name="connsiteY19" fmla="*/ 704005 h 1178138"/>
              <a:gd name="connsiteX20" fmla="*/ 211899 w 1976414"/>
              <a:gd name="connsiteY20" fmla="*/ 733638 h 1178138"/>
              <a:gd name="connsiteX21" fmla="*/ 93365 w 1976414"/>
              <a:gd name="connsiteY21" fmla="*/ 742105 h 1178138"/>
              <a:gd name="connsiteX22" fmla="*/ 25632 w 1976414"/>
              <a:gd name="connsiteY22" fmla="*/ 708238 h 1178138"/>
              <a:gd name="connsiteX23" fmla="*/ 232 w 1976414"/>
              <a:gd name="connsiteY23" fmla="*/ 589705 h 1178138"/>
              <a:gd name="connsiteX24" fmla="*/ 17165 w 1976414"/>
              <a:gd name="connsiteY24" fmla="*/ 505038 h 1178138"/>
              <a:gd name="connsiteX25" fmla="*/ 80665 w 1976414"/>
              <a:gd name="connsiteY25" fmla="*/ 428838 h 1178138"/>
              <a:gd name="connsiteX26" fmla="*/ 186499 w 1976414"/>
              <a:gd name="connsiteY26" fmla="*/ 450005 h 1178138"/>
              <a:gd name="connsiteX27" fmla="*/ 264815 w 1976414"/>
              <a:gd name="connsiteY27" fmla="*/ 496572 h 1178138"/>
              <a:gd name="connsiteX28" fmla="*/ 279632 w 1976414"/>
              <a:gd name="connsiteY28" fmla="*/ 462705 h 1178138"/>
              <a:gd name="connsiteX29" fmla="*/ 228832 w 1976414"/>
              <a:gd name="connsiteY29" fmla="*/ 301838 h 1178138"/>
              <a:gd name="connsiteX30" fmla="*/ 211899 w 1976414"/>
              <a:gd name="connsiteY30" fmla="*/ 221405 h 1178138"/>
              <a:gd name="connsiteX31" fmla="*/ 156865 w 1976414"/>
              <a:gd name="connsiteY31" fmla="*/ 90172 h 1178138"/>
              <a:gd name="connsiteX32" fmla="*/ 101832 w 1976414"/>
              <a:gd name="connsiteY32" fmla="*/ 9738 h 1178138"/>
              <a:gd name="connsiteX0" fmla="*/ 101832 w 1976414"/>
              <a:gd name="connsiteY0" fmla="*/ 9738 h 1178138"/>
              <a:gd name="connsiteX1" fmla="*/ 800332 w 1976414"/>
              <a:gd name="connsiteY1" fmla="*/ 18205 h 1178138"/>
              <a:gd name="connsiteX2" fmla="*/ 1232132 w 1976414"/>
              <a:gd name="connsiteY2" fmla="*/ 30905 h 1178138"/>
              <a:gd name="connsiteX3" fmla="*/ 1553865 w 1976414"/>
              <a:gd name="connsiteY3" fmla="*/ 35138 h 1178138"/>
              <a:gd name="connsiteX4" fmla="*/ 1812099 w 1976414"/>
              <a:gd name="connsiteY4" fmla="*/ 39372 h 1178138"/>
              <a:gd name="connsiteX5" fmla="*/ 1926399 w 1976414"/>
              <a:gd name="connsiteY5" fmla="*/ 90172 h 1178138"/>
              <a:gd name="connsiteX6" fmla="*/ 1972965 w 1976414"/>
              <a:gd name="connsiteY6" fmla="*/ 297605 h 1178138"/>
              <a:gd name="connsiteX7" fmla="*/ 1972965 w 1976414"/>
              <a:gd name="connsiteY7" fmla="*/ 610872 h 1178138"/>
              <a:gd name="connsiteX8" fmla="*/ 1972965 w 1976414"/>
              <a:gd name="connsiteY8" fmla="*/ 902972 h 1178138"/>
              <a:gd name="connsiteX9" fmla="*/ 1943332 w 1976414"/>
              <a:gd name="connsiteY9" fmla="*/ 1093472 h 1178138"/>
              <a:gd name="connsiteX10" fmla="*/ 1854432 w 1976414"/>
              <a:gd name="connsiteY10" fmla="*/ 1156972 h 1178138"/>
              <a:gd name="connsiteX11" fmla="*/ 1549632 w 1976414"/>
              <a:gd name="connsiteY11" fmla="*/ 1173905 h 1178138"/>
              <a:gd name="connsiteX12" fmla="*/ 1117832 w 1976414"/>
              <a:gd name="connsiteY12" fmla="*/ 1178138 h 1178138"/>
              <a:gd name="connsiteX13" fmla="*/ 804565 w 1976414"/>
              <a:gd name="connsiteY13" fmla="*/ 1173905 h 1178138"/>
              <a:gd name="connsiteX14" fmla="*/ 537865 w 1976414"/>
              <a:gd name="connsiteY14" fmla="*/ 1152738 h 1178138"/>
              <a:gd name="connsiteX15" fmla="*/ 275399 w 1976414"/>
              <a:gd name="connsiteY15" fmla="*/ 1144272 h 1178138"/>
              <a:gd name="connsiteX16" fmla="*/ 146282 w 1976414"/>
              <a:gd name="connsiteY16" fmla="*/ 1131571 h 1178138"/>
              <a:gd name="connsiteX17" fmla="*/ 178031 w 1976414"/>
              <a:gd name="connsiteY17" fmla="*/ 1051138 h 1178138"/>
              <a:gd name="connsiteX18" fmla="*/ 249999 w 1976414"/>
              <a:gd name="connsiteY18" fmla="*/ 864872 h 1178138"/>
              <a:gd name="connsiteX19" fmla="*/ 296565 w 1976414"/>
              <a:gd name="connsiteY19" fmla="*/ 704005 h 1178138"/>
              <a:gd name="connsiteX20" fmla="*/ 211899 w 1976414"/>
              <a:gd name="connsiteY20" fmla="*/ 733638 h 1178138"/>
              <a:gd name="connsiteX21" fmla="*/ 93365 w 1976414"/>
              <a:gd name="connsiteY21" fmla="*/ 742105 h 1178138"/>
              <a:gd name="connsiteX22" fmla="*/ 25632 w 1976414"/>
              <a:gd name="connsiteY22" fmla="*/ 708238 h 1178138"/>
              <a:gd name="connsiteX23" fmla="*/ 232 w 1976414"/>
              <a:gd name="connsiteY23" fmla="*/ 589705 h 1178138"/>
              <a:gd name="connsiteX24" fmla="*/ 17165 w 1976414"/>
              <a:gd name="connsiteY24" fmla="*/ 505038 h 1178138"/>
              <a:gd name="connsiteX25" fmla="*/ 80665 w 1976414"/>
              <a:gd name="connsiteY25" fmla="*/ 428838 h 1178138"/>
              <a:gd name="connsiteX26" fmla="*/ 186499 w 1976414"/>
              <a:gd name="connsiteY26" fmla="*/ 450005 h 1178138"/>
              <a:gd name="connsiteX27" fmla="*/ 264815 w 1976414"/>
              <a:gd name="connsiteY27" fmla="*/ 496572 h 1178138"/>
              <a:gd name="connsiteX28" fmla="*/ 279632 w 1976414"/>
              <a:gd name="connsiteY28" fmla="*/ 462705 h 1178138"/>
              <a:gd name="connsiteX29" fmla="*/ 228832 w 1976414"/>
              <a:gd name="connsiteY29" fmla="*/ 301838 h 1178138"/>
              <a:gd name="connsiteX30" fmla="*/ 190733 w 1976414"/>
              <a:gd name="connsiteY30" fmla="*/ 200239 h 1178138"/>
              <a:gd name="connsiteX31" fmla="*/ 156865 w 1976414"/>
              <a:gd name="connsiteY31" fmla="*/ 90172 h 1178138"/>
              <a:gd name="connsiteX32" fmla="*/ 101832 w 1976414"/>
              <a:gd name="connsiteY32" fmla="*/ 9738 h 1178138"/>
              <a:gd name="connsiteX0" fmla="*/ 101832 w 1976414"/>
              <a:gd name="connsiteY0" fmla="*/ 4837 h 1173237"/>
              <a:gd name="connsiteX1" fmla="*/ 800332 w 1976414"/>
              <a:gd name="connsiteY1" fmla="*/ 13304 h 1173237"/>
              <a:gd name="connsiteX2" fmla="*/ 1232132 w 1976414"/>
              <a:gd name="connsiteY2" fmla="*/ 26004 h 1173237"/>
              <a:gd name="connsiteX3" fmla="*/ 1553865 w 1976414"/>
              <a:gd name="connsiteY3" fmla="*/ 30237 h 1173237"/>
              <a:gd name="connsiteX4" fmla="*/ 1812099 w 1976414"/>
              <a:gd name="connsiteY4" fmla="*/ 34471 h 1173237"/>
              <a:gd name="connsiteX5" fmla="*/ 1926399 w 1976414"/>
              <a:gd name="connsiteY5" fmla="*/ 85271 h 1173237"/>
              <a:gd name="connsiteX6" fmla="*/ 1972965 w 1976414"/>
              <a:gd name="connsiteY6" fmla="*/ 292704 h 1173237"/>
              <a:gd name="connsiteX7" fmla="*/ 1972965 w 1976414"/>
              <a:gd name="connsiteY7" fmla="*/ 605971 h 1173237"/>
              <a:gd name="connsiteX8" fmla="*/ 1972965 w 1976414"/>
              <a:gd name="connsiteY8" fmla="*/ 898071 h 1173237"/>
              <a:gd name="connsiteX9" fmla="*/ 1943332 w 1976414"/>
              <a:gd name="connsiteY9" fmla="*/ 1088571 h 1173237"/>
              <a:gd name="connsiteX10" fmla="*/ 1854432 w 1976414"/>
              <a:gd name="connsiteY10" fmla="*/ 1152071 h 1173237"/>
              <a:gd name="connsiteX11" fmla="*/ 1549632 w 1976414"/>
              <a:gd name="connsiteY11" fmla="*/ 1169004 h 1173237"/>
              <a:gd name="connsiteX12" fmla="*/ 1117832 w 1976414"/>
              <a:gd name="connsiteY12" fmla="*/ 1173237 h 1173237"/>
              <a:gd name="connsiteX13" fmla="*/ 804565 w 1976414"/>
              <a:gd name="connsiteY13" fmla="*/ 1169004 h 1173237"/>
              <a:gd name="connsiteX14" fmla="*/ 537865 w 1976414"/>
              <a:gd name="connsiteY14" fmla="*/ 1147837 h 1173237"/>
              <a:gd name="connsiteX15" fmla="*/ 275399 w 1976414"/>
              <a:gd name="connsiteY15" fmla="*/ 1139371 h 1173237"/>
              <a:gd name="connsiteX16" fmla="*/ 146282 w 1976414"/>
              <a:gd name="connsiteY16" fmla="*/ 1126670 h 1173237"/>
              <a:gd name="connsiteX17" fmla="*/ 178031 w 1976414"/>
              <a:gd name="connsiteY17" fmla="*/ 1046237 h 1173237"/>
              <a:gd name="connsiteX18" fmla="*/ 249999 w 1976414"/>
              <a:gd name="connsiteY18" fmla="*/ 859971 h 1173237"/>
              <a:gd name="connsiteX19" fmla="*/ 296565 w 1976414"/>
              <a:gd name="connsiteY19" fmla="*/ 699104 h 1173237"/>
              <a:gd name="connsiteX20" fmla="*/ 211899 w 1976414"/>
              <a:gd name="connsiteY20" fmla="*/ 728737 h 1173237"/>
              <a:gd name="connsiteX21" fmla="*/ 93365 w 1976414"/>
              <a:gd name="connsiteY21" fmla="*/ 737204 h 1173237"/>
              <a:gd name="connsiteX22" fmla="*/ 25632 w 1976414"/>
              <a:gd name="connsiteY22" fmla="*/ 703337 h 1173237"/>
              <a:gd name="connsiteX23" fmla="*/ 232 w 1976414"/>
              <a:gd name="connsiteY23" fmla="*/ 584804 h 1173237"/>
              <a:gd name="connsiteX24" fmla="*/ 17165 w 1976414"/>
              <a:gd name="connsiteY24" fmla="*/ 500137 h 1173237"/>
              <a:gd name="connsiteX25" fmla="*/ 80665 w 1976414"/>
              <a:gd name="connsiteY25" fmla="*/ 423937 h 1173237"/>
              <a:gd name="connsiteX26" fmla="*/ 186499 w 1976414"/>
              <a:gd name="connsiteY26" fmla="*/ 445104 h 1173237"/>
              <a:gd name="connsiteX27" fmla="*/ 264815 w 1976414"/>
              <a:gd name="connsiteY27" fmla="*/ 491671 h 1173237"/>
              <a:gd name="connsiteX28" fmla="*/ 279632 w 1976414"/>
              <a:gd name="connsiteY28" fmla="*/ 457804 h 1173237"/>
              <a:gd name="connsiteX29" fmla="*/ 228832 w 1976414"/>
              <a:gd name="connsiteY29" fmla="*/ 296937 h 1173237"/>
              <a:gd name="connsiteX30" fmla="*/ 190733 w 1976414"/>
              <a:gd name="connsiteY30" fmla="*/ 195338 h 1173237"/>
              <a:gd name="connsiteX31" fmla="*/ 161098 w 1976414"/>
              <a:gd name="connsiteY31" fmla="*/ 93737 h 1173237"/>
              <a:gd name="connsiteX32" fmla="*/ 101832 w 1976414"/>
              <a:gd name="connsiteY32" fmla="*/ 4837 h 1173237"/>
              <a:gd name="connsiteX0" fmla="*/ 101832 w 1976414"/>
              <a:gd name="connsiteY0" fmla="*/ 22508 h 1190908"/>
              <a:gd name="connsiteX1" fmla="*/ 800332 w 1976414"/>
              <a:gd name="connsiteY1" fmla="*/ 30975 h 1190908"/>
              <a:gd name="connsiteX2" fmla="*/ 1232132 w 1976414"/>
              <a:gd name="connsiteY2" fmla="*/ 43675 h 1190908"/>
              <a:gd name="connsiteX3" fmla="*/ 1553865 w 1976414"/>
              <a:gd name="connsiteY3" fmla="*/ 47908 h 1190908"/>
              <a:gd name="connsiteX4" fmla="*/ 1812099 w 1976414"/>
              <a:gd name="connsiteY4" fmla="*/ 52142 h 1190908"/>
              <a:gd name="connsiteX5" fmla="*/ 1926399 w 1976414"/>
              <a:gd name="connsiteY5" fmla="*/ 102942 h 1190908"/>
              <a:gd name="connsiteX6" fmla="*/ 1972965 w 1976414"/>
              <a:gd name="connsiteY6" fmla="*/ 310375 h 1190908"/>
              <a:gd name="connsiteX7" fmla="*/ 1972965 w 1976414"/>
              <a:gd name="connsiteY7" fmla="*/ 623642 h 1190908"/>
              <a:gd name="connsiteX8" fmla="*/ 1972965 w 1976414"/>
              <a:gd name="connsiteY8" fmla="*/ 915742 h 1190908"/>
              <a:gd name="connsiteX9" fmla="*/ 1943332 w 1976414"/>
              <a:gd name="connsiteY9" fmla="*/ 1106242 h 1190908"/>
              <a:gd name="connsiteX10" fmla="*/ 1854432 w 1976414"/>
              <a:gd name="connsiteY10" fmla="*/ 1169742 h 1190908"/>
              <a:gd name="connsiteX11" fmla="*/ 1549632 w 1976414"/>
              <a:gd name="connsiteY11" fmla="*/ 1186675 h 1190908"/>
              <a:gd name="connsiteX12" fmla="*/ 1117832 w 1976414"/>
              <a:gd name="connsiteY12" fmla="*/ 1190908 h 1190908"/>
              <a:gd name="connsiteX13" fmla="*/ 804565 w 1976414"/>
              <a:gd name="connsiteY13" fmla="*/ 1186675 h 1190908"/>
              <a:gd name="connsiteX14" fmla="*/ 537865 w 1976414"/>
              <a:gd name="connsiteY14" fmla="*/ 1165508 h 1190908"/>
              <a:gd name="connsiteX15" fmla="*/ 275399 w 1976414"/>
              <a:gd name="connsiteY15" fmla="*/ 1157042 h 1190908"/>
              <a:gd name="connsiteX16" fmla="*/ 146282 w 1976414"/>
              <a:gd name="connsiteY16" fmla="*/ 1144341 h 1190908"/>
              <a:gd name="connsiteX17" fmla="*/ 178031 w 1976414"/>
              <a:gd name="connsiteY17" fmla="*/ 1063908 h 1190908"/>
              <a:gd name="connsiteX18" fmla="*/ 249999 w 1976414"/>
              <a:gd name="connsiteY18" fmla="*/ 877642 h 1190908"/>
              <a:gd name="connsiteX19" fmla="*/ 296565 w 1976414"/>
              <a:gd name="connsiteY19" fmla="*/ 716775 h 1190908"/>
              <a:gd name="connsiteX20" fmla="*/ 211899 w 1976414"/>
              <a:gd name="connsiteY20" fmla="*/ 746408 h 1190908"/>
              <a:gd name="connsiteX21" fmla="*/ 93365 w 1976414"/>
              <a:gd name="connsiteY21" fmla="*/ 754875 h 1190908"/>
              <a:gd name="connsiteX22" fmla="*/ 25632 w 1976414"/>
              <a:gd name="connsiteY22" fmla="*/ 721008 h 1190908"/>
              <a:gd name="connsiteX23" fmla="*/ 232 w 1976414"/>
              <a:gd name="connsiteY23" fmla="*/ 602475 h 1190908"/>
              <a:gd name="connsiteX24" fmla="*/ 17165 w 1976414"/>
              <a:gd name="connsiteY24" fmla="*/ 517808 h 1190908"/>
              <a:gd name="connsiteX25" fmla="*/ 80665 w 1976414"/>
              <a:gd name="connsiteY25" fmla="*/ 441608 h 1190908"/>
              <a:gd name="connsiteX26" fmla="*/ 186499 w 1976414"/>
              <a:gd name="connsiteY26" fmla="*/ 462775 h 1190908"/>
              <a:gd name="connsiteX27" fmla="*/ 264815 w 1976414"/>
              <a:gd name="connsiteY27" fmla="*/ 509342 h 1190908"/>
              <a:gd name="connsiteX28" fmla="*/ 279632 w 1976414"/>
              <a:gd name="connsiteY28" fmla="*/ 475475 h 1190908"/>
              <a:gd name="connsiteX29" fmla="*/ 228832 w 1976414"/>
              <a:gd name="connsiteY29" fmla="*/ 314608 h 1190908"/>
              <a:gd name="connsiteX30" fmla="*/ 190733 w 1976414"/>
              <a:gd name="connsiteY30" fmla="*/ 213009 h 1190908"/>
              <a:gd name="connsiteX31" fmla="*/ 161098 w 1976414"/>
              <a:gd name="connsiteY31" fmla="*/ 111408 h 1190908"/>
              <a:gd name="connsiteX32" fmla="*/ 101832 w 1976414"/>
              <a:gd name="connsiteY32" fmla="*/ 22508 h 1190908"/>
              <a:gd name="connsiteX0" fmla="*/ 129348 w 1976414"/>
              <a:gd name="connsiteY0" fmla="*/ 29679 h 1170562"/>
              <a:gd name="connsiteX1" fmla="*/ 800332 w 1976414"/>
              <a:gd name="connsiteY1" fmla="*/ 10629 h 1170562"/>
              <a:gd name="connsiteX2" fmla="*/ 1232132 w 1976414"/>
              <a:gd name="connsiteY2" fmla="*/ 23329 h 1170562"/>
              <a:gd name="connsiteX3" fmla="*/ 1553865 w 1976414"/>
              <a:gd name="connsiteY3" fmla="*/ 27562 h 1170562"/>
              <a:gd name="connsiteX4" fmla="*/ 1812099 w 1976414"/>
              <a:gd name="connsiteY4" fmla="*/ 31796 h 1170562"/>
              <a:gd name="connsiteX5" fmla="*/ 1926399 w 1976414"/>
              <a:gd name="connsiteY5" fmla="*/ 82596 h 1170562"/>
              <a:gd name="connsiteX6" fmla="*/ 1972965 w 1976414"/>
              <a:gd name="connsiteY6" fmla="*/ 290029 h 1170562"/>
              <a:gd name="connsiteX7" fmla="*/ 1972965 w 1976414"/>
              <a:gd name="connsiteY7" fmla="*/ 603296 h 1170562"/>
              <a:gd name="connsiteX8" fmla="*/ 1972965 w 1976414"/>
              <a:gd name="connsiteY8" fmla="*/ 895396 h 1170562"/>
              <a:gd name="connsiteX9" fmla="*/ 1943332 w 1976414"/>
              <a:gd name="connsiteY9" fmla="*/ 1085896 h 1170562"/>
              <a:gd name="connsiteX10" fmla="*/ 1854432 w 1976414"/>
              <a:gd name="connsiteY10" fmla="*/ 1149396 h 1170562"/>
              <a:gd name="connsiteX11" fmla="*/ 1549632 w 1976414"/>
              <a:gd name="connsiteY11" fmla="*/ 1166329 h 1170562"/>
              <a:gd name="connsiteX12" fmla="*/ 1117832 w 1976414"/>
              <a:gd name="connsiteY12" fmla="*/ 1170562 h 1170562"/>
              <a:gd name="connsiteX13" fmla="*/ 804565 w 1976414"/>
              <a:gd name="connsiteY13" fmla="*/ 1166329 h 1170562"/>
              <a:gd name="connsiteX14" fmla="*/ 537865 w 1976414"/>
              <a:gd name="connsiteY14" fmla="*/ 1145162 h 1170562"/>
              <a:gd name="connsiteX15" fmla="*/ 275399 w 1976414"/>
              <a:gd name="connsiteY15" fmla="*/ 1136696 h 1170562"/>
              <a:gd name="connsiteX16" fmla="*/ 146282 w 1976414"/>
              <a:gd name="connsiteY16" fmla="*/ 1123995 h 1170562"/>
              <a:gd name="connsiteX17" fmla="*/ 178031 w 1976414"/>
              <a:gd name="connsiteY17" fmla="*/ 1043562 h 1170562"/>
              <a:gd name="connsiteX18" fmla="*/ 249999 w 1976414"/>
              <a:gd name="connsiteY18" fmla="*/ 857296 h 1170562"/>
              <a:gd name="connsiteX19" fmla="*/ 296565 w 1976414"/>
              <a:gd name="connsiteY19" fmla="*/ 696429 h 1170562"/>
              <a:gd name="connsiteX20" fmla="*/ 211899 w 1976414"/>
              <a:gd name="connsiteY20" fmla="*/ 726062 h 1170562"/>
              <a:gd name="connsiteX21" fmla="*/ 93365 w 1976414"/>
              <a:gd name="connsiteY21" fmla="*/ 734529 h 1170562"/>
              <a:gd name="connsiteX22" fmla="*/ 25632 w 1976414"/>
              <a:gd name="connsiteY22" fmla="*/ 700662 h 1170562"/>
              <a:gd name="connsiteX23" fmla="*/ 232 w 1976414"/>
              <a:gd name="connsiteY23" fmla="*/ 582129 h 1170562"/>
              <a:gd name="connsiteX24" fmla="*/ 17165 w 1976414"/>
              <a:gd name="connsiteY24" fmla="*/ 497462 h 1170562"/>
              <a:gd name="connsiteX25" fmla="*/ 80665 w 1976414"/>
              <a:gd name="connsiteY25" fmla="*/ 421262 h 1170562"/>
              <a:gd name="connsiteX26" fmla="*/ 186499 w 1976414"/>
              <a:gd name="connsiteY26" fmla="*/ 442429 h 1170562"/>
              <a:gd name="connsiteX27" fmla="*/ 264815 w 1976414"/>
              <a:gd name="connsiteY27" fmla="*/ 488996 h 1170562"/>
              <a:gd name="connsiteX28" fmla="*/ 279632 w 1976414"/>
              <a:gd name="connsiteY28" fmla="*/ 455129 h 1170562"/>
              <a:gd name="connsiteX29" fmla="*/ 228832 w 1976414"/>
              <a:gd name="connsiteY29" fmla="*/ 294262 h 1170562"/>
              <a:gd name="connsiteX30" fmla="*/ 190733 w 1976414"/>
              <a:gd name="connsiteY30" fmla="*/ 192663 h 1170562"/>
              <a:gd name="connsiteX31" fmla="*/ 161098 w 1976414"/>
              <a:gd name="connsiteY31" fmla="*/ 91062 h 1170562"/>
              <a:gd name="connsiteX32" fmla="*/ 129348 w 1976414"/>
              <a:gd name="connsiteY32" fmla="*/ 29679 h 1170562"/>
              <a:gd name="connsiteX0" fmla="*/ 129348 w 1976414"/>
              <a:gd name="connsiteY0" fmla="*/ 19109 h 1159992"/>
              <a:gd name="connsiteX1" fmla="*/ 800332 w 1976414"/>
              <a:gd name="connsiteY1" fmla="*/ 59 h 1159992"/>
              <a:gd name="connsiteX2" fmla="*/ 1232132 w 1976414"/>
              <a:gd name="connsiteY2" fmla="*/ 12759 h 1159992"/>
              <a:gd name="connsiteX3" fmla="*/ 1553865 w 1976414"/>
              <a:gd name="connsiteY3" fmla="*/ 16992 h 1159992"/>
              <a:gd name="connsiteX4" fmla="*/ 1812099 w 1976414"/>
              <a:gd name="connsiteY4" fmla="*/ 21226 h 1159992"/>
              <a:gd name="connsiteX5" fmla="*/ 1926399 w 1976414"/>
              <a:gd name="connsiteY5" fmla="*/ 72026 h 1159992"/>
              <a:gd name="connsiteX6" fmla="*/ 1972965 w 1976414"/>
              <a:gd name="connsiteY6" fmla="*/ 279459 h 1159992"/>
              <a:gd name="connsiteX7" fmla="*/ 1972965 w 1976414"/>
              <a:gd name="connsiteY7" fmla="*/ 592726 h 1159992"/>
              <a:gd name="connsiteX8" fmla="*/ 1972965 w 1976414"/>
              <a:gd name="connsiteY8" fmla="*/ 884826 h 1159992"/>
              <a:gd name="connsiteX9" fmla="*/ 1943332 w 1976414"/>
              <a:gd name="connsiteY9" fmla="*/ 1075326 h 1159992"/>
              <a:gd name="connsiteX10" fmla="*/ 1854432 w 1976414"/>
              <a:gd name="connsiteY10" fmla="*/ 1138826 h 1159992"/>
              <a:gd name="connsiteX11" fmla="*/ 1549632 w 1976414"/>
              <a:gd name="connsiteY11" fmla="*/ 1155759 h 1159992"/>
              <a:gd name="connsiteX12" fmla="*/ 1117832 w 1976414"/>
              <a:gd name="connsiteY12" fmla="*/ 1159992 h 1159992"/>
              <a:gd name="connsiteX13" fmla="*/ 804565 w 1976414"/>
              <a:gd name="connsiteY13" fmla="*/ 1155759 h 1159992"/>
              <a:gd name="connsiteX14" fmla="*/ 537865 w 1976414"/>
              <a:gd name="connsiteY14" fmla="*/ 1134592 h 1159992"/>
              <a:gd name="connsiteX15" fmla="*/ 275399 w 1976414"/>
              <a:gd name="connsiteY15" fmla="*/ 1126126 h 1159992"/>
              <a:gd name="connsiteX16" fmla="*/ 146282 w 1976414"/>
              <a:gd name="connsiteY16" fmla="*/ 1113425 h 1159992"/>
              <a:gd name="connsiteX17" fmla="*/ 178031 w 1976414"/>
              <a:gd name="connsiteY17" fmla="*/ 1032992 h 1159992"/>
              <a:gd name="connsiteX18" fmla="*/ 249999 w 1976414"/>
              <a:gd name="connsiteY18" fmla="*/ 846726 h 1159992"/>
              <a:gd name="connsiteX19" fmla="*/ 296565 w 1976414"/>
              <a:gd name="connsiteY19" fmla="*/ 685859 h 1159992"/>
              <a:gd name="connsiteX20" fmla="*/ 211899 w 1976414"/>
              <a:gd name="connsiteY20" fmla="*/ 715492 h 1159992"/>
              <a:gd name="connsiteX21" fmla="*/ 93365 w 1976414"/>
              <a:gd name="connsiteY21" fmla="*/ 723959 h 1159992"/>
              <a:gd name="connsiteX22" fmla="*/ 25632 w 1976414"/>
              <a:gd name="connsiteY22" fmla="*/ 690092 h 1159992"/>
              <a:gd name="connsiteX23" fmla="*/ 232 w 1976414"/>
              <a:gd name="connsiteY23" fmla="*/ 571559 h 1159992"/>
              <a:gd name="connsiteX24" fmla="*/ 17165 w 1976414"/>
              <a:gd name="connsiteY24" fmla="*/ 486892 h 1159992"/>
              <a:gd name="connsiteX25" fmla="*/ 80665 w 1976414"/>
              <a:gd name="connsiteY25" fmla="*/ 410692 h 1159992"/>
              <a:gd name="connsiteX26" fmla="*/ 186499 w 1976414"/>
              <a:gd name="connsiteY26" fmla="*/ 431859 h 1159992"/>
              <a:gd name="connsiteX27" fmla="*/ 264815 w 1976414"/>
              <a:gd name="connsiteY27" fmla="*/ 478426 h 1159992"/>
              <a:gd name="connsiteX28" fmla="*/ 279632 w 1976414"/>
              <a:gd name="connsiteY28" fmla="*/ 444559 h 1159992"/>
              <a:gd name="connsiteX29" fmla="*/ 228832 w 1976414"/>
              <a:gd name="connsiteY29" fmla="*/ 283692 h 1159992"/>
              <a:gd name="connsiteX30" fmla="*/ 190733 w 1976414"/>
              <a:gd name="connsiteY30" fmla="*/ 182093 h 1159992"/>
              <a:gd name="connsiteX31" fmla="*/ 165331 w 1976414"/>
              <a:gd name="connsiteY31" fmla="*/ 91076 h 1159992"/>
              <a:gd name="connsiteX32" fmla="*/ 129348 w 1976414"/>
              <a:gd name="connsiteY32" fmla="*/ 19109 h 1159992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6565 w 1976414"/>
              <a:gd name="connsiteY19" fmla="*/ 694525 h 1168658"/>
              <a:gd name="connsiteX20" fmla="*/ 211899 w 1976414"/>
              <a:gd name="connsiteY20" fmla="*/ 724158 h 1168658"/>
              <a:gd name="connsiteX21" fmla="*/ 933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0215 w 1976414"/>
              <a:gd name="connsiteY19" fmla="*/ 694525 h 1168658"/>
              <a:gd name="connsiteX20" fmla="*/ 211899 w 1976414"/>
              <a:gd name="connsiteY20" fmla="*/ 724158 h 1168658"/>
              <a:gd name="connsiteX21" fmla="*/ 933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0215 w 1976414"/>
              <a:gd name="connsiteY19" fmla="*/ 694525 h 1168658"/>
              <a:gd name="connsiteX20" fmla="*/ 211899 w 1976414"/>
              <a:gd name="connsiteY20" fmla="*/ 724158 h 1168658"/>
              <a:gd name="connsiteX21" fmla="*/ 1060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9534"/>
              <a:gd name="connsiteX1" fmla="*/ 800332 w 1976414"/>
              <a:gd name="connsiteY1" fmla="*/ 8725 h 1169534"/>
              <a:gd name="connsiteX2" fmla="*/ 1232132 w 1976414"/>
              <a:gd name="connsiteY2" fmla="*/ 21425 h 1169534"/>
              <a:gd name="connsiteX3" fmla="*/ 1553865 w 1976414"/>
              <a:gd name="connsiteY3" fmla="*/ 25658 h 1169534"/>
              <a:gd name="connsiteX4" fmla="*/ 1812099 w 1976414"/>
              <a:gd name="connsiteY4" fmla="*/ 29892 h 1169534"/>
              <a:gd name="connsiteX5" fmla="*/ 1926399 w 1976414"/>
              <a:gd name="connsiteY5" fmla="*/ 80692 h 1169534"/>
              <a:gd name="connsiteX6" fmla="*/ 1972965 w 1976414"/>
              <a:gd name="connsiteY6" fmla="*/ 288125 h 1169534"/>
              <a:gd name="connsiteX7" fmla="*/ 1972965 w 1976414"/>
              <a:gd name="connsiteY7" fmla="*/ 601392 h 1169534"/>
              <a:gd name="connsiteX8" fmla="*/ 1972965 w 1976414"/>
              <a:gd name="connsiteY8" fmla="*/ 893492 h 1169534"/>
              <a:gd name="connsiteX9" fmla="*/ 1943332 w 1976414"/>
              <a:gd name="connsiteY9" fmla="*/ 1083992 h 1169534"/>
              <a:gd name="connsiteX10" fmla="*/ 1854432 w 1976414"/>
              <a:gd name="connsiteY10" fmla="*/ 1147492 h 1169534"/>
              <a:gd name="connsiteX11" fmla="*/ 1549632 w 1976414"/>
              <a:gd name="connsiteY11" fmla="*/ 1164425 h 1169534"/>
              <a:gd name="connsiteX12" fmla="*/ 1117832 w 1976414"/>
              <a:gd name="connsiteY12" fmla="*/ 1168658 h 1169534"/>
              <a:gd name="connsiteX13" fmla="*/ 817265 w 1976414"/>
              <a:gd name="connsiteY13" fmla="*/ 1149609 h 1169534"/>
              <a:gd name="connsiteX14" fmla="*/ 537865 w 1976414"/>
              <a:gd name="connsiteY14" fmla="*/ 1143258 h 1169534"/>
              <a:gd name="connsiteX15" fmla="*/ 275399 w 1976414"/>
              <a:gd name="connsiteY15" fmla="*/ 1134792 h 1169534"/>
              <a:gd name="connsiteX16" fmla="*/ 146282 w 1976414"/>
              <a:gd name="connsiteY16" fmla="*/ 1122091 h 1169534"/>
              <a:gd name="connsiteX17" fmla="*/ 178031 w 1976414"/>
              <a:gd name="connsiteY17" fmla="*/ 1041658 h 1169534"/>
              <a:gd name="connsiteX18" fmla="*/ 249999 w 1976414"/>
              <a:gd name="connsiteY18" fmla="*/ 855392 h 1169534"/>
              <a:gd name="connsiteX19" fmla="*/ 290215 w 1976414"/>
              <a:gd name="connsiteY19" fmla="*/ 694525 h 1169534"/>
              <a:gd name="connsiteX20" fmla="*/ 211899 w 1976414"/>
              <a:gd name="connsiteY20" fmla="*/ 724158 h 1169534"/>
              <a:gd name="connsiteX21" fmla="*/ 106065 w 1976414"/>
              <a:gd name="connsiteY21" fmla="*/ 732625 h 1169534"/>
              <a:gd name="connsiteX22" fmla="*/ 25632 w 1976414"/>
              <a:gd name="connsiteY22" fmla="*/ 698758 h 1169534"/>
              <a:gd name="connsiteX23" fmla="*/ 232 w 1976414"/>
              <a:gd name="connsiteY23" fmla="*/ 580225 h 1169534"/>
              <a:gd name="connsiteX24" fmla="*/ 17165 w 1976414"/>
              <a:gd name="connsiteY24" fmla="*/ 495558 h 1169534"/>
              <a:gd name="connsiteX25" fmla="*/ 80665 w 1976414"/>
              <a:gd name="connsiteY25" fmla="*/ 419358 h 1169534"/>
              <a:gd name="connsiteX26" fmla="*/ 186499 w 1976414"/>
              <a:gd name="connsiteY26" fmla="*/ 440525 h 1169534"/>
              <a:gd name="connsiteX27" fmla="*/ 264815 w 1976414"/>
              <a:gd name="connsiteY27" fmla="*/ 487092 h 1169534"/>
              <a:gd name="connsiteX28" fmla="*/ 279632 w 1976414"/>
              <a:gd name="connsiteY28" fmla="*/ 453225 h 1169534"/>
              <a:gd name="connsiteX29" fmla="*/ 228832 w 1976414"/>
              <a:gd name="connsiteY29" fmla="*/ 292358 h 1169534"/>
              <a:gd name="connsiteX30" fmla="*/ 190733 w 1976414"/>
              <a:gd name="connsiteY30" fmla="*/ 190759 h 1169534"/>
              <a:gd name="connsiteX31" fmla="*/ 165331 w 1976414"/>
              <a:gd name="connsiteY31" fmla="*/ 99742 h 1169534"/>
              <a:gd name="connsiteX32" fmla="*/ 129348 w 1976414"/>
              <a:gd name="connsiteY32" fmla="*/ 27775 h 1169534"/>
              <a:gd name="connsiteX0" fmla="*/ 129348 w 1976414"/>
              <a:gd name="connsiteY0" fmla="*/ 27775 h 1164425"/>
              <a:gd name="connsiteX1" fmla="*/ 800332 w 1976414"/>
              <a:gd name="connsiteY1" fmla="*/ 8725 h 1164425"/>
              <a:gd name="connsiteX2" fmla="*/ 1232132 w 1976414"/>
              <a:gd name="connsiteY2" fmla="*/ 21425 h 1164425"/>
              <a:gd name="connsiteX3" fmla="*/ 1553865 w 1976414"/>
              <a:gd name="connsiteY3" fmla="*/ 25658 h 1164425"/>
              <a:gd name="connsiteX4" fmla="*/ 1812099 w 1976414"/>
              <a:gd name="connsiteY4" fmla="*/ 29892 h 1164425"/>
              <a:gd name="connsiteX5" fmla="*/ 1926399 w 1976414"/>
              <a:gd name="connsiteY5" fmla="*/ 80692 h 1164425"/>
              <a:gd name="connsiteX6" fmla="*/ 1972965 w 1976414"/>
              <a:gd name="connsiteY6" fmla="*/ 288125 h 1164425"/>
              <a:gd name="connsiteX7" fmla="*/ 1972965 w 1976414"/>
              <a:gd name="connsiteY7" fmla="*/ 601392 h 1164425"/>
              <a:gd name="connsiteX8" fmla="*/ 1972965 w 1976414"/>
              <a:gd name="connsiteY8" fmla="*/ 893492 h 1164425"/>
              <a:gd name="connsiteX9" fmla="*/ 1943332 w 1976414"/>
              <a:gd name="connsiteY9" fmla="*/ 1083992 h 1164425"/>
              <a:gd name="connsiteX10" fmla="*/ 1854432 w 1976414"/>
              <a:gd name="connsiteY10" fmla="*/ 1147492 h 1164425"/>
              <a:gd name="connsiteX11" fmla="*/ 1549632 w 1976414"/>
              <a:gd name="connsiteY11" fmla="*/ 1164425 h 1164425"/>
              <a:gd name="connsiteX12" fmla="*/ 1124182 w 1976414"/>
              <a:gd name="connsiteY12" fmla="*/ 1147492 h 1164425"/>
              <a:gd name="connsiteX13" fmla="*/ 817265 w 1976414"/>
              <a:gd name="connsiteY13" fmla="*/ 1149609 h 1164425"/>
              <a:gd name="connsiteX14" fmla="*/ 537865 w 1976414"/>
              <a:gd name="connsiteY14" fmla="*/ 1143258 h 1164425"/>
              <a:gd name="connsiteX15" fmla="*/ 275399 w 1976414"/>
              <a:gd name="connsiteY15" fmla="*/ 1134792 h 1164425"/>
              <a:gd name="connsiteX16" fmla="*/ 146282 w 1976414"/>
              <a:gd name="connsiteY16" fmla="*/ 1122091 h 1164425"/>
              <a:gd name="connsiteX17" fmla="*/ 178031 w 1976414"/>
              <a:gd name="connsiteY17" fmla="*/ 1041658 h 1164425"/>
              <a:gd name="connsiteX18" fmla="*/ 249999 w 1976414"/>
              <a:gd name="connsiteY18" fmla="*/ 855392 h 1164425"/>
              <a:gd name="connsiteX19" fmla="*/ 290215 w 1976414"/>
              <a:gd name="connsiteY19" fmla="*/ 694525 h 1164425"/>
              <a:gd name="connsiteX20" fmla="*/ 211899 w 1976414"/>
              <a:gd name="connsiteY20" fmla="*/ 724158 h 1164425"/>
              <a:gd name="connsiteX21" fmla="*/ 106065 w 1976414"/>
              <a:gd name="connsiteY21" fmla="*/ 732625 h 1164425"/>
              <a:gd name="connsiteX22" fmla="*/ 25632 w 1976414"/>
              <a:gd name="connsiteY22" fmla="*/ 698758 h 1164425"/>
              <a:gd name="connsiteX23" fmla="*/ 232 w 1976414"/>
              <a:gd name="connsiteY23" fmla="*/ 580225 h 1164425"/>
              <a:gd name="connsiteX24" fmla="*/ 17165 w 1976414"/>
              <a:gd name="connsiteY24" fmla="*/ 495558 h 1164425"/>
              <a:gd name="connsiteX25" fmla="*/ 80665 w 1976414"/>
              <a:gd name="connsiteY25" fmla="*/ 419358 h 1164425"/>
              <a:gd name="connsiteX26" fmla="*/ 186499 w 1976414"/>
              <a:gd name="connsiteY26" fmla="*/ 440525 h 1164425"/>
              <a:gd name="connsiteX27" fmla="*/ 264815 w 1976414"/>
              <a:gd name="connsiteY27" fmla="*/ 487092 h 1164425"/>
              <a:gd name="connsiteX28" fmla="*/ 279632 w 1976414"/>
              <a:gd name="connsiteY28" fmla="*/ 453225 h 1164425"/>
              <a:gd name="connsiteX29" fmla="*/ 228832 w 1976414"/>
              <a:gd name="connsiteY29" fmla="*/ 292358 h 1164425"/>
              <a:gd name="connsiteX30" fmla="*/ 190733 w 1976414"/>
              <a:gd name="connsiteY30" fmla="*/ 190759 h 1164425"/>
              <a:gd name="connsiteX31" fmla="*/ 165331 w 1976414"/>
              <a:gd name="connsiteY31" fmla="*/ 99742 h 1164425"/>
              <a:gd name="connsiteX32" fmla="*/ 129348 w 1976414"/>
              <a:gd name="connsiteY32" fmla="*/ 27775 h 1164425"/>
              <a:gd name="connsiteX0" fmla="*/ 129348 w 1976414"/>
              <a:gd name="connsiteY0" fmla="*/ 27775 h 1152969"/>
              <a:gd name="connsiteX1" fmla="*/ 800332 w 1976414"/>
              <a:gd name="connsiteY1" fmla="*/ 8725 h 1152969"/>
              <a:gd name="connsiteX2" fmla="*/ 1232132 w 1976414"/>
              <a:gd name="connsiteY2" fmla="*/ 21425 h 1152969"/>
              <a:gd name="connsiteX3" fmla="*/ 1553865 w 1976414"/>
              <a:gd name="connsiteY3" fmla="*/ 25658 h 1152969"/>
              <a:gd name="connsiteX4" fmla="*/ 1812099 w 1976414"/>
              <a:gd name="connsiteY4" fmla="*/ 29892 h 1152969"/>
              <a:gd name="connsiteX5" fmla="*/ 1926399 w 1976414"/>
              <a:gd name="connsiteY5" fmla="*/ 80692 h 1152969"/>
              <a:gd name="connsiteX6" fmla="*/ 1972965 w 1976414"/>
              <a:gd name="connsiteY6" fmla="*/ 288125 h 1152969"/>
              <a:gd name="connsiteX7" fmla="*/ 1972965 w 1976414"/>
              <a:gd name="connsiteY7" fmla="*/ 601392 h 1152969"/>
              <a:gd name="connsiteX8" fmla="*/ 1972965 w 1976414"/>
              <a:gd name="connsiteY8" fmla="*/ 893492 h 1152969"/>
              <a:gd name="connsiteX9" fmla="*/ 1943332 w 1976414"/>
              <a:gd name="connsiteY9" fmla="*/ 1083992 h 1152969"/>
              <a:gd name="connsiteX10" fmla="*/ 1854432 w 1976414"/>
              <a:gd name="connsiteY10" fmla="*/ 1147492 h 1152969"/>
              <a:gd name="connsiteX11" fmla="*/ 1551749 w 1976414"/>
              <a:gd name="connsiteY11" fmla="*/ 1149609 h 1152969"/>
              <a:gd name="connsiteX12" fmla="*/ 1124182 w 1976414"/>
              <a:gd name="connsiteY12" fmla="*/ 1147492 h 1152969"/>
              <a:gd name="connsiteX13" fmla="*/ 817265 w 1976414"/>
              <a:gd name="connsiteY13" fmla="*/ 1149609 h 1152969"/>
              <a:gd name="connsiteX14" fmla="*/ 537865 w 1976414"/>
              <a:gd name="connsiteY14" fmla="*/ 1143258 h 1152969"/>
              <a:gd name="connsiteX15" fmla="*/ 275399 w 1976414"/>
              <a:gd name="connsiteY15" fmla="*/ 1134792 h 1152969"/>
              <a:gd name="connsiteX16" fmla="*/ 146282 w 1976414"/>
              <a:gd name="connsiteY16" fmla="*/ 1122091 h 1152969"/>
              <a:gd name="connsiteX17" fmla="*/ 178031 w 1976414"/>
              <a:gd name="connsiteY17" fmla="*/ 1041658 h 1152969"/>
              <a:gd name="connsiteX18" fmla="*/ 249999 w 1976414"/>
              <a:gd name="connsiteY18" fmla="*/ 855392 h 1152969"/>
              <a:gd name="connsiteX19" fmla="*/ 290215 w 1976414"/>
              <a:gd name="connsiteY19" fmla="*/ 694525 h 1152969"/>
              <a:gd name="connsiteX20" fmla="*/ 211899 w 1976414"/>
              <a:gd name="connsiteY20" fmla="*/ 724158 h 1152969"/>
              <a:gd name="connsiteX21" fmla="*/ 106065 w 1976414"/>
              <a:gd name="connsiteY21" fmla="*/ 732625 h 1152969"/>
              <a:gd name="connsiteX22" fmla="*/ 25632 w 1976414"/>
              <a:gd name="connsiteY22" fmla="*/ 698758 h 1152969"/>
              <a:gd name="connsiteX23" fmla="*/ 232 w 1976414"/>
              <a:gd name="connsiteY23" fmla="*/ 580225 h 1152969"/>
              <a:gd name="connsiteX24" fmla="*/ 17165 w 1976414"/>
              <a:gd name="connsiteY24" fmla="*/ 495558 h 1152969"/>
              <a:gd name="connsiteX25" fmla="*/ 80665 w 1976414"/>
              <a:gd name="connsiteY25" fmla="*/ 419358 h 1152969"/>
              <a:gd name="connsiteX26" fmla="*/ 186499 w 1976414"/>
              <a:gd name="connsiteY26" fmla="*/ 440525 h 1152969"/>
              <a:gd name="connsiteX27" fmla="*/ 264815 w 1976414"/>
              <a:gd name="connsiteY27" fmla="*/ 487092 h 1152969"/>
              <a:gd name="connsiteX28" fmla="*/ 279632 w 1976414"/>
              <a:gd name="connsiteY28" fmla="*/ 453225 h 1152969"/>
              <a:gd name="connsiteX29" fmla="*/ 228832 w 1976414"/>
              <a:gd name="connsiteY29" fmla="*/ 292358 h 1152969"/>
              <a:gd name="connsiteX30" fmla="*/ 190733 w 1976414"/>
              <a:gd name="connsiteY30" fmla="*/ 190759 h 1152969"/>
              <a:gd name="connsiteX31" fmla="*/ 165331 w 1976414"/>
              <a:gd name="connsiteY31" fmla="*/ 99742 h 1152969"/>
              <a:gd name="connsiteX32" fmla="*/ 129348 w 1976414"/>
              <a:gd name="connsiteY32" fmla="*/ 27775 h 115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976414" h="1152969">
                <a:moveTo>
                  <a:pt x="129348" y="27775"/>
                </a:moveTo>
                <a:cubicBezTo>
                  <a:pt x="112414" y="-21261"/>
                  <a:pt x="616535" y="9783"/>
                  <a:pt x="800332" y="8725"/>
                </a:cubicBezTo>
                <a:cubicBezTo>
                  <a:pt x="984129" y="7667"/>
                  <a:pt x="1232132" y="21425"/>
                  <a:pt x="1232132" y="21425"/>
                </a:cubicBezTo>
                <a:lnTo>
                  <a:pt x="1553865" y="25658"/>
                </a:lnTo>
                <a:lnTo>
                  <a:pt x="1812099" y="29892"/>
                </a:lnTo>
                <a:cubicBezTo>
                  <a:pt x="1874188" y="39064"/>
                  <a:pt x="1899588" y="37653"/>
                  <a:pt x="1926399" y="80692"/>
                </a:cubicBezTo>
                <a:cubicBezTo>
                  <a:pt x="1953210" y="123731"/>
                  <a:pt x="1965204" y="201342"/>
                  <a:pt x="1972965" y="288125"/>
                </a:cubicBezTo>
                <a:cubicBezTo>
                  <a:pt x="1980726" y="374908"/>
                  <a:pt x="1972965" y="500498"/>
                  <a:pt x="1972965" y="601392"/>
                </a:cubicBezTo>
                <a:cubicBezTo>
                  <a:pt x="1972965" y="702286"/>
                  <a:pt x="1977904" y="813059"/>
                  <a:pt x="1972965" y="893492"/>
                </a:cubicBezTo>
                <a:cubicBezTo>
                  <a:pt x="1968026" y="973925"/>
                  <a:pt x="1963088" y="1041659"/>
                  <a:pt x="1943332" y="1083992"/>
                </a:cubicBezTo>
                <a:cubicBezTo>
                  <a:pt x="1923577" y="1126325"/>
                  <a:pt x="1919696" y="1136556"/>
                  <a:pt x="1854432" y="1147492"/>
                </a:cubicBezTo>
                <a:cubicBezTo>
                  <a:pt x="1789168" y="1158428"/>
                  <a:pt x="1673457" y="1149609"/>
                  <a:pt x="1551749" y="1149609"/>
                </a:cubicBezTo>
                <a:lnTo>
                  <a:pt x="1124182" y="1147492"/>
                </a:lnTo>
                <a:lnTo>
                  <a:pt x="817265" y="1149609"/>
                </a:lnTo>
                <a:cubicBezTo>
                  <a:pt x="719546" y="1148903"/>
                  <a:pt x="628176" y="1145728"/>
                  <a:pt x="537865" y="1143258"/>
                </a:cubicBezTo>
                <a:lnTo>
                  <a:pt x="275399" y="1134792"/>
                </a:lnTo>
                <a:cubicBezTo>
                  <a:pt x="210135" y="1131264"/>
                  <a:pt x="162510" y="1137613"/>
                  <a:pt x="146282" y="1122091"/>
                </a:cubicBezTo>
                <a:cubicBezTo>
                  <a:pt x="130054" y="1106569"/>
                  <a:pt x="160745" y="1086108"/>
                  <a:pt x="178031" y="1041658"/>
                </a:cubicBezTo>
                <a:cubicBezTo>
                  <a:pt x="195317" y="997208"/>
                  <a:pt x="231302" y="913248"/>
                  <a:pt x="249999" y="855392"/>
                </a:cubicBezTo>
                <a:cubicBezTo>
                  <a:pt x="268696" y="797537"/>
                  <a:pt x="296565" y="716397"/>
                  <a:pt x="290215" y="694525"/>
                </a:cubicBezTo>
                <a:cubicBezTo>
                  <a:pt x="283865" y="672653"/>
                  <a:pt x="242591" y="717808"/>
                  <a:pt x="211899" y="724158"/>
                </a:cubicBezTo>
                <a:cubicBezTo>
                  <a:pt x="181207" y="730508"/>
                  <a:pt x="137110" y="736858"/>
                  <a:pt x="106065" y="732625"/>
                </a:cubicBezTo>
                <a:cubicBezTo>
                  <a:pt x="75020" y="728392"/>
                  <a:pt x="43271" y="724158"/>
                  <a:pt x="25632" y="698758"/>
                </a:cubicBezTo>
                <a:cubicBezTo>
                  <a:pt x="7993" y="673358"/>
                  <a:pt x="1643" y="614092"/>
                  <a:pt x="232" y="580225"/>
                </a:cubicBezTo>
                <a:cubicBezTo>
                  <a:pt x="-1179" y="546358"/>
                  <a:pt x="3759" y="522369"/>
                  <a:pt x="17165" y="495558"/>
                </a:cubicBezTo>
                <a:cubicBezTo>
                  <a:pt x="30570" y="468747"/>
                  <a:pt x="52443" y="428530"/>
                  <a:pt x="80665" y="419358"/>
                </a:cubicBezTo>
                <a:cubicBezTo>
                  <a:pt x="108887" y="410186"/>
                  <a:pt x="155807" y="429236"/>
                  <a:pt x="186499" y="440525"/>
                </a:cubicBezTo>
                <a:cubicBezTo>
                  <a:pt x="217191" y="451814"/>
                  <a:pt x="249293" y="484975"/>
                  <a:pt x="264815" y="487092"/>
                </a:cubicBezTo>
                <a:cubicBezTo>
                  <a:pt x="280337" y="489209"/>
                  <a:pt x="285629" y="485681"/>
                  <a:pt x="279632" y="453225"/>
                </a:cubicBezTo>
                <a:cubicBezTo>
                  <a:pt x="273635" y="420769"/>
                  <a:pt x="243648" y="336102"/>
                  <a:pt x="228832" y="292358"/>
                </a:cubicBezTo>
                <a:cubicBezTo>
                  <a:pt x="214016" y="248614"/>
                  <a:pt x="202728" y="226037"/>
                  <a:pt x="190733" y="190759"/>
                </a:cubicBezTo>
                <a:cubicBezTo>
                  <a:pt x="178739" y="155481"/>
                  <a:pt x="175562" y="126906"/>
                  <a:pt x="165331" y="99742"/>
                </a:cubicBezTo>
                <a:cubicBezTo>
                  <a:pt x="155100" y="72578"/>
                  <a:pt x="146282" y="76811"/>
                  <a:pt x="129348" y="27775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8194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F5CAF4-BF01-2588-B7B4-8FAA09CE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0DF0CF-0F38-E562-C2C6-BAED482D9BDD}"/>
              </a:ext>
            </a:extLst>
          </p:cNvPr>
          <p:cNvSpPr/>
          <p:nvPr/>
        </p:nvSpPr>
        <p:spPr>
          <a:xfrm>
            <a:off x="112937" y="4324349"/>
            <a:ext cx="1376110" cy="1162050"/>
          </a:xfrm>
          <a:custGeom>
            <a:avLst/>
            <a:gdLst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70000 w 1350624"/>
              <a:gd name="connsiteY26" fmla="*/ 1089025 h 1178319"/>
              <a:gd name="connsiteX27" fmla="*/ 1266825 w 1350624"/>
              <a:gd name="connsiteY27" fmla="*/ 1127125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53067 w 1350624"/>
              <a:gd name="connsiteY26" fmla="*/ 1091142 h 1178319"/>
              <a:gd name="connsiteX27" fmla="*/ 1266825 w 1350624"/>
              <a:gd name="connsiteY27" fmla="*/ 1127125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319"/>
              <a:gd name="connsiteX1" fmla="*/ 425450 w 1350624"/>
              <a:gd name="connsiteY1" fmla="*/ 0 h 1178319"/>
              <a:gd name="connsiteX2" fmla="*/ 730250 w 1350624"/>
              <a:gd name="connsiteY2" fmla="*/ 0 h 1178319"/>
              <a:gd name="connsiteX3" fmla="*/ 1038225 w 1350624"/>
              <a:gd name="connsiteY3" fmla="*/ 9525 h 1178319"/>
              <a:gd name="connsiteX4" fmla="*/ 1216025 w 1350624"/>
              <a:gd name="connsiteY4" fmla="*/ 12700 h 1178319"/>
              <a:gd name="connsiteX5" fmla="*/ 1260475 w 1350624"/>
              <a:gd name="connsiteY5" fmla="*/ 12700 h 1178319"/>
              <a:gd name="connsiteX6" fmla="*/ 1257300 w 1350624"/>
              <a:gd name="connsiteY6" fmla="*/ 53975 h 1178319"/>
              <a:gd name="connsiteX7" fmla="*/ 1212850 w 1350624"/>
              <a:gd name="connsiteY7" fmla="*/ 139700 h 1178319"/>
              <a:gd name="connsiteX8" fmla="*/ 1181100 w 1350624"/>
              <a:gd name="connsiteY8" fmla="*/ 247650 h 1178319"/>
              <a:gd name="connsiteX9" fmla="*/ 1152525 w 1350624"/>
              <a:gd name="connsiteY9" fmla="*/ 342900 h 1178319"/>
              <a:gd name="connsiteX10" fmla="*/ 1152525 w 1350624"/>
              <a:gd name="connsiteY10" fmla="*/ 419100 h 1178319"/>
              <a:gd name="connsiteX11" fmla="*/ 1155700 w 1350624"/>
              <a:gd name="connsiteY11" fmla="*/ 457200 h 1178319"/>
              <a:gd name="connsiteX12" fmla="*/ 1216025 w 1350624"/>
              <a:gd name="connsiteY12" fmla="*/ 396875 h 1178319"/>
              <a:gd name="connsiteX13" fmla="*/ 1276350 w 1350624"/>
              <a:gd name="connsiteY13" fmla="*/ 381000 h 1178319"/>
              <a:gd name="connsiteX14" fmla="*/ 1336675 w 1350624"/>
              <a:gd name="connsiteY14" fmla="*/ 431800 h 1178319"/>
              <a:gd name="connsiteX15" fmla="*/ 1349375 w 1350624"/>
              <a:gd name="connsiteY15" fmla="*/ 504825 h 1178319"/>
              <a:gd name="connsiteX16" fmla="*/ 1346200 w 1350624"/>
              <a:gd name="connsiteY16" fmla="*/ 542925 h 1178319"/>
              <a:gd name="connsiteX17" fmla="*/ 1314450 w 1350624"/>
              <a:gd name="connsiteY17" fmla="*/ 615950 h 1178319"/>
              <a:gd name="connsiteX18" fmla="*/ 1235075 w 1350624"/>
              <a:gd name="connsiteY18" fmla="*/ 650875 h 1178319"/>
              <a:gd name="connsiteX19" fmla="*/ 1187450 w 1350624"/>
              <a:gd name="connsiteY19" fmla="*/ 631825 h 1178319"/>
              <a:gd name="connsiteX20" fmla="*/ 1152525 w 1350624"/>
              <a:gd name="connsiteY20" fmla="*/ 612775 h 1178319"/>
              <a:gd name="connsiteX21" fmla="*/ 1152525 w 1350624"/>
              <a:gd name="connsiteY21" fmla="*/ 654050 h 1178319"/>
              <a:gd name="connsiteX22" fmla="*/ 1152525 w 1350624"/>
              <a:gd name="connsiteY22" fmla="*/ 701675 h 1178319"/>
              <a:gd name="connsiteX23" fmla="*/ 1184275 w 1350624"/>
              <a:gd name="connsiteY23" fmla="*/ 844550 h 1178319"/>
              <a:gd name="connsiteX24" fmla="*/ 1209675 w 1350624"/>
              <a:gd name="connsiteY24" fmla="*/ 955675 h 1178319"/>
              <a:gd name="connsiteX25" fmla="*/ 1235075 w 1350624"/>
              <a:gd name="connsiteY25" fmla="*/ 1035050 h 1178319"/>
              <a:gd name="connsiteX26" fmla="*/ 1253067 w 1350624"/>
              <a:gd name="connsiteY26" fmla="*/ 1091142 h 1178319"/>
              <a:gd name="connsiteX27" fmla="*/ 1275291 w 1350624"/>
              <a:gd name="connsiteY27" fmla="*/ 1141941 h 1178319"/>
              <a:gd name="connsiteX28" fmla="*/ 1114425 w 1350624"/>
              <a:gd name="connsiteY28" fmla="*/ 1155700 h 1178319"/>
              <a:gd name="connsiteX29" fmla="*/ 876300 w 1350624"/>
              <a:gd name="connsiteY29" fmla="*/ 1177925 h 1178319"/>
              <a:gd name="connsiteX30" fmla="*/ 669925 w 1350624"/>
              <a:gd name="connsiteY30" fmla="*/ 1168400 h 1178319"/>
              <a:gd name="connsiteX31" fmla="*/ 396875 w 1350624"/>
              <a:gd name="connsiteY31" fmla="*/ 1149350 h 1178319"/>
              <a:gd name="connsiteX32" fmla="*/ 152400 w 1350624"/>
              <a:gd name="connsiteY32" fmla="*/ 1130300 h 1178319"/>
              <a:gd name="connsiteX33" fmla="*/ 123825 w 1350624"/>
              <a:gd name="connsiteY33" fmla="*/ 1120775 h 1178319"/>
              <a:gd name="connsiteX34" fmla="*/ 79375 w 1350624"/>
              <a:gd name="connsiteY34" fmla="*/ 1050925 h 1178319"/>
              <a:gd name="connsiteX35" fmla="*/ 66675 w 1350624"/>
              <a:gd name="connsiteY35" fmla="*/ 930275 h 1178319"/>
              <a:gd name="connsiteX36" fmla="*/ 50800 w 1350624"/>
              <a:gd name="connsiteY36" fmla="*/ 704850 h 1178319"/>
              <a:gd name="connsiteX37" fmla="*/ 41275 w 1350624"/>
              <a:gd name="connsiteY37" fmla="*/ 425450 h 1178319"/>
              <a:gd name="connsiteX38" fmla="*/ 38100 w 1350624"/>
              <a:gd name="connsiteY38" fmla="*/ 266700 h 1178319"/>
              <a:gd name="connsiteX39" fmla="*/ 50800 w 1350624"/>
              <a:gd name="connsiteY39" fmla="*/ 123825 h 1178319"/>
              <a:gd name="connsiteX40" fmla="*/ 0 w 1350624"/>
              <a:gd name="connsiteY40" fmla="*/ 0 h 1178319"/>
              <a:gd name="connsiteX0" fmla="*/ 0 w 1350624"/>
              <a:gd name="connsiteY0" fmla="*/ 0 h 1178050"/>
              <a:gd name="connsiteX1" fmla="*/ 425450 w 1350624"/>
              <a:gd name="connsiteY1" fmla="*/ 0 h 1178050"/>
              <a:gd name="connsiteX2" fmla="*/ 730250 w 1350624"/>
              <a:gd name="connsiteY2" fmla="*/ 0 h 1178050"/>
              <a:gd name="connsiteX3" fmla="*/ 1038225 w 1350624"/>
              <a:gd name="connsiteY3" fmla="*/ 9525 h 1178050"/>
              <a:gd name="connsiteX4" fmla="*/ 1216025 w 1350624"/>
              <a:gd name="connsiteY4" fmla="*/ 12700 h 1178050"/>
              <a:gd name="connsiteX5" fmla="*/ 1260475 w 1350624"/>
              <a:gd name="connsiteY5" fmla="*/ 12700 h 1178050"/>
              <a:gd name="connsiteX6" fmla="*/ 1257300 w 1350624"/>
              <a:gd name="connsiteY6" fmla="*/ 53975 h 1178050"/>
              <a:gd name="connsiteX7" fmla="*/ 1212850 w 1350624"/>
              <a:gd name="connsiteY7" fmla="*/ 139700 h 1178050"/>
              <a:gd name="connsiteX8" fmla="*/ 1181100 w 1350624"/>
              <a:gd name="connsiteY8" fmla="*/ 247650 h 1178050"/>
              <a:gd name="connsiteX9" fmla="*/ 1152525 w 1350624"/>
              <a:gd name="connsiteY9" fmla="*/ 342900 h 1178050"/>
              <a:gd name="connsiteX10" fmla="*/ 1152525 w 1350624"/>
              <a:gd name="connsiteY10" fmla="*/ 419100 h 1178050"/>
              <a:gd name="connsiteX11" fmla="*/ 1155700 w 1350624"/>
              <a:gd name="connsiteY11" fmla="*/ 457200 h 1178050"/>
              <a:gd name="connsiteX12" fmla="*/ 1216025 w 1350624"/>
              <a:gd name="connsiteY12" fmla="*/ 396875 h 1178050"/>
              <a:gd name="connsiteX13" fmla="*/ 1276350 w 1350624"/>
              <a:gd name="connsiteY13" fmla="*/ 381000 h 1178050"/>
              <a:gd name="connsiteX14" fmla="*/ 1336675 w 1350624"/>
              <a:gd name="connsiteY14" fmla="*/ 431800 h 1178050"/>
              <a:gd name="connsiteX15" fmla="*/ 1349375 w 1350624"/>
              <a:gd name="connsiteY15" fmla="*/ 504825 h 1178050"/>
              <a:gd name="connsiteX16" fmla="*/ 1346200 w 1350624"/>
              <a:gd name="connsiteY16" fmla="*/ 542925 h 1178050"/>
              <a:gd name="connsiteX17" fmla="*/ 1314450 w 1350624"/>
              <a:gd name="connsiteY17" fmla="*/ 615950 h 1178050"/>
              <a:gd name="connsiteX18" fmla="*/ 1235075 w 1350624"/>
              <a:gd name="connsiteY18" fmla="*/ 650875 h 1178050"/>
              <a:gd name="connsiteX19" fmla="*/ 1187450 w 1350624"/>
              <a:gd name="connsiteY19" fmla="*/ 631825 h 1178050"/>
              <a:gd name="connsiteX20" fmla="*/ 1152525 w 1350624"/>
              <a:gd name="connsiteY20" fmla="*/ 612775 h 1178050"/>
              <a:gd name="connsiteX21" fmla="*/ 1152525 w 1350624"/>
              <a:gd name="connsiteY21" fmla="*/ 654050 h 1178050"/>
              <a:gd name="connsiteX22" fmla="*/ 1152525 w 1350624"/>
              <a:gd name="connsiteY22" fmla="*/ 701675 h 1178050"/>
              <a:gd name="connsiteX23" fmla="*/ 1184275 w 1350624"/>
              <a:gd name="connsiteY23" fmla="*/ 844550 h 1178050"/>
              <a:gd name="connsiteX24" fmla="*/ 1209675 w 1350624"/>
              <a:gd name="connsiteY24" fmla="*/ 955675 h 1178050"/>
              <a:gd name="connsiteX25" fmla="*/ 1235075 w 1350624"/>
              <a:gd name="connsiteY25" fmla="*/ 1035050 h 1178050"/>
              <a:gd name="connsiteX26" fmla="*/ 1253067 w 1350624"/>
              <a:gd name="connsiteY26" fmla="*/ 1091142 h 1178050"/>
              <a:gd name="connsiteX27" fmla="*/ 1275291 w 1350624"/>
              <a:gd name="connsiteY27" fmla="*/ 1141941 h 1178050"/>
              <a:gd name="connsiteX28" fmla="*/ 1122892 w 1350624"/>
              <a:gd name="connsiteY28" fmla="*/ 1162050 h 1178050"/>
              <a:gd name="connsiteX29" fmla="*/ 876300 w 1350624"/>
              <a:gd name="connsiteY29" fmla="*/ 1177925 h 1178050"/>
              <a:gd name="connsiteX30" fmla="*/ 669925 w 1350624"/>
              <a:gd name="connsiteY30" fmla="*/ 1168400 h 1178050"/>
              <a:gd name="connsiteX31" fmla="*/ 396875 w 1350624"/>
              <a:gd name="connsiteY31" fmla="*/ 1149350 h 1178050"/>
              <a:gd name="connsiteX32" fmla="*/ 152400 w 1350624"/>
              <a:gd name="connsiteY32" fmla="*/ 1130300 h 1178050"/>
              <a:gd name="connsiteX33" fmla="*/ 123825 w 1350624"/>
              <a:gd name="connsiteY33" fmla="*/ 1120775 h 1178050"/>
              <a:gd name="connsiteX34" fmla="*/ 79375 w 1350624"/>
              <a:gd name="connsiteY34" fmla="*/ 1050925 h 1178050"/>
              <a:gd name="connsiteX35" fmla="*/ 66675 w 1350624"/>
              <a:gd name="connsiteY35" fmla="*/ 930275 h 1178050"/>
              <a:gd name="connsiteX36" fmla="*/ 50800 w 1350624"/>
              <a:gd name="connsiteY36" fmla="*/ 704850 h 1178050"/>
              <a:gd name="connsiteX37" fmla="*/ 41275 w 1350624"/>
              <a:gd name="connsiteY37" fmla="*/ 425450 h 1178050"/>
              <a:gd name="connsiteX38" fmla="*/ 38100 w 1350624"/>
              <a:gd name="connsiteY38" fmla="*/ 266700 h 1178050"/>
              <a:gd name="connsiteX39" fmla="*/ 50800 w 1350624"/>
              <a:gd name="connsiteY39" fmla="*/ 123825 h 1178050"/>
              <a:gd name="connsiteX40" fmla="*/ 0 w 1350624"/>
              <a:gd name="connsiteY40" fmla="*/ 0 h 1178050"/>
              <a:gd name="connsiteX0" fmla="*/ 0 w 1350624"/>
              <a:gd name="connsiteY0" fmla="*/ 0 h 1178050"/>
              <a:gd name="connsiteX1" fmla="*/ 425450 w 1350624"/>
              <a:gd name="connsiteY1" fmla="*/ 0 h 1178050"/>
              <a:gd name="connsiteX2" fmla="*/ 730250 w 1350624"/>
              <a:gd name="connsiteY2" fmla="*/ 0 h 1178050"/>
              <a:gd name="connsiteX3" fmla="*/ 1038225 w 1350624"/>
              <a:gd name="connsiteY3" fmla="*/ 9525 h 1178050"/>
              <a:gd name="connsiteX4" fmla="*/ 1216025 w 1350624"/>
              <a:gd name="connsiteY4" fmla="*/ 12700 h 1178050"/>
              <a:gd name="connsiteX5" fmla="*/ 1260475 w 1350624"/>
              <a:gd name="connsiteY5" fmla="*/ 12700 h 1178050"/>
              <a:gd name="connsiteX6" fmla="*/ 1257300 w 1350624"/>
              <a:gd name="connsiteY6" fmla="*/ 53975 h 1178050"/>
              <a:gd name="connsiteX7" fmla="*/ 1212850 w 1350624"/>
              <a:gd name="connsiteY7" fmla="*/ 139700 h 1178050"/>
              <a:gd name="connsiteX8" fmla="*/ 1181100 w 1350624"/>
              <a:gd name="connsiteY8" fmla="*/ 247650 h 1178050"/>
              <a:gd name="connsiteX9" fmla="*/ 1152525 w 1350624"/>
              <a:gd name="connsiteY9" fmla="*/ 342900 h 1178050"/>
              <a:gd name="connsiteX10" fmla="*/ 1152525 w 1350624"/>
              <a:gd name="connsiteY10" fmla="*/ 419100 h 1178050"/>
              <a:gd name="connsiteX11" fmla="*/ 1155700 w 1350624"/>
              <a:gd name="connsiteY11" fmla="*/ 457200 h 1178050"/>
              <a:gd name="connsiteX12" fmla="*/ 1216025 w 1350624"/>
              <a:gd name="connsiteY12" fmla="*/ 396875 h 1178050"/>
              <a:gd name="connsiteX13" fmla="*/ 1276350 w 1350624"/>
              <a:gd name="connsiteY13" fmla="*/ 381000 h 1178050"/>
              <a:gd name="connsiteX14" fmla="*/ 1336675 w 1350624"/>
              <a:gd name="connsiteY14" fmla="*/ 431800 h 1178050"/>
              <a:gd name="connsiteX15" fmla="*/ 1349375 w 1350624"/>
              <a:gd name="connsiteY15" fmla="*/ 504825 h 1178050"/>
              <a:gd name="connsiteX16" fmla="*/ 1346200 w 1350624"/>
              <a:gd name="connsiteY16" fmla="*/ 542925 h 1178050"/>
              <a:gd name="connsiteX17" fmla="*/ 1314450 w 1350624"/>
              <a:gd name="connsiteY17" fmla="*/ 615950 h 1178050"/>
              <a:gd name="connsiteX18" fmla="*/ 1235075 w 1350624"/>
              <a:gd name="connsiteY18" fmla="*/ 650875 h 1178050"/>
              <a:gd name="connsiteX19" fmla="*/ 1187450 w 1350624"/>
              <a:gd name="connsiteY19" fmla="*/ 631825 h 1178050"/>
              <a:gd name="connsiteX20" fmla="*/ 1152525 w 1350624"/>
              <a:gd name="connsiteY20" fmla="*/ 612775 h 1178050"/>
              <a:gd name="connsiteX21" fmla="*/ 1152525 w 1350624"/>
              <a:gd name="connsiteY21" fmla="*/ 654050 h 1178050"/>
              <a:gd name="connsiteX22" fmla="*/ 1152525 w 1350624"/>
              <a:gd name="connsiteY22" fmla="*/ 701675 h 1178050"/>
              <a:gd name="connsiteX23" fmla="*/ 1184275 w 1350624"/>
              <a:gd name="connsiteY23" fmla="*/ 844550 h 1178050"/>
              <a:gd name="connsiteX24" fmla="*/ 1209675 w 1350624"/>
              <a:gd name="connsiteY24" fmla="*/ 955675 h 1178050"/>
              <a:gd name="connsiteX25" fmla="*/ 1235075 w 1350624"/>
              <a:gd name="connsiteY25" fmla="*/ 1035050 h 1178050"/>
              <a:gd name="connsiteX26" fmla="*/ 1253067 w 1350624"/>
              <a:gd name="connsiteY26" fmla="*/ 1091142 h 1178050"/>
              <a:gd name="connsiteX27" fmla="*/ 1277407 w 1350624"/>
              <a:gd name="connsiteY27" fmla="*/ 1156758 h 1178050"/>
              <a:gd name="connsiteX28" fmla="*/ 1122892 w 1350624"/>
              <a:gd name="connsiteY28" fmla="*/ 1162050 h 1178050"/>
              <a:gd name="connsiteX29" fmla="*/ 876300 w 1350624"/>
              <a:gd name="connsiteY29" fmla="*/ 1177925 h 1178050"/>
              <a:gd name="connsiteX30" fmla="*/ 669925 w 1350624"/>
              <a:gd name="connsiteY30" fmla="*/ 1168400 h 1178050"/>
              <a:gd name="connsiteX31" fmla="*/ 396875 w 1350624"/>
              <a:gd name="connsiteY31" fmla="*/ 1149350 h 1178050"/>
              <a:gd name="connsiteX32" fmla="*/ 152400 w 1350624"/>
              <a:gd name="connsiteY32" fmla="*/ 1130300 h 1178050"/>
              <a:gd name="connsiteX33" fmla="*/ 123825 w 1350624"/>
              <a:gd name="connsiteY33" fmla="*/ 1120775 h 1178050"/>
              <a:gd name="connsiteX34" fmla="*/ 79375 w 1350624"/>
              <a:gd name="connsiteY34" fmla="*/ 1050925 h 1178050"/>
              <a:gd name="connsiteX35" fmla="*/ 66675 w 1350624"/>
              <a:gd name="connsiteY35" fmla="*/ 930275 h 1178050"/>
              <a:gd name="connsiteX36" fmla="*/ 50800 w 1350624"/>
              <a:gd name="connsiteY36" fmla="*/ 704850 h 1178050"/>
              <a:gd name="connsiteX37" fmla="*/ 41275 w 1350624"/>
              <a:gd name="connsiteY37" fmla="*/ 425450 h 1178050"/>
              <a:gd name="connsiteX38" fmla="*/ 38100 w 1350624"/>
              <a:gd name="connsiteY38" fmla="*/ 266700 h 1178050"/>
              <a:gd name="connsiteX39" fmla="*/ 50800 w 1350624"/>
              <a:gd name="connsiteY39" fmla="*/ 123825 h 1178050"/>
              <a:gd name="connsiteX40" fmla="*/ 0 w 1350624"/>
              <a:gd name="connsiteY40" fmla="*/ 0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418 w 1313009"/>
              <a:gd name="connsiteY0" fmla="*/ 2117 h 1178050"/>
              <a:gd name="connsiteX1" fmla="*/ 387835 w 1313009"/>
              <a:gd name="connsiteY1" fmla="*/ 0 h 1178050"/>
              <a:gd name="connsiteX2" fmla="*/ 692635 w 1313009"/>
              <a:gd name="connsiteY2" fmla="*/ 0 h 1178050"/>
              <a:gd name="connsiteX3" fmla="*/ 1000610 w 1313009"/>
              <a:gd name="connsiteY3" fmla="*/ 9525 h 1178050"/>
              <a:gd name="connsiteX4" fmla="*/ 1178410 w 1313009"/>
              <a:gd name="connsiteY4" fmla="*/ 12700 h 1178050"/>
              <a:gd name="connsiteX5" fmla="*/ 1222860 w 1313009"/>
              <a:gd name="connsiteY5" fmla="*/ 12700 h 1178050"/>
              <a:gd name="connsiteX6" fmla="*/ 1219685 w 1313009"/>
              <a:gd name="connsiteY6" fmla="*/ 53975 h 1178050"/>
              <a:gd name="connsiteX7" fmla="*/ 1175235 w 1313009"/>
              <a:gd name="connsiteY7" fmla="*/ 139700 h 1178050"/>
              <a:gd name="connsiteX8" fmla="*/ 1143485 w 1313009"/>
              <a:gd name="connsiteY8" fmla="*/ 247650 h 1178050"/>
              <a:gd name="connsiteX9" fmla="*/ 1114910 w 1313009"/>
              <a:gd name="connsiteY9" fmla="*/ 342900 h 1178050"/>
              <a:gd name="connsiteX10" fmla="*/ 1114910 w 1313009"/>
              <a:gd name="connsiteY10" fmla="*/ 419100 h 1178050"/>
              <a:gd name="connsiteX11" fmla="*/ 1118085 w 1313009"/>
              <a:gd name="connsiteY11" fmla="*/ 457200 h 1178050"/>
              <a:gd name="connsiteX12" fmla="*/ 1178410 w 1313009"/>
              <a:gd name="connsiteY12" fmla="*/ 396875 h 1178050"/>
              <a:gd name="connsiteX13" fmla="*/ 1238735 w 1313009"/>
              <a:gd name="connsiteY13" fmla="*/ 381000 h 1178050"/>
              <a:gd name="connsiteX14" fmla="*/ 1299060 w 1313009"/>
              <a:gd name="connsiteY14" fmla="*/ 431800 h 1178050"/>
              <a:gd name="connsiteX15" fmla="*/ 1311760 w 1313009"/>
              <a:gd name="connsiteY15" fmla="*/ 504825 h 1178050"/>
              <a:gd name="connsiteX16" fmla="*/ 1308585 w 1313009"/>
              <a:gd name="connsiteY16" fmla="*/ 542925 h 1178050"/>
              <a:gd name="connsiteX17" fmla="*/ 1276835 w 1313009"/>
              <a:gd name="connsiteY17" fmla="*/ 615950 h 1178050"/>
              <a:gd name="connsiteX18" fmla="*/ 1197460 w 1313009"/>
              <a:gd name="connsiteY18" fmla="*/ 650875 h 1178050"/>
              <a:gd name="connsiteX19" fmla="*/ 1149835 w 1313009"/>
              <a:gd name="connsiteY19" fmla="*/ 631825 h 1178050"/>
              <a:gd name="connsiteX20" fmla="*/ 1114910 w 1313009"/>
              <a:gd name="connsiteY20" fmla="*/ 612775 h 1178050"/>
              <a:gd name="connsiteX21" fmla="*/ 1114910 w 1313009"/>
              <a:gd name="connsiteY21" fmla="*/ 654050 h 1178050"/>
              <a:gd name="connsiteX22" fmla="*/ 1114910 w 1313009"/>
              <a:gd name="connsiteY22" fmla="*/ 701675 h 1178050"/>
              <a:gd name="connsiteX23" fmla="*/ 1146660 w 1313009"/>
              <a:gd name="connsiteY23" fmla="*/ 844550 h 1178050"/>
              <a:gd name="connsiteX24" fmla="*/ 1172060 w 1313009"/>
              <a:gd name="connsiteY24" fmla="*/ 955675 h 1178050"/>
              <a:gd name="connsiteX25" fmla="*/ 1197460 w 1313009"/>
              <a:gd name="connsiteY25" fmla="*/ 1035050 h 1178050"/>
              <a:gd name="connsiteX26" fmla="*/ 1215452 w 1313009"/>
              <a:gd name="connsiteY26" fmla="*/ 1091142 h 1178050"/>
              <a:gd name="connsiteX27" fmla="*/ 1239792 w 1313009"/>
              <a:gd name="connsiteY27" fmla="*/ 1156758 h 1178050"/>
              <a:gd name="connsiteX28" fmla="*/ 1085277 w 1313009"/>
              <a:gd name="connsiteY28" fmla="*/ 1162050 h 1178050"/>
              <a:gd name="connsiteX29" fmla="*/ 838685 w 1313009"/>
              <a:gd name="connsiteY29" fmla="*/ 1177925 h 1178050"/>
              <a:gd name="connsiteX30" fmla="*/ 632310 w 1313009"/>
              <a:gd name="connsiteY30" fmla="*/ 1168400 h 1178050"/>
              <a:gd name="connsiteX31" fmla="*/ 359260 w 1313009"/>
              <a:gd name="connsiteY31" fmla="*/ 1149350 h 1178050"/>
              <a:gd name="connsiteX32" fmla="*/ 114785 w 1313009"/>
              <a:gd name="connsiteY32" fmla="*/ 1130300 h 1178050"/>
              <a:gd name="connsiteX33" fmla="*/ 86210 w 1313009"/>
              <a:gd name="connsiteY33" fmla="*/ 1120775 h 1178050"/>
              <a:gd name="connsiteX34" fmla="*/ 41760 w 1313009"/>
              <a:gd name="connsiteY34" fmla="*/ 1050925 h 1178050"/>
              <a:gd name="connsiteX35" fmla="*/ 29060 w 1313009"/>
              <a:gd name="connsiteY35" fmla="*/ 930275 h 1178050"/>
              <a:gd name="connsiteX36" fmla="*/ 13185 w 1313009"/>
              <a:gd name="connsiteY36" fmla="*/ 704850 h 1178050"/>
              <a:gd name="connsiteX37" fmla="*/ 3660 w 1313009"/>
              <a:gd name="connsiteY37" fmla="*/ 425450 h 1178050"/>
              <a:gd name="connsiteX38" fmla="*/ 485 w 1313009"/>
              <a:gd name="connsiteY38" fmla="*/ 266700 h 1178050"/>
              <a:gd name="connsiteX39" fmla="*/ 13185 w 1313009"/>
              <a:gd name="connsiteY39" fmla="*/ 123825 h 1178050"/>
              <a:gd name="connsiteX40" fmla="*/ 17418 w 1313009"/>
              <a:gd name="connsiteY40" fmla="*/ 2117 h 1178050"/>
              <a:gd name="connsiteX0" fmla="*/ 17927 w 1313518"/>
              <a:gd name="connsiteY0" fmla="*/ 2117 h 1178050"/>
              <a:gd name="connsiteX1" fmla="*/ 388344 w 1313518"/>
              <a:gd name="connsiteY1" fmla="*/ 0 h 1178050"/>
              <a:gd name="connsiteX2" fmla="*/ 693144 w 1313518"/>
              <a:gd name="connsiteY2" fmla="*/ 0 h 1178050"/>
              <a:gd name="connsiteX3" fmla="*/ 1001119 w 1313518"/>
              <a:gd name="connsiteY3" fmla="*/ 9525 h 1178050"/>
              <a:gd name="connsiteX4" fmla="*/ 1178919 w 1313518"/>
              <a:gd name="connsiteY4" fmla="*/ 12700 h 1178050"/>
              <a:gd name="connsiteX5" fmla="*/ 1223369 w 1313518"/>
              <a:gd name="connsiteY5" fmla="*/ 12700 h 1178050"/>
              <a:gd name="connsiteX6" fmla="*/ 1220194 w 1313518"/>
              <a:gd name="connsiteY6" fmla="*/ 53975 h 1178050"/>
              <a:gd name="connsiteX7" fmla="*/ 1175744 w 1313518"/>
              <a:gd name="connsiteY7" fmla="*/ 139700 h 1178050"/>
              <a:gd name="connsiteX8" fmla="*/ 1143994 w 1313518"/>
              <a:gd name="connsiteY8" fmla="*/ 247650 h 1178050"/>
              <a:gd name="connsiteX9" fmla="*/ 1115419 w 1313518"/>
              <a:gd name="connsiteY9" fmla="*/ 342900 h 1178050"/>
              <a:gd name="connsiteX10" fmla="*/ 1115419 w 1313518"/>
              <a:gd name="connsiteY10" fmla="*/ 419100 h 1178050"/>
              <a:gd name="connsiteX11" fmla="*/ 1118594 w 1313518"/>
              <a:gd name="connsiteY11" fmla="*/ 457200 h 1178050"/>
              <a:gd name="connsiteX12" fmla="*/ 1178919 w 1313518"/>
              <a:gd name="connsiteY12" fmla="*/ 396875 h 1178050"/>
              <a:gd name="connsiteX13" fmla="*/ 1239244 w 1313518"/>
              <a:gd name="connsiteY13" fmla="*/ 381000 h 1178050"/>
              <a:gd name="connsiteX14" fmla="*/ 1299569 w 1313518"/>
              <a:gd name="connsiteY14" fmla="*/ 431800 h 1178050"/>
              <a:gd name="connsiteX15" fmla="*/ 1312269 w 1313518"/>
              <a:gd name="connsiteY15" fmla="*/ 504825 h 1178050"/>
              <a:gd name="connsiteX16" fmla="*/ 1309094 w 1313518"/>
              <a:gd name="connsiteY16" fmla="*/ 542925 h 1178050"/>
              <a:gd name="connsiteX17" fmla="*/ 1277344 w 1313518"/>
              <a:gd name="connsiteY17" fmla="*/ 615950 h 1178050"/>
              <a:gd name="connsiteX18" fmla="*/ 1197969 w 1313518"/>
              <a:gd name="connsiteY18" fmla="*/ 650875 h 1178050"/>
              <a:gd name="connsiteX19" fmla="*/ 1150344 w 1313518"/>
              <a:gd name="connsiteY19" fmla="*/ 631825 h 1178050"/>
              <a:gd name="connsiteX20" fmla="*/ 1115419 w 1313518"/>
              <a:gd name="connsiteY20" fmla="*/ 612775 h 1178050"/>
              <a:gd name="connsiteX21" fmla="*/ 1115419 w 1313518"/>
              <a:gd name="connsiteY21" fmla="*/ 654050 h 1178050"/>
              <a:gd name="connsiteX22" fmla="*/ 1115419 w 1313518"/>
              <a:gd name="connsiteY22" fmla="*/ 701675 h 1178050"/>
              <a:gd name="connsiteX23" fmla="*/ 1147169 w 1313518"/>
              <a:gd name="connsiteY23" fmla="*/ 844550 h 1178050"/>
              <a:gd name="connsiteX24" fmla="*/ 1172569 w 1313518"/>
              <a:gd name="connsiteY24" fmla="*/ 955675 h 1178050"/>
              <a:gd name="connsiteX25" fmla="*/ 1197969 w 1313518"/>
              <a:gd name="connsiteY25" fmla="*/ 1035050 h 1178050"/>
              <a:gd name="connsiteX26" fmla="*/ 1215961 w 1313518"/>
              <a:gd name="connsiteY26" fmla="*/ 1091142 h 1178050"/>
              <a:gd name="connsiteX27" fmla="*/ 1240301 w 1313518"/>
              <a:gd name="connsiteY27" fmla="*/ 1156758 h 1178050"/>
              <a:gd name="connsiteX28" fmla="*/ 1085786 w 1313518"/>
              <a:gd name="connsiteY28" fmla="*/ 1162050 h 1178050"/>
              <a:gd name="connsiteX29" fmla="*/ 839194 w 1313518"/>
              <a:gd name="connsiteY29" fmla="*/ 1177925 h 1178050"/>
              <a:gd name="connsiteX30" fmla="*/ 632819 w 1313518"/>
              <a:gd name="connsiteY30" fmla="*/ 1168400 h 1178050"/>
              <a:gd name="connsiteX31" fmla="*/ 359769 w 1313518"/>
              <a:gd name="connsiteY31" fmla="*/ 1149350 h 1178050"/>
              <a:gd name="connsiteX32" fmla="*/ 115294 w 1313518"/>
              <a:gd name="connsiteY32" fmla="*/ 1130300 h 1178050"/>
              <a:gd name="connsiteX33" fmla="*/ 86719 w 1313518"/>
              <a:gd name="connsiteY33" fmla="*/ 1120775 h 1178050"/>
              <a:gd name="connsiteX34" fmla="*/ 42269 w 1313518"/>
              <a:gd name="connsiteY34" fmla="*/ 1050925 h 1178050"/>
              <a:gd name="connsiteX35" fmla="*/ 29569 w 1313518"/>
              <a:gd name="connsiteY35" fmla="*/ 930275 h 1178050"/>
              <a:gd name="connsiteX36" fmla="*/ 13694 w 1313518"/>
              <a:gd name="connsiteY36" fmla="*/ 704850 h 1178050"/>
              <a:gd name="connsiteX37" fmla="*/ 4169 w 1313518"/>
              <a:gd name="connsiteY37" fmla="*/ 425450 h 1178050"/>
              <a:gd name="connsiteX38" fmla="*/ 994 w 1313518"/>
              <a:gd name="connsiteY38" fmla="*/ 266700 h 1178050"/>
              <a:gd name="connsiteX39" fmla="*/ 994 w 1313518"/>
              <a:gd name="connsiteY39" fmla="*/ 121708 h 1178050"/>
              <a:gd name="connsiteX40" fmla="*/ 17927 w 1313518"/>
              <a:gd name="connsiteY40" fmla="*/ 2117 h 1178050"/>
              <a:gd name="connsiteX0" fmla="*/ 31515 w 1314406"/>
              <a:gd name="connsiteY0" fmla="*/ 6351 h 1178050"/>
              <a:gd name="connsiteX1" fmla="*/ 389232 w 1314406"/>
              <a:gd name="connsiteY1" fmla="*/ 0 h 1178050"/>
              <a:gd name="connsiteX2" fmla="*/ 694032 w 1314406"/>
              <a:gd name="connsiteY2" fmla="*/ 0 h 1178050"/>
              <a:gd name="connsiteX3" fmla="*/ 1002007 w 1314406"/>
              <a:gd name="connsiteY3" fmla="*/ 9525 h 1178050"/>
              <a:gd name="connsiteX4" fmla="*/ 1179807 w 1314406"/>
              <a:gd name="connsiteY4" fmla="*/ 12700 h 1178050"/>
              <a:gd name="connsiteX5" fmla="*/ 1224257 w 1314406"/>
              <a:gd name="connsiteY5" fmla="*/ 12700 h 1178050"/>
              <a:gd name="connsiteX6" fmla="*/ 1221082 w 1314406"/>
              <a:gd name="connsiteY6" fmla="*/ 53975 h 1178050"/>
              <a:gd name="connsiteX7" fmla="*/ 1176632 w 1314406"/>
              <a:gd name="connsiteY7" fmla="*/ 139700 h 1178050"/>
              <a:gd name="connsiteX8" fmla="*/ 1144882 w 1314406"/>
              <a:gd name="connsiteY8" fmla="*/ 247650 h 1178050"/>
              <a:gd name="connsiteX9" fmla="*/ 1116307 w 1314406"/>
              <a:gd name="connsiteY9" fmla="*/ 342900 h 1178050"/>
              <a:gd name="connsiteX10" fmla="*/ 1116307 w 1314406"/>
              <a:gd name="connsiteY10" fmla="*/ 419100 h 1178050"/>
              <a:gd name="connsiteX11" fmla="*/ 1119482 w 1314406"/>
              <a:gd name="connsiteY11" fmla="*/ 457200 h 1178050"/>
              <a:gd name="connsiteX12" fmla="*/ 1179807 w 1314406"/>
              <a:gd name="connsiteY12" fmla="*/ 396875 h 1178050"/>
              <a:gd name="connsiteX13" fmla="*/ 1240132 w 1314406"/>
              <a:gd name="connsiteY13" fmla="*/ 381000 h 1178050"/>
              <a:gd name="connsiteX14" fmla="*/ 1300457 w 1314406"/>
              <a:gd name="connsiteY14" fmla="*/ 431800 h 1178050"/>
              <a:gd name="connsiteX15" fmla="*/ 1313157 w 1314406"/>
              <a:gd name="connsiteY15" fmla="*/ 504825 h 1178050"/>
              <a:gd name="connsiteX16" fmla="*/ 1309982 w 1314406"/>
              <a:gd name="connsiteY16" fmla="*/ 542925 h 1178050"/>
              <a:gd name="connsiteX17" fmla="*/ 1278232 w 1314406"/>
              <a:gd name="connsiteY17" fmla="*/ 615950 h 1178050"/>
              <a:gd name="connsiteX18" fmla="*/ 1198857 w 1314406"/>
              <a:gd name="connsiteY18" fmla="*/ 650875 h 1178050"/>
              <a:gd name="connsiteX19" fmla="*/ 1151232 w 1314406"/>
              <a:gd name="connsiteY19" fmla="*/ 631825 h 1178050"/>
              <a:gd name="connsiteX20" fmla="*/ 1116307 w 1314406"/>
              <a:gd name="connsiteY20" fmla="*/ 612775 h 1178050"/>
              <a:gd name="connsiteX21" fmla="*/ 1116307 w 1314406"/>
              <a:gd name="connsiteY21" fmla="*/ 654050 h 1178050"/>
              <a:gd name="connsiteX22" fmla="*/ 1116307 w 1314406"/>
              <a:gd name="connsiteY22" fmla="*/ 701675 h 1178050"/>
              <a:gd name="connsiteX23" fmla="*/ 1148057 w 1314406"/>
              <a:gd name="connsiteY23" fmla="*/ 844550 h 1178050"/>
              <a:gd name="connsiteX24" fmla="*/ 1173457 w 1314406"/>
              <a:gd name="connsiteY24" fmla="*/ 955675 h 1178050"/>
              <a:gd name="connsiteX25" fmla="*/ 1198857 w 1314406"/>
              <a:gd name="connsiteY25" fmla="*/ 1035050 h 1178050"/>
              <a:gd name="connsiteX26" fmla="*/ 1216849 w 1314406"/>
              <a:gd name="connsiteY26" fmla="*/ 1091142 h 1178050"/>
              <a:gd name="connsiteX27" fmla="*/ 1241189 w 1314406"/>
              <a:gd name="connsiteY27" fmla="*/ 1156758 h 1178050"/>
              <a:gd name="connsiteX28" fmla="*/ 1086674 w 1314406"/>
              <a:gd name="connsiteY28" fmla="*/ 1162050 h 1178050"/>
              <a:gd name="connsiteX29" fmla="*/ 840082 w 1314406"/>
              <a:gd name="connsiteY29" fmla="*/ 1177925 h 1178050"/>
              <a:gd name="connsiteX30" fmla="*/ 633707 w 1314406"/>
              <a:gd name="connsiteY30" fmla="*/ 1168400 h 1178050"/>
              <a:gd name="connsiteX31" fmla="*/ 360657 w 1314406"/>
              <a:gd name="connsiteY31" fmla="*/ 1149350 h 1178050"/>
              <a:gd name="connsiteX32" fmla="*/ 116182 w 1314406"/>
              <a:gd name="connsiteY32" fmla="*/ 1130300 h 1178050"/>
              <a:gd name="connsiteX33" fmla="*/ 87607 w 1314406"/>
              <a:gd name="connsiteY33" fmla="*/ 1120775 h 1178050"/>
              <a:gd name="connsiteX34" fmla="*/ 43157 w 1314406"/>
              <a:gd name="connsiteY34" fmla="*/ 1050925 h 1178050"/>
              <a:gd name="connsiteX35" fmla="*/ 30457 w 1314406"/>
              <a:gd name="connsiteY35" fmla="*/ 930275 h 1178050"/>
              <a:gd name="connsiteX36" fmla="*/ 14582 w 1314406"/>
              <a:gd name="connsiteY36" fmla="*/ 704850 h 1178050"/>
              <a:gd name="connsiteX37" fmla="*/ 5057 w 1314406"/>
              <a:gd name="connsiteY37" fmla="*/ 425450 h 1178050"/>
              <a:gd name="connsiteX38" fmla="*/ 1882 w 1314406"/>
              <a:gd name="connsiteY38" fmla="*/ 266700 h 1178050"/>
              <a:gd name="connsiteX39" fmla="*/ 1882 w 1314406"/>
              <a:gd name="connsiteY39" fmla="*/ 121708 h 1178050"/>
              <a:gd name="connsiteX40" fmla="*/ 31515 w 1314406"/>
              <a:gd name="connsiteY40" fmla="*/ 6351 h 1178050"/>
              <a:gd name="connsiteX0" fmla="*/ 33292 w 1316183"/>
              <a:gd name="connsiteY0" fmla="*/ 6351 h 1178050"/>
              <a:gd name="connsiteX1" fmla="*/ 391009 w 1316183"/>
              <a:gd name="connsiteY1" fmla="*/ 0 h 1178050"/>
              <a:gd name="connsiteX2" fmla="*/ 695809 w 1316183"/>
              <a:gd name="connsiteY2" fmla="*/ 0 h 1178050"/>
              <a:gd name="connsiteX3" fmla="*/ 1003784 w 1316183"/>
              <a:gd name="connsiteY3" fmla="*/ 9525 h 1178050"/>
              <a:gd name="connsiteX4" fmla="*/ 1181584 w 1316183"/>
              <a:gd name="connsiteY4" fmla="*/ 12700 h 1178050"/>
              <a:gd name="connsiteX5" fmla="*/ 1226034 w 1316183"/>
              <a:gd name="connsiteY5" fmla="*/ 12700 h 1178050"/>
              <a:gd name="connsiteX6" fmla="*/ 1222859 w 1316183"/>
              <a:gd name="connsiteY6" fmla="*/ 53975 h 1178050"/>
              <a:gd name="connsiteX7" fmla="*/ 1178409 w 1316183"/>
              <a:gd name="connsiteY7" fmla="*/ 139700 h 1178050"/>
              <a:gd name="connsiteX8" fmla="*/ 1146659 w 1316183"/>
              <a:gd name="connsiteY8" fmla="*/ 247650 h 1178050"/>
              <a:gd name="connsiteX9" fmla="*/ 1118084 w 1316183"/>
              <a:gd name="connsiteY9" fmla="*/ 342900 h 1178050"/>
              <a:gd name="connsiteX10" fmla="*/ 1118084 w 1316183"/>
              <a:gd name="connsiteY10" fmla="*/ 419100 h 1178050"/>
              <a:gd name="connsiteX11" fmla="*/ 1121259 w 1316183"/>
              <a:gd name="connsiteY11" fmla="*/ 457200 h 1178050"/>
              <a:gd name="connsiteX12" fmla="*/ 1181584 w 1316183"/>
              <a:gd name="connsiteY12" fmla="*/ 396875 h 1178050"/>
              <a:gd name="connsiteX13" fmla="*/ 1241909 w 1316183"/>
              <a:gd name="connsiteY13" fmla="*/ 381000 h 1178050"/>
              <a:gd name="connsiteX14" fmla="*/ 1302234 w 1316183"/>
              <a:gd name="connsiteY14" fmla="*/ 431800 h 1178050"/>
              <a:gd name="connsiteX15" fmla="*/ 1314934 w 1316183"/>
              <a:gd name="connsiteY15" fmla="*/ 504825 h 1178050"/>
              <a:gd name="connsiteX16" fmla="*/ 1311759 w 1316183"/>
              <a:gd name="connsiteY16" fmla="*/ 542925 h 1178050"/>
              <a:gd name="connsiteX17" fmla="*/ 1280009 w 1316183"/>
              <a:gd name="connsiteY17" fmla="*/ 615950 h 1178050"/>
              <a:gd name="connsiteX18" fmla="*/ 1200634 w 1316183"/>
              <a:gd name="connsiteY18" fmla="*/ 650875 h 1178050"/>
              <a:gd name="connsiteX19" fmla="*/ 1153009 w 1316183"/>
              <a:gd name="connsiteY19" fmla="*/ 631825 h 1178050"/>
              <a:gd name="connsiteX20" fmla="*/ 1118084 w 1316183"/>
              <a:gd name="connsiteY20" fmla="*/ 612775 h 1178050"/>
              <a:gd name="connsiteX21" fmla="*/ 1118084 w 1316183"/>
              <a:gd name="connsiteY21" fmla="*/ 654050 h 1178050"/>
              <a:gd name="connsiteX22" fmla="*/ 1118084 w 1316183"/>
              <a:gd name="connsiteY22" fmla="*/ 701675 h 1178050"/>
              <a:gd name="connsiteX23" fmla="*/ 1149834 w 1316183"/>
              <a:gd name="connsiteY23" fmla="*/ 844550 h 1178050"/>
              <a:gd name="connsiteX24" fmla="*/ 1175234 w 1316183"/>
              <a:gd name="connsiteY24" fmla="*/ 955675 h 1178050"/>
              <a:gd name="connsiteX25" fmla="*/ 1200634 w 1316183"/>
              <a:gd name="connsiteY25" fmla="*/ 1035050 h 1178050"/>
              <a:gd name="connsiteX26" fmla="*/ 1218626 w 1316183"/>
              <a:gd name="connsiteY26" fmla="*/ 1091142 h 1178050"/>
              <a:gd name="connsiteX27" fmla="*/ 1242966 w 1316183"/>
              <a:gd name="connsiteY27" fmla="*/ 1156758 h 1178050"/>
              <a:gd name="connsiteX28" fmla="*/ 1088451 w 1316183"/>
              <a:gd name="connsiteY28" fmla="*/ 1162050 h 1178050"/>
              <a:gd name="connsiteX29" fmla="*/ 841859 w 1316183"/>
              <a:gd name="connsiteY29" fmla="*/ 1177925 h 1178050"/>
              <a:gd name="connsiteX30" fmla="*/ 635484 w 1316183"/>
              <a:gd name="connsiteY30" fmla="*/ 1168400 h 1178050"/>
              <a:gd name="connsiteX31" fmla="*/ 362434 w 1316183"/>
              <a:gd name="connsiteY31" fmla="*/ 1149350 h 1178050"/>
              <a:gd name="connsiteX32" fmla="*/ 117959 w 1316183"/>
              <a:gd name="connsiteY32" fmla="*/ 1130300 h 1178050"/>
              <a:gd name="connsiteX33" fmla="*/ 89384 w 1316183"/>
              <a:gd name="connsiteY33" fmla="*/ 1120775 h 1178050"/>
              <a:gd name="connsiteX34" fmla="*/ 44934 w 1316183"/>
              <a:gd name="connsiteY34" fmla="*/ 1050925 h 1178050"/>
              <a:gd name="connsiteX35" fmla="*/ 32234 w 1316183"/>
              <a:gd name="connsiteY35" fmla="*/ 930275 h 1178050"/>
              <a:gd name="connsiteX36" fmla="*/ 16359 w 1316183"/>
              <a:gd name="connsiteY36" fmla="*/ 704850 h 1178050"/>
              <a:gd name="connsiteX37" fmla="*/ 6834 w 1316183"/>
              <a:gd name="connsiteY37" fmla="*/ 425450 h 1178050"/>
              <a:gd name="connsiteX38" fmla="*/ 3659 w 1316183"/>
              <a:gd name="connsiteY38" fmla="*/ 266700 h 1178050"/>
              <a:gd name="connsiteX39" fmla="*/ 1542 w 1316183"/>
              <a:gd name="connsiteY39" fmla="*/ 70908 h 1178050"/>
              <a:gd name="connsiteX40" fmla="*/ 33292 w 1316183"/>
              <a:gd name="connsiteY40" fmla="*/ 6351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90264 w 1317063"/>
              <a:gd name="connsiteY33" fmla="*/ 11207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90264 w 1317063"/>
              <a:gd name="connsiteY33" fmla="*/ 11207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18964 w 1317063"/>
              <a:gd name="connsiteY22" fmla="*/ 701675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33781 w 1317063"/>
              <a:gd name="connsiteY22" fmla="*/ 73130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18964 w 1317063"/>
              <a:gd name="connsiteY21" fmla="*/ 654050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18964 w 1317063"/>
              <a:gd name="connsiteY20" fmla="*/ 6127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53889 w 1317063"/>
              <a:gd name="connsiteY19" fmla="*/ 631825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01514 w 1317063"/>
              <a:gd name="connsiteY18" fmla="*/ 650875 h 1178050"/>
              <a:gd name="connsiteX19" fmla="*/ 1166589 w 1317063"/>
              <a:gd name="connsiteY19" fmla="*/ 661459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7063"/>
              <a:gd name="connsiteY0" fmla="*/ 8467 h 1178050"/>
              <a:gd name="connsiteX1" fmla="*/ 391889 w 1317063"/>
              <a:gd name="connsiteY1" fmla="*/ 0 h 1178050"/>
              <a:gd name="connsiteX2" fmla="*/ 696689 w 1317063"/>
              <a:gd name="connsiteY2" fmla="*/ 0 h 1178050"/>
              <a:gd name="connsiteX3" fmla="*/ 1004664 w 1317063"/>
              <a:gd name="connsiteY3" fmla="*/ 9525 h 1178050"/>
              <a:gd name="connsiteX4" fmla="*/ 1182464 w 1317063"/>
              <a:gd name="connsiteY4" fmla="*/ 12700 h 1178050"/>
              <a:gd name="connsiteX5" fmla="*/ 1226914 w 1317063"/>
              <a:gd name="connsiteY5" fmla="*/ 12700 h 1178050"/>
              <a:gd name="connsiteX6" fmla="*/ 1223739 w 1317063"/>
              <a:gd name="connsiteY6" fmla="*/ 53975 h 1178050"/>
              <a:gd name="connsiteX7" fmla="*/ 1179289 w 1317063"/>
              <a:gd name="connsiteY7" fmla="*/ 139700 h 1178050"/>
              <a:gd name="connsiteX8" fmla="*/ 1147539 w 1317063"/>
              <a:gd name="connsiteY8" fmla="*/ 247650 h 1178050"/>
              <a:gd name="connsiteX9" fmla="*/ 1118964 w 1317063"/>
              <a:gd name="connsiteY9" fmla="*/ 342900 h 1178050"/>
              <a:gd name="connsiteX10" fmla="*/ 1118964 w 1317063"/>
              <a:gd name="connsiteY10" fmla="*/ 419100 h 1178050"/>
              <a:gd name="connsiteX11" fmla="*/ 1122139 w 1317063"/>
              <a:gd name="connsiteY11" fmla="*/ 457200 h 1178050"/>
              <a:gd name="connsiteX12" fmla="*/ 1182464 w 1317063"/>
              <a:gd name="connsiteY12" fmla="*/ 396875 h 1178050"/>
              <a:gd name="connsiteX13" fmla="*/ 1242789 w 1317063"/>
              <a:gd name="connsiteY13" fmla="*/ 381000 h 1178050"/>
              <a:gd name="connsiteX14" fmla="*/ 1303114 w 1317063"/>
              <a:gd name="connsiteY14" fmla="*/ 431800 h 1178050"/>
              <a:gd name="connsiteX15" fmla="*/ 1315814 w 1317063"/>
              <a:gd name="connsiteY15" fmla="*/ 504825 h 1178050"/>
              <a:gd name="connsiteX16" fmla="*/ 1312639 w 1317063"/>
              <a:gd name="connsiteY16" fmla="*/ 542925 h 1178050"/>
              <a:gd name="connsiteX17" fmla="*/ 1280889 w 1317063"/>
              <a:gd name="connsiteY17" fmla="*/ 615950 h 1178050"/>
              <a:gd name="connsiteX18" fmla="*/ 1216330 w 1317063"/>
              <a:gd name="connsiteY18" fmla="*/ 686858 h 1178050"/>
              <a:gd name="connsiteX19" fmla="*/ 1166589 w 1317063"/>
              <a:gd name="connsiteY19" fmla="*/ 661459 h 1178050"/>
              <a:gd name="connsiteX20" fmla="*/ 1123197 w 1317063"/>
              <a:gd name="connsiteY20" fmla="*/ 638175 h 1178050"/>
              <a:gd name="connsiteX21" fmla="*/ 1123197 w 1317063"/>
              <a:gd name="connsiteY21" fmla="*/ 683684 h 1178050"/>
              <a:gd name="connsiteX22" fmla="*/ 1131664 w 1317063"/>
              <a:gd name="connsiteY22" fmla="*/ 763059 h 1178050"/>
              <a:gd name="connsiteX23" fmla="*/ 1150714 w 1317063"/>
              <a:gd name="connsiteY23" fmla="*/ 844550 h 1178050"/>
              <a:gd name="connsiteX24" fmla="*/ 1176114 w 1317063"/>
              <a:gd name="connsiteY24" fmla="*/ 955675 h 1178050"/>
              <a:gd name="connsiteX25" fmla="*/ 1201514 w 1317063"/>
              <a:gd name="connsiteY25" fmla="*/ 1035050 h 1178050"/>
              <a:gd name="connsiteX26" fmla="*/ 1219506 w 1317063"/>
              <a:gd name="connsiteY26" fmla="*/ 1091142 h 1178050"/>
              <a:gd name="connsiteX27" fmla="*/ 1243846 w 1317063"/>
              <a:gd name="connsiteY27" fmla="*/ 1156758 h 1178050"/>
              <a:gd name="connsiteX28" fmla="*/ 1089331 w 1317063"/>
              <a:gd name="connsiteY28" fmla="*/ 1162050 h 1178050"/>
              <a:gd name="connsiteX29" fmla="*/ 842739 w 1317063"/>
              <a:gd name="connsiteY29" fmla="*/ 1177925 h 1178050"/>
              <a:gd name="connsiteX30" fmla="*/ 636364 w 1317063"/>
              <a:gd name="connsiteY30" fmla="*/ 1168400 h 1178050"/>
              <a:gd name="connsiteX31" fmla="*/ 363314 w 1317063"/>
              <a:gd name="connsiteY31" fmla="*/ 1149350 h 1178050"/>
              <a:gd name="connsiteX32" fmla="*/ 118839 w 1317063"/>
              <a:gd name="connsiteY32" fmla="*/ 1130300 h 1178050"/>
              <a:gd name="connsiteX33" fmla="*/ 69097 w 1317063"/>
              <a:gd name="connsiteY33" fmla="*/ 1108075 h 1178050"/>
              <a:gd name="connsiteX34" fmla="*/ 45814 w 1317063"/>
              <a:gd name="connsiteY34" fmla="*/ 1050925 h 1178050"/>
              <a:gd name="connsiteX35" fmla="*/ 33114 w 1317063"/>
              <a:gd name="connsiteY35" fmla="*/ 930275 h 1178050"/>
              <a:gd name="connsiteX36" fmla="*/ 17239 w 1317063"/>
              <a:gd name="connsiteY36" fmla="*/ 704850 h 1178050"/>
              <a:gd name="connsiteX37" fmla="*/ 7714 w 1317063"/>
              <a:gd name="connsiteY37" fmla="*/ 425450 h 1178050"/>
              <a:gd name="connsiteX38" fmla="*/ 4539 w 1317063"/>
              <a:gd name="connsiteY38" fmla="*/ 266700 h 1178050"/>
              <a:gd name="connsiteX39" fmla="*/ 2422 w 1317063"/>
              <a:gd name="connsiteY39" fmla="*/ 70908 h 1178050"/>
              <a:gd name="connsiteX40" fmla="*/ 46872 w 1317063"/>
              <a:gd name="connsiteY40" fmla="*/ 8467 h 1178050"/>
              <a:gd name="connsiteX0" fmla="*/ 46872 w 1316677"/>
              <a:gd name="connsiteY0" fmla="*/ 8467 h 1178050"/>
              <a:gd name="connsiteX1" fmla="*/ 391889 w 1316677"/>
              <a:gd name="connsiteY1" fmla="*/ 0 h 1178050"/>
              <a:gd name="connsiteX2" fmla="*/ 696689 w 1316677"/>
              <a:gd name="connsiteY2" fmla="*/ 0 h 1178050"/>
              <a:gd name="connsiteX3" fmla="*/ 1004664 w 1316677"/>
              <a:gd name="connsiteY3" fmla="*/ 9525 h 1178050"/>
              <a:gd name="connsiteX4" fmla="*/ 1182464 w 1316677"/>
              <a:gd name="connsiteY4" fmla="*/ 12700 h 1178050"/>
              <a:gd name="connsiteX5" fmla="*/ 1226914 w 1316677"/>
              <a:gd name="connsiteY5" fmla="*/ 12700 h 1178050"/>
              <a:gd name="connsiteX6" fmla="*/ 1223739 w 1316677"/>
              <a:gd name="connsiteY6" fmla="*/ 53975 h 1178050"/>
              <a:gd name="connsiteX7" fmla="*/ 1179289 w 1316677"/>
              <a:gd name="connsiteY7" fmla="*/ 139700 h 1178050"/>
              <a:gd name="connsiteX8" fmla="*/ 1147539 w 1316677"/>
              <a:gd name="connsiteY8" fmla="*/ 247650 h 1178050"/>
              <a:gd name="connsiteX9" fmla="*/ 1118964 w 1316677"/>
              <a:gd name="connsiteY9" fmla="*/ 342900 h 1178050"/>
              <a:gd name="connsiteX10" fmla="*/ 1118964 w 1316677"/>
              <a:gd name="connsiteY10" fmla="*/ 419100 h 1178050"/>
              <a:gd name="connsiteX11" fmla="*/ 1122139 w 1316677"/>
              <a:gd name="connsiteY11" fmla="*/ 457200 h 1178050"/>
              <a:gd name="connsiteX12" fmla="*/ 1182464 w 1316677"/>
              <a:gd name="connsiteY12" fmla="*/ 396875 h 1178050"/>
              <a:gd name="connsiteX13" fmla="*/ 1242789 w 1316677"/>
              <a:gd name="connsiteY13" fmla="*/ 381000 h 1178050"/>
              <a:gd name="connsiteX14" fmla="*/ 1303114 w 1316677"/>
              <a:gd name="connsiteY14" fmla="*/ 431800 h 1178050"/>
              <a:gd name="connsiteX15" fmla="*/ 1315814 w 1316677"/>
              <a:gd name="connsiteY15" fmla="*/ 504825 h 1178050"/>
              <a:gd name="connsiteX16" fmla="*/ 1312639 w 1316677"/>
              <a:gd name="connsiteY16" fmla="*/ 542925 h 1178050"/>
              <a:gd name="connsiteX17" fmla="*/ 1289356 w 1316677"/>
              <a:gd name="connsiteY17" fmla="*/ 658283 h 1178050"/>
              <a:gd name="connsiteX18" fmla="*/ 1216330 w 1316677"/>
              <a:gd name="connsiteY18" fmla="*/ 686858 h 1178050"/>
              <a:gd name="connsiteX19" fmla="*/ 1166589 w 1316677"/>
              <a:gd name="connsiteY19" fmla="*/ 661459 h 1178050"/>
              <a:gd name="connsiteX20" fmla="*/ 1123197 w 1316677"/>
              <a:gd name="connsiteY20" fmla="*/ 638175 h 1178050"/>
              <a:gd name="connsiteX21" fmla="*/ 1123197 w 1316677"/>
              <a:gd name="connsiteY21" fmla="*/ 683684 h 1178050"/>
              <a:gd name="connsiteX22" fmla="*/ 1131664 w 1316677"/>
              <a:gd name="connsiteY22" fmla="*/ 763059 h 1178050"/>
              <a:gd name="connsiteX23" fmla="*/ 1150714 w 1316677"/>
              <a:gd name="connsiteY23" fmla="*/ 844550 h 1178050"/>
              <a:gd name="connsiteX24" fmla="*/ 1176114 w 1316677"/>
              <a:gd name="connsiteY24" fmla="*/ 955675 h 1178050"/>
              <a:gd name="connsiteX25" fmla="*/ 1201514 w 1316677"/>
              <a:gd name="connsiteY25" fmla="*/ 1035050 h 1178050"/>
              <a:gd name="connsiteX26" fmla="*/ 1219506 w 1316677"/>
              <a:gd name="connsiteY26" fmla="*/ 1091142 h 1178050"/>
              <a:gd name="connsiteX27" fmla="*/ 1243846 w 1316677"/>
              <a:gd name="connsiteY27" fmla="*/ 1156758 h 1178050"/>
              <a:gd name="connsiteX28" fmla="*/ 1089331 w 1316677"/>
              <a:gd name="connsiteY28" fmla="*/ 1162050 h 1178050"/>
              <a:gd name="connsiteX29" fmla="*/ 842739 w 1316677"/>
              <a:gd name="connsiteY29" fmla="*/ 1177925 h 1178050"/>
              <a:gd name="connsiteX30" fmla="*/ 636364 w 1316677"/>
              <a:gd name="connsiteY30" fmla="*/ 1168400 h 1178050"/>
              <a:gd name="connsiteX31" fmla="*/ 363314 w 1316677"/>
              <a:gd name="connsiteY31" fmla="*/ 1149350 h 1178050"/>
              <a:gd name="connsiteX32" fmla="*/ 118839 w 1316677"/>
              <a:gd name="connsiteY32" fmla="*/ 1130300 h 1178050"/>
              <a:gd name="connsiteX33" fmla="*/ 69097 w 1316677"/>
              <a:gd name="connsiteY33" fmla="*/ 1108075 h 1178050"/>
              <a:gd name="connsiteX34" fmla="*/ 45814 w 1316677"/>
              <a:gd name="connsiteY34" fmla="*/ 1050925 h 1178050"/>
              <a:gd name="connsiteX35" fmla="*/ 33114 w 1316677"/>
              <a:gd name="connsiteY35" fmla="*/ 930275 h 1178050"/>
              <a:gd name="connsiteX36" fmla="*/ 17239 w 1316677"/>
              <a:gd name="connsiteY36" fmla="*/ 704850 h 1178050"/>
              <a:gd name="connsiteX37" fmla="*/ 7714 w 1316677"/>
              <a:gd name="connsiteY37" fmla="*/ 425450 h 1178050"/>
              <a:gd name="connsiteX38" fmla="*/ 4539 w 1316677"/>
              <a:gd name="connsiteY38" fmla="*/ 266700 h 1178050"/>
              <a:gd name="connsiteX39" fmla="*/ 2422 w 1316677"/>
              <a:gd name="connsiteY39" fmla="*/ 70908 h 1178050"/>
              <a:gd name="connsiteX40" fmla="*/ 46872 w 1316677"/>
              <a:gd name="connsiteY40" fmla="*/ 8467 h 1178050"/>
              <a:gd name="connsiteX0" fmla="*/ 46872 w 1324467"/>
              <a:gd name="connsiteY0" fmla="*/ 8467 h 1178050"/>
              <a:gd name="connsiteX1" fmla="*/ 391889 w 1324467"/>
              <a:gd name="connsiteY1" fmla="*/ 0 h 1178050"/>
              <a:gd name="connsiteX2" fmla="*/ 696689 w 1324467"/>
              <a:gd name="connsiteY2" fmla="*/ 0 h 1178050"/>
              <a:gd name="connsiteX3" fmla="*/ 1004664 w 1324467"/>
              <a:gd name="connsiteY3" fmla="*/ 9525 h 1178050"/>
              <a:gd name="connsiteX4" fmla="*/ 1182464 w 1324467"/>
              <a:gd name="connsiteY4" fmla="*/ 12700 h 1178050"/>
              <a:gd name="connsiteX5" fmla="*/ 1226914 w 1324467"/>
              <a:gd name="connsiteY5" fmla="*/ 12700 h 1178050"/>
              <a:gd name="connsiteX6" fmla="*/ 1223739 w 1324467"/>
              <a:gd name="connsiteY6" fmla="*/ 53975 h 1178050"/>
              <a:gd name="connsiteX7" fmla="*/ 1179289 w 1324467"/>
              <a:gd name="connsiteY7" fmla="*/ 139700 h 1178050"/>
              <a:gd name="connsiteX8" fmla="*/ 1147539 w 1324467"/>
              <a:gd name="connsiteY8" fmla="*/ 247650 h 1178050"/>
              <a:gd name="connsiteX9" fmla="*/ 1118964 w 1324467"/>
              <a:gd name="connsiteY9" fmla="*/ 342900 h 1178050"/>
              <a:gd name="connsiteX10" fmla="*/ 1118964 w 1324467"/>
              <a:gd name="connsiteY10" fmla="*/ 419100 h 1178050"/>
              <a:gd name="connsiteX11" fmla="*/ 1122139 w 1324467"/>
              <a:gd name="connsiteY11" fmla="*/ 457200 h 1178050"/>
              <a:gd name="connsiteX12" fmla="*/ 1182464 w 1324467"/>
              <a:gd name="connsiteY12" fmla="*/ 396875 h 1178050"/>
              <a:gd name="connsiteX13" fmla="*/ 1242789 w 1324467"/>
              <a:gd name="connsiteY13" fmla="*/ 381000 h 1178050"/>
              <a:gd name="connsiteX14" fmla="*/ 1303114 w 1324467"/>
              <a:gd name="connsiteY14" fmla="*/ 431800 h 1178050"/>
              <a:gd name="connsiteX15" fmla="*/ 1315814 w 1324467"/>
              <a:gd name="connsiteY15" fmla="*/ 504825 h 1178050"/>
              <a:gd name="connsiteX16" fmla="*/ 1323223 w 1324467"/>
              <a:gd name="connsiteY16" fmla="*/ 597959 h 1178050"/>
              <a:gd name="connsiteX17" fmla="*/ 1289356 w 1324467"/>
              <a:gd name="connsiteY17" fmla="*/ 658283 h 1178050"/>
              <a:gd name="connsiteX18" fmla="*/ 1216330 w 1324467"/>
              <a:gd name="connsiteY18" fmla="*/ 686858 h 1178050"/>
              <a:gd name="connsiteX19" fmla="*/ 1166589 w 1324467"/>
              <a:gd name="connsiteY19" fmla="*/ 661459 h 1178050"/>
              <a:gd name="connsiteX20" fmla="*/ 1123197 w 1324467"/>
              <a:gd name="connsiteY20" fmla="*/ 638175 h 1178050"/>
              <a:gd name="connsiteX21" fmla="*/ 1123197 w 1324467"/>
              <a:gd name="connsiteY21" fmla="*/ 683684 h 1178050"/>
              <a:gd name="connsiteX22" fmla="*/ 1131664 w 1324467"/>
              <a:gd name="connsiteY22" fmla="*/ 763059 h 1178050"/>
              <a:gd name="connsiteX23" fmla="*/ 1150714 w 1324467"/>
              <a:gd name="connsiteY23" fmla="*/ 844550 h 1178050"/>
              <a:gd name="connsiteX24" fmla="*/ 1176114 w 1324467"/>
              <a:gd name="connsiteY24" fmla="*/ 955675 h 1178050"/>
              <a:gd name="connsiteX25" fmla="*/ 1201514 w 1324467"/>
              <a:gd name="connsiteY25" fmla="*/ 1035050 h 1178050"/>
              <a:gd name="connsiteX26" fmla="*/ 1219506 w 1324467"/>
              <a:gd name="connsiteY26" fmla="*/ 1091142 h 1178050"/>
              <a:gd name="connsiteX27" fmla="*/ 1243846 w 1324467"/>
              <a:gd name="connsiteY27" fmla="*/ 1156758 h 1178050"/>
              <a:gd name="connsiteX28" fmla="*/ 1089331 w 1324467"/>
              <a:gd name="connsiteY28" fmla="*/ 1162050 h 1178050"/>
              <a:gd name="connsiteX29" fmla="*/ 842739 w 1324467"/>
              <a:gd name="connsiteY29" fmla="*/ 1177925 h 1178050"/>
              <a:gd name="connsiteX30" fmla="*/ 636364 w 1324467"/>
              <a:gd name="connsiteY30" fmla="*/ 1168400 h 1178050"/>
              <a:gd name="connsiteX31" fmla="*/ 363314 w 1324467"/>
              <a:gd name="connsiteY31" fmla="*/ 1149350 h 1178050"/>
              <a:gd name="connsiteX32" fmla="*/ 118839 w 1324467"/>
              <a:gd name="connsiteY32" fmla="*/ 1130300 h 1178050"/>
              <a:gd name="connsiteX33" fmla="*/ 69097 w 1324467"/>
              <a:gd name="connsiteY33" fmla="*/ 1108075 h 1178050"/>
              <a:gd name="connsiteX34" fmla="*/ 45814 w 1324467"/>
              <a:gd name="connsiteY34" fmla="*/ 1050925 h 1178050"/>
              <a:gd name="connsiteX35" fmla="*/ 33114 w 1324467"/>
              <a:gd name="connsiteY35" fmla="*/ 930275 h 1178050"/>
              <a:gd name="connsiteX36" fmla="*/ 17239 w 1324467"/>
              <a:gd name="connsiteY36" fmla="*/ 704850 h 1178050"/>
              <a:gd name="connsiteX37" fmla="*/ 7714 w 1324467"/>
              <a:gd name="connsiteY37" fmla="*/ 425450 h 1178050"/>
              <a:gd name="connsiteX38" fmla="*/ 4539 w 1324467"/>
              <a:gd name="connsiteY38" fmla="*/ 266700 h 1178050"/>
              <a:gd name="connsiteX39" fmla="*/ 2422 w 1324467"/>
              <a:gd name="connsiteY39" fmla="*/ 70908 h 1178050"/>
              <a:gd name="connsiteX40" fmla="*/ 46872 w 1324467"/>
              <a:gd name="connsiteY40" fmla="*/ 8467 h 1178050"/>
              <a:gd name="connsiteX0" fmla="*/ 46872 w 1316677"/>
              <a:gd name="connsiteY0" fmla="*/ 8467 h 1178050"/>
              <a:gd name="connsiteX1" fmla="*/ 391889 w 1316677"/>
              <a:gd name="connsiteY1" fmla="*/ 0 h 1178050"/>
              <a:gd name="connsiteX2" fmla="*/ 696689 w 1316677"/>
              <a:gd name="connsiteY2" fmla="*/ 0 h 1178050"/>
              <a:gd name="connsiteX3" fmla="*/ 1004664 w 1316677"/>
              <a:gd name="connsiteY3" fmla="*/ 9525 h 1178050"/>
              <a:gd name="connsiteX4" fmla="*/ 1182464 w 1316677"/>
              <a:gd name="connsiteY4" fmla="*/ 12700 h 1178050"/>
              <a:gd name="connsiteX5" fmla="*/ 1226914 w 1316677"/>
              <a:gd name="connsiteY5" fmla="*/ 12700 h 1178050"/>
              <a:gd name="connsiteX6" fmla="*/ 1223739 w 1316677"/>
              <a:gd name="connsiteY6" fmla="*/ 53975 h 1178050"/>
              <a:gd name="connsiteX7" fmla="*/ 1179289 w 1316677"/>
              <a:gd name="connsiteY7" fmla="*/ 139700 h 1178050"/>
              <a:gd name="connsiteX8" fmla="*/ 1147539 w 1316677"/>
              <a:gd name="connsiteY8" fmla="*/ 247650 h 1178050"/>
              <a:gd name="connsiteX9" fmla="*/ 1118964 w 1316677"/>
              <a:gd name="connsiteY9" fmla="*/ 342900 h 1178050"/>
              <a:gd name="connsiteX10" fmla="*/ 1118964 w 1316677"/>
              <a:gd name="connsiteY10" fmla="*/ 419100 h 1178050"/>
              <a:gd name="connsiteX11" fmla="*/ 1122139 w 1316677"/>
              <a:gd name="connsiteY11" fmla="*/ 457200 h 1178050"/>
              <a:gd name="connsiteX12" fmla="*/ 1182464 w 1316677"/>
              <a:gd name="connsiteY12" fmla="*/ 396875 h 1178050"/>
              <a:gd name="connsiteX13" fmla="*/ 1242789 w 1316677"/>
              <a:gd name="connsiteY13" fmla="*/ 381000 h 1178050"/>
              <a:gd name="connsiteX14" fmla="*/ 1303114 w 1316677"/>
              <a:gd name="connsiteY14" fmla="*/ 431800 h 1178050"/>
              <a:gd name="connsiteX15" fmla="*/ 1315814 w 1316677"/>
              <a:gd name="connsiteY15" fmla="*/ 504825 h 1178050"/>
              <a:gd name="connsiteX16" fmla="*/ 1312640 w 1316677"/>
              <a:gd name="connsiteY16" fmla="*/ 612775 h 1178050"/>
              <a:gd name="connsiteX17" fmla="*/ 1289356 w 1316677"/>
              <a:gd name="connsiteY17" fmla="*/ 658283 h 1178050"/>
              <a:gd name="connsiteX18" fmla="*/ 1216330 w 1316677"/>
              <a:gd name="connsiteY18" fmla="*/ 686858 h 1178050"/>
              <a:gd name="connsiteX19" fmla="*/ 1166589 w 1316677"/>
              <a:gd name="connsiteY19" fmla="*/ 661459 h 1178050"/>
              <a:gd name="connsiteX20" fmla="*/ 1123197 w 1316677"/>
              <a:gd name="connsiteY20" fmla="*/ 638175 h 1178050"/>
              <a:gd name="connsiteX21" fmla="*/ 1123197 w 1316677"/>
              <a:gd name="connsiteY21" fmla="*/ 683684 h 1178050"/>
              <a:gd name="connsiteX22" fmla="*/ 1131664 w 1316677"/>
              <a:gd name="connsiteY22" fmla="*/ 763059 h 1178050"/>
              <a:gd name="connsiteX23" fmla="*/ 1150714 w 1316677"/>
              <a:gd name="connsiteY23" fmla="*/ 844550 h 1178050"/>
              <a:gd name="connsiteX24" fmla="*/ 1176114 w 1316677"/>
              <a:gd name="connsiteY24" fmla="*/ 955675 h 1178050"/>
              <a:gd name="connsiteX25" fmla="*/ 1201514 w 1316677"/>
              <a:gd name="connsiteY25" fmla="*/ 1035050 h 1178050"/>
              <a:gd name="connsiteX26" fmla="*/ 1219506 w 1316677"/>
              <a:gd name="connsiteY26" fmla="*/ 1091142 h 1178050"/>
              <a:gd name="connsiteX27" fmla="*/ 1243846 w 1316677"/>
              <a:gd name="connsiteY27" fmla="*/ 1156758 h 1178050"/>
              <a:gd name="connsiteX28" fmla="*/ 1089331 w 1316677"/>
              <a:gd name="connsiteY28" fmla="*/ 1162050 h 1178050"/>
              <a:gd name="connsiteX29" fmla="*/ 842739 w 1316677"/>
              <a:gd name="connsiteY29" fmla="*/ 1177925 h 1178050"/>
              <a:gd name="connsiteX30" fmla="*/ 636364 w 1316677"/>
              <a:gd name="connsiteY30" fmla="*/ 1168400 h 1178050"/>
              <a:gd name="connsiteX31" fmla="*/ 363314 w 1316677"/>
              <a:gd name="connsiteY31" fmla="*/ 1149350 h 1178050"/>
              <a:gd name="connsiteX32" fmla="*/ 118839 w 1316677"/>
              <a:gd name="connsiteY32" fmla="*/ 1130300 h 1178050"/>
              <a:gd name="connsiteX33" fmla="*/ 69097 w 1316677"/>
              <a:gd name="connsiteY33" fmla="*/ 1108075 h 1178050"/>
              <a:gd name="connsiteX34" fmla="*/ 45814 w 1316677"/>
              <a:gd name="connsiteY34" fmla="*/ 1050925 h 1178050"/>
              <a:gd name="connsiteX35" fmla="*/ 33114 w 1316677"/>
              <a:gd name="connsiteY35" fmla="*/ 930275 h 1178050"/>
              <a:gd name="connsiteX36" fmla="*/ 17239 w 1316677"/>
              <a:gd name="connsiteY36" fmla="*/ 704850 h 1178050"/>
              <a:gd name="connsiteX37" fmla="*/ 7714 w 1316677"/>
              <a:gd name="connsiteY37" fmla="*/ 425450 h 1178050"/>
              <a:gd name="connsiteX38" fmla="*/ 4539 w 1316677"/>
              <a:gd name="connsiteY38" fmla="*/ 266700 h 1178050"/>
              <a:gd name="connsiteX39" fmla="*/ 2422 w 1316677"/>
              <a:gd name="connsiteY39" fmla="*/ 70908 h 1178050"/>
              <a:gd name="connsiteX40" fmla="*/ 46872 w 1316677"/>
              <a:gd name="connsiteY40" fmla="*/ 8467 h 1178050"/>
              <a:gd name="connsiteX0" fmla="*/ 46872 w 1324499"/>
              <a:gd name="connsiteY0" fmla="*/ 8467 h 1178050"/>
              <a:gd name="connsiteX1" fmla="*/ 391889 w 1324499"/>
              <a:gd name="connsiteY1" fmla="*/ 0 h 1178050"/>
              <a:gd name="connsiteX2" fmla="*/ 696689 w 1324499"/>
              <a:gd name="connsiteY2" fmla="*/ 0 h 1178050"/>
              <a:gd name="connsiteX3" fmla="*/ 1004664 w 1324499"/>
              <a:gd name="connsiteY3" fmla="*/ 9525 h 1178050"/>
              <a:gd name="connsiteX4" fmla="*/ 1182464 w 1324499"/>
              <a:gd name="connsiteY4" fmla="*/ 12700 h 1178050"/>
              <a:gd name="connsiteX5" fmla="*/ 1226914 w 1324499"/>
              <a:gd name="connsiteY5" fmla="*/ 12700 h 1178050"/>
              <a:gd name="connsiteX6" fmla="*/ 1223739 w 1324499"/>
              <a:gd name="connsiteY6" fmla="*/ 53975 h 1178050"/>
              <a:gd name="connsiteX7" fmla="*/ 1179289 w 1324499"/>
              <a:gd name="connsiteY7" fmla="*/ 139700 h 1178050"/>
              <a:gd name="connsiteX8" fmla="*/ 1147539 w 1324499"/>
              <a:gd name="connsiteY8" fmla="*/ 247650 h 1178050"/>
              <a:gd name="connsiteX9" fmla="*/ 1118964 w 1324499"/>
              <a:gd name="connsiteY9" fmla="*/ 342900 h 1178050"/>
              <a:gd name="connsiteX10" fmla="*/ 1118964 w 1324499"/>
              <a:gd name="connsiteY10" fmla="*/ 419100 h 1178050"/>
              <a:gd name="connsiteX11" fmla="*/ 1122139 w 1324499"/>
              <a:gd name="connsiteY11" fmla="*/ 457200 h 1178050"/>
              <a:gd name="connsiteX12" fmla="*/ 1182464 w 1324499"/>
              <a:gd name="connsiteY12" fmla="*/ 396875 h 1178050"/>
              <a:gd name="connsiteX13" fmla="*/ 1242789 w 1324499"/>
              <a:gd name="connsiteY13" fmla="*/ 381000 h 1178050"/>
              <a:gd name="connsiteX14" fmla="*/ 1303114 w 1324499"/>
              <a:gd name="connsiteY14" fmla="*/ 431800 h 1178050"/>
              <a:gd name="connsiteX15" fmla="*/ 1324281 w 1324499"/>
              <a:gd name="connsiteY15" fmla="*/ 532342 h 1178050"/>
              <a:gd name="connsiteX16" fmla="*/ 1312640 w 1324499"/>
              <a:gd name="connsiteY16" fmla="*/ 612775 h 1178050"/>
              <a:gd name="connsiteX17" fmla="*/ 1289356 w 1324499"/>
              <a:gd name="connsiteY17" fmla="*/ 658283 h 1178050"/>
              <a:gd name="connsiteX18" fmla="*/ 1216330 w 1324499"/>
              <a:gd name="connsiteY18" fmla="*/ 686858 h 1178050"/>
              <a:gd name="connsiteX19" fmla="*/ 1166589 w 1324499"/>
              <a:gd name="connsiteY19" fmla="*/ 661459 h 1178050"/>
              <a:gd name="connsiteX20" fmla="*/ 1123197 w 1324499"/>
              <a:gd name="connsiteY20" fmla="*/ 638175 h 1178050"/>
              <a:gd name="connsiteX21" fmla="*/ 1123197 w 1324499"/>
              <a:gd name="connsiteY21" fmla="*/ 683684 h 1178050"/>
              <a:gd name="connsiteX22" fmla="*/ 1131664 w 1324499"/>
              <a:gd name="connsiteY22" fmla="*/ 763059 h 1178050"/>
              <a:gd name="connsiteX23" fmla="*/ 1150714 w 1324499"/>
              <a:gd name="connsiteY23" fmla="*/ 844550 h 1178050"/>
              <a:gd name="connsiteX24" fmla="*/ 1176114 w 1324499"/>
              <a:gd name="connsiteY24" fmla="*/ 955675 h 1178050"/>
              <a:gd name="connsiteX25" fmla="*/ 1201514 w 1324499"/>
              <a:gd name="connsiteY25" fmla="*/ 1035050 h 1178050"/>
              <a:gd name="connsiteX26" fmla="*/ 1219506 w 1324499"/>
              <a:gd name="connsiteY26" fmla="*/ 1091142 h 1178050"/>
              <a:gd name="connsiteX27" fmla="*/ 1243846 w 1324499"/>
              <a:gd name="connsiteY27" fmla="*/ 1156758 h 1178050"/>
              <a:gd name="connsiteX28" fmla="*/ 1089331 w 1324499"/>
              <a:gd name="connsiteY28" fmla="*/ 1162050 h 1178050"/>
              <a:gd name="connsiteX29" fmla="*/ 842739 w 1324499"/>
              <a:gd name="connsiteY29" fmla="*/ 1177925 h 1178050"/>
              <a:gd name="connsiteX30" fmla="*/ 636364 w 1324499"/>
              <a:gd name="connsiteY30" fmla="*/ 1168400 h 1178050"/>
              <a:gd name="connsiteX31" fmla="*/ 363314 w 1324499"/>
              <a:gd name="connsiteY31" fmla="*/ 1149350 h 1178050"/>
              <a:gd name="connsiteX32" fmla="*/ 118839 w 1324499"/>
              <a:gd name="connsiteY32" fmla="*/ 1130300 h 1178050"/>
              <a:gd name="connsiteX33" fmla="*/ 69097 w 1324499"/>
              <a:gd name="connsiteY33" fmla="*/ 1108075 h 1178050"/>
              <a:gd name="connsiteX34" fmla="*/ 45814 w 1324499"/>
              <a:gd name="connsiteY34" fmla="*/ 1050925 h 1178050"/>
              <a:gd name="connsiteX35" fmla="*/ 33114 w 1324499"/>
              <a:gd name="connsiteY35" fmla="*/ 930275 h 1178050"/>
              <a:gd name="connsiteX36" fmla="*/ 17239 w 1324499"/>
              <a:gd name="connsiteY36" fmla="*/ 704850 h 1178050"/>
              <a:gd name="connsiteX37" fmla="*/ 7714 w 1324499"/>
              <a:gd name="connsiteY37" fmla="*/ 425450 h 1178050"/>
              <a:gd name="connsiteX38" fmla="*/ 4539 w 1324499"/>
              <a:gd name="connsiteY38" fmla="*/ 266700 h 1178050"/>
              <a:gd name="connsiteX39" fmla="*/ 2422 w 1324499"/>
              <a:gd name="connsiteY39" fmla="*/ 70908 h 1178050"/>
              <a:gd name="connsiteX40" fmla="*/ 46872 w 1324499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2464 w 1324284"/>
              <a:gd name="connsiteY12" fmla="*/ 396875 h 1178050"/>
              <a:gd name="connsiteX13" fmla="*/ 1242789 w 1324284"/>
              <a:gd name="connsiteY13" fmla="*/ 381000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2464 w 1324284"/>
              <a:gd name="connsiteY12" fmla="*/ 396875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4581 w 1324284"/>
              <a:gd name="connsiteY12" fmla="*/ 426509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22139 w 1324284"/>
              <a:gd name="connsiteY11" fmla="*/ 457200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896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1664 w 1324284"/>
              <a:gd name="connsiteY22" fmla="*/ 763059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683684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3197 w 1324284"/>
              <a:gd name="connsiteY20" fmla="*/ 638175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66589 w 1324284"/>
              <a:gd name="connsiteY19" fmla="*/ 661459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16330 w 1324284"/>
              <a:gd name="connsiteY18" fmla="*/ 686858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89356 w 1324284"/>
              <a:gd name="connsiteY17" fmla="*/ 658283 h 1178050"/>
              <a:gd name="connsiteX18" fmla="*/ 1222680 w 1324284"/>
              <a:gd name="connsiteY18" fmla="*/ 708025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4284"/>
              <a:gd name="connsiteY0" fmla="*/ 8467 h 1178050"/>
              <a:gd name="connsiteX1" fmla="*/ 391889 w 1324284"/>
              <a:gd name="connsiteY1" fmla="*/ 0 h 1178050"/>
              <a:gd name="connsiteX2" fmla="*/ 696689 w 1324284"/>
              <a:gd name="connsiteY2" fmla="*/ 0 h 1178050"/>
              <a:gd name="connsiteX3" fmla="*/ 1004664 w 1324284"/>
              <a:gd name="connsiteY3" fmla="*/ 9525 h 1178050"/>
              <a:gd name="connsiteX4" fmla="*/ 1182464 w 1324284"/>
              <a:gd name="connsiteY4" fmla="*/ 12700 h 1178050"/>
              <a:gd name="connsiteX5" fmla="*/ 1226914 w 1324284"/>
              <a:gd name="connsiteY5" fmla="*/ 12700 h 1178050"/>
              <a:gd name="connsiteX6" fmla="*/ 1223739 w 1324284"/>
              <a:gd name="connsiteY6" fmla="*/ 53975 h 1178050"/>
              <a:gd name="connsiteX7" fmla="*/ 1179289 w 1324284"/>
              <a:gd name="connsiteY7" fmla="*/ 139700 h 1178050"/>
              <a:gd name="connsiteX8" fmla="*/ 1147539 w 1324284"/>
              <a:gd name="connsiteY8" fmla="*/ 247650 h 1178050"/>
              <a:gd name="connsiteX9" fmla="*/ 1118964 w 1324284"/>
              <a:gd name="connsiteY9" fmla="*/ 342900 h 1178050"/>
              <a:gd name="connsiteX10" fmla="*/ 1112614 w 1324284"/>
              <a:gd name="connsiteY10" fmla="*/ 419100 h 1178050"/>
              <a:gd name="connsiteX11" fmla="*/ 1117906 w 1324284"/>
              <a:gd name="connsiteY11" fmla="*/ 486833 h 1178050"/>
              <a:gd name="connsiteX12" fmla="*/ 1188815 w 1324284"/>
              <a:gd name="connsiteY12" fmla="*/ 409576 h 1178050"/>
              <a:gd name="connsiteX13" fmla="*/ 1280889 w 1324284"/>
              <a:gd name="connsiteY13" fmla="*/ 402167 h 1178050"/>
              <a:gd name="connsiteX14" fmla="*/ 1311580 w 1324284"/>
              <a:gd name="connsiteY14" fmla="*/ 461434 h 1178050"/>
              <a:gd name="connsiteX15" fmla="*/ 1324281 w 1324284"/>
              <a:gd name="connsiteY15" fmla="*/ 532342 h 1178050"/>
              <a:gd name="connsiteX16" fmla="*/ 1312640 w 1324284"/>
              <a:gd name="connsiteY16" fmla="*/ 612775 h 1178050"/>
              <a:gd name="connsiteX17" fmla="*/ 1291472 w 1324284"/>
              <a:gd name="connsiteY17" fmla="*/ 687916 h 1178050"/>
              <a:gd name="connsiteX18" fmla="*/ 1222680 w 1324284"/>
              <a:gd name="connsiteY18" fmla="*/ 708025 h 1178050"/>
              <a:gd name="connsiteX19" fmla="*/ 1170822 w 1324284"/>
              <a:gd name="connsiteY19" fmla="*/ 682625 h 1178050"/>
              <a:gd name="connsiteX20" fmla="*/ 1125314 w 1324284"/>
              <a:gd name="connsiteY20" fmla="*/ 661458 h 1178050"/>
              <a:gd name="connsiteX21" fmla="*/ 1123197 w 1324284"/>
              <a:gd name="connsiteY21" fmla="*/ 711200 h 1178050"/>
              <a:gd name="connsiteX22" fmla="*/ 1135897 w 1324284"/>
              <a:gd name="connsiteY22" fmla="*/ 773642 h 1178050"/>
              <a:gd name="connsiteX23" fmla="*/ 1150714 w 1324284"/>
              <a:gd name="connsiteY23" fmla="*/ 844550 h 1178050"/>
              <a:gd name="connsiteX24" fmla="*/ 1176114 w 1324284"/>
              <a:gd name="connsiteY24" fmla="*/ 955675 h 1178050"/>
              <a:gd name="connsiteX25" fmla="*/ 1201514 w 1324284"/>
              <a:gd name="connsiteY25" fmla="*/ 1035050 h 1178050"/>
              <a:gd name="connsiteX26" fmla="*/ 1219506 w 1324284"/>
              <a:gd name="connsiteY26" fmla="*/ 1091142 h 1178050"/>
              <a:gd name="connsiteX27" fmla="*/ 1243846 w 1324284"/>
              <a:gd name="connsiteY27" fmla="*/ 1156758 h 1178050"/>
              <a:gd name="connsiteX28" fmla="*/ 1089331 w 1324284"/>
              <a:gd name="connsiteY28" fmla="*/ 1162050 h 1178050"/>
              <a:gd name="connsiteX29" fmla="*/ 842739 w 1324284"/>
              <a:gd name="connsiteY29" fmla="*/ 1177925 h 1178050"/>
              <a:gd name="connsiteX30" fmla="*/ 636364 w 1324284"/>
              <a:gd name="connsiteY30" fmla="*/ 1168400 h 1178050"/>
              <a:gd name="connsiteX31" fmla="*/ 363314 w 1324284"/>
              <a:gd name="connsiteY31" fmla="*/ 1149350 h 1178050"/>
              <a:gd name="connsiteX32" fmla="*/ 118839 w 1324284"/>
              <a:gd name="connsiteY32" fmla="*/ 1130300 h 1178050"/>
              <a:gd name="connsiteX33" fmla="*/ 69097 w 1324284"/>
              <a:gd name="connsiteY33" fmla="*/ 1108075 h 1178050"/>
              <a:gd name="connsiteX34" fmla="*/ 45814 w 1324284"/>
              <a:gd name="connsiteY34" fmla="*/ 1050925 h 1178050"/>
              <a:gd name="connsiteX35" fmla="*/ 33114 w 1324284"/>
              <a:gd name="connsiteY35" fmla="*/ 930275 h 1178050"/>
              <a:gd name="connsiteX36" fmla="*/ 17239 w 1324284"/>
              <a:gd name="connsiteY36" fmla="*/ 704850 h 1178050"/>
              <a:gd name="connsiteX37" fmla="*/ 7714 w 1324284"/>
              <a:gd name="connsiteY37" fmla="*/ 425450 h 1178050"/>
              <a:gd name="connsiteX38" fmla="*/ 4539 w 1324284"/>
              <a:gd name="connsiteY38" fmla="*/ 266700 h 1178050"/>
              <a:gd name="connsiteX39" fmla="*/ 2422 w 1324284"/>
              <a:gd name="connsiteY39" fmla="*/ 70908 h 1178050"/>
              <a:gd name="connsiteX40" fmla="*/ 46872 w 1324284"/>
              <a:gd name="connsiteY40" fmla="*/ 8467 h 1178050"/>
              <a:gd name="connsiteX0" fmla="*/ 46872 w 1328016"/>
              <a:gd name="connsiteY0" fmla="*/ 8467 h 1178050"/>
              <a:gd name="connsiteX1" fmla="*/ 391889 w 1328016"/>
              <a:gd name="connsiteY1" fmla="*/ 0 h 1178050"/>
              <a:gd name="connsiteX2" fmla="*/ 696689 w 1328016"/>
              <a:gd name="connsiteY2" fmla="*/ 0 h 1178050"/>
              <a:gd name="connsiteX3" fmla="*/ 1004664 w 1328016"/>
              <a:gd name="connsiteY3" fmla="*/ 9525 h 1178050"/>
              <a:gd name="connsiteX4" fmla="*/ 1182464 w 1328016"/>
              <a:gd name="connsiteY4" fmla="*/ 12700 h 1178050"/>
              <a:gd name="connsiteX5" fmla="*/ 1226914 w 1328016"/>
              <a:gd name="connsiteY5" fmla="*/ 12700 h 1178050"/>
              <a:gd name="connsiteX6" fmla="*/ 1223739 w 1328016"/>
              <a:gd name="connsiteY6" fmla="*/ 53975 h 1178050"/>
              <a:gd name="connsiteX7" fmla="*/ 1179289 w 1328016"/>
              <a:gd name="connsiteY7" fmla="*/ 139700 h 1178050"/>
              <a:gd name="connsiteX8" fmla="*/ 1147539 w 1328016"/>
              <a:gd name="connsiteY8" fmla="*/ 247650 h 1178050"/>
              <a:gd name="connsiteX9" fmla="*/ 1118964 w 1328016"/>
              <a:gd name="connsiteY9" fmla="*/ 342900 h 1178050"/>
              <a:gd name="connsiteX10" fmla="*/ 1112614 w 1328016"/>
              <a:gd name="connsiteY10" fmla="*/ 419100 h 1178050"/>
              <a:gd name="connsiteX11" fmla="*/ 1117906 w 1328016"/>
              <a:gd name="connsiteY11" fmla="*/ 486833 h 1178050"/>
              <a:gd name="connsiteX12" fmla="*/ 1188815 w 1328016"/>
              <a:gd name="connsiteY12" fmla="*/ 409576 h 1178050"/>
              <a:gd name="connsiteX13" fmla="*/ 1280889 w 1328016"/>
              <a:gd name="connsiteY13" fmla="*/ 402167 h 1178050"/>
              <a:gd name="connsiteX14" fmla="*/ 1311580 w 1328016"/>
              <a:gd name="connsiteY14" fmla="*/ 461434 h 1178050"/>
              <a:gd name="connsiteX15" fmla="*/ 1324281 w 1328016"/>
              <a:gd name="connsiteY15" fmla="*/ 532342 h 1178050"/>
              <a:gd name="connsiteX16" fmla="*/ 1325340 w 1328016"/>
              <a:gd name="connsiteY16" fmla="*/ 627592 h 1178050"/>
              <a:gd name="connsiteX17" fmla="*/ 1291472 w 1328016"/>
              <a:gd name="connsiteY17" fmla="*/ 687916 h 1178050"/>
              <a:gd name="connsiteX18" fmla="*/ 1222680 w 1328016"/>
              <a:gd name="connsiteY18" fmla="*/ 708025 h 1178050"/>
              <a:gd name="connsiteX19" fmla="*/ 1170822 w 1328016"/>
              <a:gd name="connsiteY19" fmla="*/ 682625 h 1178050"/>
              <a:gd name="connsiteX20" fmla="*/ 1125314 w 1328016"/>
              <a:gd name="connsiteY20" fmla="*/ 661458 h 1178050"/>
              <a:gd name="connsiteX21" fmla="*/ 1123197 w 1328016"/>
              <a:gd name="connsiteY21" fmla="*/ 711200 h 1178050"/>
              <a:gd name="connsiteX22" fmla="*/ 1135897 w 1328016"/>
              <a:gd name="connsiteY22" fmla="*/ 773642 h 1178050"/>
              <a:gd name="connsiteX23" fmla="*/ 1150714 w 1328016"/>
              <a:gd name="connsiteY23" fmla="*/ 844550 h 1178050"/>
              <a:gd name="connsiteX24" fmla="*/ 1176114 w 1328016"/>
              <a:gd name="connsiteY24" fmla="*/ 955675 h 1178050"/>
              <a:gd name="connsiteX25" fmla="*/ 1201514 w 1328016"/>
              <a:gd name="connsiteY25" fmla="*/ 1035050 h 1178050"/>
              <a:gd name="connsiteX26" fmla="*/ 1219506 w 1328016"/>
              <a:gd name="connsiteY26" fmla="*/ 1091142 h 1178050"/>
              <a:gd name="connsiteX27" fmla="*/ 1243846 w 1328016"/>
              <a:gd name="connsiteY27" fmla="*/ 1156758 h 1178050"/>
              <a:gd name="connsiteX28" fmla="*/ 1089331 w 1328016"/>
              <a:gd name="connsiteY28" fmla="*/ 1162050 h 1178050"/>
              <a:gd name="connsiteX29" fmla="*/ 842739 w 1328016"/>
              <a:gd name="connsiteY29" fmla="*/ 1177925 h 1178050"/>
              <a:gd name="connsiteX30" fmla="*/ 636364 w 1328016"/>
              <a:gd name="connsiteY30" fmla="*/ 1168400 h 1178050"/>
              <a:gd name="connsiteX31" fmla="*/ 363314 w 1328016"/>
              <a:gd name="connsiteY31" fmla="*/ 1149350 h 1178050"/>
              <a:gd name="connsiteX32" fmla="*/ 118839 w 1328016"/>
              <a:gd name="connsiteY32" fmla="*/ 1130300 h 1178050"/>
              <a:gd name="connsiteX33" fmla="*/ 69097 w 1328016"/>
              <a:gd name="connsiteY33" fmla="*/ 1108075 h 1178050"/>
              <a:gd name="connsiteX34" fmla="*/ 45814 w 1328016"/>
              <a:gd name="connsiteY34" fmla="*/ 1050925 h 1178050"/>
              <a:gd name="connsiteX35" fmla="*/ 33114 w 1328016"/>
              <a:gd name="connsiteY35" fmla="*/ 930275 h 1178050"/>
              <a:gd name="connsiteX36" fmla="*/ 17239 w 1328016"/>
              <a:gd name="connsiteY36" fmla="*/ 704850 h 1178050"/>
              <a:gd name="connsiteX37" fmla="*/ 7714 w 1328016"/>
              <a:gd name="connsiteY37" fmla="*/ 425450 h 1178050"/>
              <a:gd name="connsiteX38" fmla="*/ 4539 w 1328016"/>
              <a:gd name="connsiteY38" fmla="*/ 266700 h 1178050"/>
              <a:gd name="connsiteX39" fmla="*/ 2422 w 1328016"/>
              <a:gd name="connsiteY39" fmla="*/ 70908 h 1178050"/>
              <a:gd name="connsiteX40" fmla="*/ 46872 w 1328016"/>
              <a:gd name="connsiteY40" fmla="*/ 8467 h 1178050"/>
              <a:gd name="connsiteX0" fmla="*/ 46872 w 1324744"/>
              <a:gd name="connsiteY0" fmla="*/ 8467 h 1178050"/>
              <a:gd name="connsiteX1" fmla="*/ 391889 w 1324744"/>
              <a:gd name="connsiteY1" fmla="*/ 0 h 1178050"/>
              <a:gd name="connsiteX2" fmla="*/ 696689 w 1324744"/>
              <a:gd name="connsiteY2" fmla="*/ 0 h 1178050"/>
              <a:gd name="connsiteX3" fmla="*/ 1004664 w 1324744"/>
              <a:gd name="connsiteY3" fmla="*/ 9525 h 1178050"/>
              <a:gd name="connsiteX4" fmla="*/ 1182464 w 1324744"/>
              <a:gd name="connsiteY4" fmla="*/ 12700 h 1178050"/>
              <a:gd name="connsiteX5" fmla="*/ 1226914 w 1324744"/>
              <a:gd name="connsiteY5" fmla="*/ 12700 h 1178050"/>
              <a:gd name="connsiteX6" fmla="*/ 1223739 w 1324744"/>
              <a:gd name="connsiteY6" fmla="*/ 53975 h 1178050"/>
              <a:gd name="connsiteX7" fmla="*/ 1179289 w 1324744"/>
              <a:gd name="connsiteY7" fmla="*/ 139700 h 1178050"/>
              <a:gd name="connsiteX8" fmla="*/ 1147539 w 1324744"/>
              <a:gd name="connsiteY8" fmla="*/ 247650 h 1178050"/>
              <a:gd name="connsiteX9" fmla="*/ 1118964 w 1324744"/>
              <a:gd name="connsiteY9" fmla="*/ 342900 h 1178050"/>
              <a:gd name="connsiteX10" fmla="*/ 1112614 w 1324744"/>
              <a:gd name="connsiteY10" fmla="*/ 419100 h 1178050"/>
              <a:gd name="connsiteX11" fmla="*/ 1117906 w 1324744"/>
              <a:gd name="connsiteY11" fmla="*/ 486833 h 1178050"/>
              <a:gd name="connsiteX12" fmla="*/ 1188815 w 1324744"/>
              <a:gd name="connsiteY12" fmla="*/ 409576 h 1178050"/>
              <a:gd name="connsiteX13" fmla="*/ 1280889 w 1324744"/>
              <a:gd name="connsiteY13" fmla="*/ 402167 h 1178050"/>
              <a:gd name="connsiteX14" fmla="*/ 1311580 w 1324744"/>
              <a:gd name="connsiteY14" fmla="*/ 461434 h 1178050"/>
              <a:gd name="connsiteX15" fmla="*/ 1324281 w 1324744"/>
              <a:gd name="connsiteY15" fmla="*/ 532342 h 1178050"/>
              <a:gd name="connsiteX16" fmla="*/ 1318990 w 1324744"/>
              <a:gd name="connsiteY16" fmla="*/ 625475 h 1178050"/>
              <a:gd name="connsiteX17" fmla="*/ 1291472 w 1324744"/>
              <a:gd name="connsiteY17" fmla="*/ 687916 h 1178050"/>
              <a:gd name="connsiteX18" fmla="*/ 1222680 w 1324744"/>
              <a:gd name="connsiteY18" fmla="*/ 708025 h 1178050"/>
              <a:gd name="connsiteX19" fmla="*/ 1170822 w 1324744"/>
              <a:gd name="connsiteY19" fmla="*/ 682625 h 1178050"/>
              <a:gd name="connsiteX20" fmla="*/ 1125314 w 1324744"/>
              <a:gd name="connsiteY20" fmla="*/ 661458 h 1178050"/>
              <a:gd name="connsiteX21" fmla="*/ 1123197 w 1324744"/>
              <a:gd name="connsiteY21" fmla="*/ 711200 h 1178050"/>
              <a:gd name="connsiteX22" fmla="*/ 1135897 w 1324744"/>
              <a:gd name="connsiteY22" fmla="*/ 773642 h 1178050"/>
              <a:gd name="connsiteX23" fmla="*/ 1150714 w 1324744"/>
              <a:gd name="connsiteY23" fmla="*/ 844550 h 1178050"/>
              <a:gd name="connsiteX24" fmla="*/ 1176114 w 1324744"/>
              <a:gd name="connsiteY24" fmla="*/ 955675 h 1178050"/>
              <a:gd name="connsiteX25" fmla="*/ 1201514 w 1324744"/>
              <a:gd name="connsiteY25" fmla="*/ 1035050 h 1178050"/>
              <a:gd name="connsiteX26" fmla="*/ 1219506 w 1324744"/>
              <a:gd name="connsiteY26" fmla="*/ 1091142 h 1178050"/>
              <a:gd name="connsiteX27" fmla="*/ 1243846 w 1324744"/>
              <a:gd name="connsiteY27" fmla="*/ 1156758 h 1178050"/>
              <a:gd name="connsiteX28" fmla="*/ 1089331 w 1324744"/>
              <a:gd name="connsiteY28" fmla="*/ 1162050 h 1178050"/>
              <a:gd name="connsiteX29" fmla="*/ 842739 w 1324744"/>
              <a:gd name="connsiteY29" fmla="*/ 1177925 h 1178050"/>
              <a:gd name="connsiteX30" fmla="*/ 636364 w 1324744"/>
              <a:gd name="connsiteY30" fmla="*/ 1168400 h 1178050"/>
              <a:gd name="connsiteX31" fmla="*/ 363314 w 1324744"/>
              <a:gd name="connsiteY31" fmla="*/ 1149350 h 1178050"/>
              <a:gd name="connsiteX32" fmla="*/ 118839 w 1324744"/>
              <a:gd name="connsiteY32" fmla="*/ 1130300 h 1178050"/>
              <a:gd name="connsiteX33" fmla="*/ 69097 w 1324744"/>
              <a:gd name="connsiteY33" fmla="*/ 1108075 h 1178050"/>
              <a:gd name="connsiteX34" fmla="*/ 45814 w 1324744"/>
              <a:gd name="connsiteY34" fmla="*/ 1050925 h 1178050"/>
              <a:gd name="connsiteX35" fmla="*/ 33114 w 1324744"/>
              <a:gd name="connsiteY35" fmla="*/ 930275 h 1178050"/>
              <a:gd name="connsiteX36" fmla="*/ 17239 w 1324744"/>
              <a:gd name="connsiteY36" fmla="*/ 704850 h 1178050"/>
              <a:gd name="connsiteX37" fmla="*/ 7714 w 1324744"/>
              <a:gd name="connsiteY37" fmla="*/ 425450 h 1178050"/>
              <a:gd name="connsiteX38" fmla="*/ 4539 w 1324744"/>
              <a:gd name="connsiteY38" fmla="*/ 266700 h 1178050"/>
              <a:gd name="connsiteX39" fmla="*/ 2422 w 1324744"/>
              <a:gd name="connsiteY39" fmla="*/ 70908 h 1178050"/>
              <a:gd name="connsiteX40" fmla="*/ 46872 w 1324744"/>
              <a:gd name="connsiteY40" fmla="*/ 8467 h 1178050"/>
              <a:gd name="connsiteX0" fmla="*/ 46872 w 1324744"/>
              <a:gd name="connsiteY0" fmla="*/ 8467 h 1178050"/>
              <a:gd name="connsiteX1" fmla="*/ 391889 w 1324744"/>
              <a:gd name="connsiteY1" fmla="*/ 0 h 1178050"/>
              <a:gd name="connsiteX2" fmla="*/ 696689 w 1324744"/>
              <a:gd name="connsiteY2" fmla="*/ 0 h 1178050"/>
              <a:gd name="connsiteX3" fmla="*/ 1004664 w 1324744"/>
              <a:gd name="connsiteY3" fmla="*/ 9525 h 1178050"/>
              <a:gd name="connsiteX4" fmla="*/ 1182464 w 1324744"/>
              <a:gd name="connsiteY4" fmla="*/ 12700 h 1178050"/>
              <a:gd name="connsiteX5" fmla="*/ 1226914 w 1324744"/>
              <a:gd name="connsiteY5" fmla="*/ 12700 h 1178050"/>
              <a:gd name="connsiteX6" fmla="*/ 1223739 w 1324744"/>
              <a:gd name="connsiteY6" fmla="*/ 53975 h 1178050"/>
              <a:gd name="connsiteX7" fmla="*/ 1179289 w 1324744"/>
              <a:gd name="connsiteY7" fmla="*/ 139700 h 1178050"/>
              <a:gd name="connsiteX8" fmla="*/ 1147539 w 1324744"/>
              <a:gd name="connsiteY8" fmla="*/ 247650 h 1178050"/>
              <a:gd name="connsiteX9" fmla="*/ 1118964 w 1324744"/>
              <a:gd name="connsiteY9" fmla="*/ 342900 h 1178050"/>
              <a:gd name="connsiteX10" fmla="*/ 1112614 w 1324744"/>
              <a:gd name="connsiteY10" fmla="*/ 419100 h 1178050"/>
              <a:gd name="connsiteX11" fmla="*/ 1117906 w 1324744"/>
              <a:gd name="connsiteY11" fmla="*/ 486833 h 1178050"/>
              <a:gd name="connsiteX12" fmla="*/ 1188815 w 1324744"/>
              <a:gd name="connsiteY12" fmla="*/ 409576 h 1178050"/>
              <a:gd name="connsiteX13" fmla="*/ 1280889 w 1324744"/>
              <a:gd name="connsiteY13" fmla="*/ 402167 h 1178050"/>
              <a:gd name="connsiteX14" fmla="*/ 1311580 w 1324744"/>
              <a:gd name="connsiteY14" fmla="*/ 461434 h 1178050"/>
              <a:gd name="connsiteX15" fmla="*/ 1324281 w 1324744"/>
              <a:gd name="connsiteY15" fmla="*/ 549276 h 1178050"/>
              <a:gd name="connsiteX16" fmla="*/ 1318990 w 1324744"/>
              <a:gd name="connsiteY16" fmla="*/ 625475 h 1178050"/>
              <a:gd name="connsiteX17" fmla="*/ 1291472 w 1324744"/>
              <a:gd name="connsiteY17" fmla="*/ 687916 h 1178050"/>
              <a:gd name="connsiteX18" fmla="*/ 1222680 w 1324744"/>
              <a:gd name="connsiteY18" fmla="*/ 708025 h 1178050"/>
              <a:gd name="connsiteX19" fmla="*/ 1170822 w 1324744"/>
              <a:gd name="connsiteY19" fmla="*/ 682625 h 1178050"/>
              <a:gd name="connsiteX20" fmla="*/ 1125314 w 1324744"/>
              <a:gd name="connsiteY20" fmla="*/ 661458 h 1178050"/>
              <a:gd name="connsiteX21" fmla="*/ 1123197 w 1324744"/>
              <a:gd name="connsiteY21" fmla="*/ 711200 h 1178050"/>
              <a:gd name="connsiteX22" fmla="*/ 1135897 w 1324744"/>
              <a:gd name="connsiteY22" fmla="*/ 773642 h 1178050"/>
              <a:gd name="connsiteX23" fmla="*/ 1150714 w 1324744"/>
              <a:gd name="connsiteY23" fmla="*/ 844550 h 1178050"/>
              <a:gd name="connsiteX24" fmla="*/ 1176114 w 1324744"/>
              <a:gd name="connsiteY24" fmla="*/ 955675 h 1178050"/>
              <a:gd name="connsiteX25" fmla="*/ 1201514 w 1324744"/>
              <a:gd name="connsiteY25" fmla="*/ 1035050 h 1178050"/>
              <a:gd name="connsiteX26" fmla="*/ 1219506 w 1324744"/>
              <a:gd name="connsiteY26" fmla="*/ 1091142 h 1178050"/>
              <a:gd name="connsiteX27" fmla="*/ 1243846 w 1324744"/>
              <a:gd name="connsiteY27" fmla="*/ 1156758 h 1178050"/>
              <a:gd name="connsiteX28" fmla="*/ 1089331 w 1324744"/>
              <a:gd name="connsiteY28" fmla="*/ 1162050 h 1178050"/>
              <a:gd name="connsiteX29" fmla="*/ 842739 w 1324744"/>
              <a:gd name="connsiteY29" fmla="*/ 1177925 h 1178050"/>
              <a:gd name="connsiteX30" fmla="*/ 636364 w 1324744"/>
              <a:gd name="connsiteY30" fmla="*/ 1168400 h 1178050"/>
              <a:gd name="connsiteX31" fmla="*/ 363314 w 1324744"/>
              <a:gd name="connsiteY31" fmla="*/ 1149350 h 1178050"/>
              <a:gd name="connsiteX32" fmla="*/ 118839 w 1324744"/>
              <a:gd name="connsiteY32" fmla="*/ 1130300 h 1178050"/>
              <a:gd name="connsiteX33" fmla="*/ 69097 w 1324744"/>
              <a:gd name="connsiteY33" fmla="*/ 1108075 h 1178050"/>
              <a:gd name="connsiteX34" fmla="*/ 45814 w 1324744"/>
              <a:gd name="connsiteY34" fmla="*/ 1050925 h 1178050"/>
              <a:gd name="connsiteX35" fmla="*/ 33114 w 1324744"/>
              <a:gd name="connsiteY35" fmla="*/ 930275 h 1178050"/>
              <a:gd name="connsiteX36" fmla="*/ 17239 w 1324744"/>
              <a:gd name="connsiteY36" fmla="*/ 704850 h 1178050"/>
              <a:gd name="connsiteX37" fmla="*/ 7714 w 1324744"/>
              <a:gd name="connsiteY37" fmla="*/ 425450 h 1178050"/>
              <a:gd name="connsiteX38" fmla="*/ 4539 w 1324744"/>
              <a:gd name="connsiteY38" fmla="*/ 266700 h 1178050"/>
              <a:gd name="connsiteX39" fmla="*/ 2422 w 1324744"/>
              <a:gd name="connsiteY39" fmla="*/ 70908 h 1178050"/>
              <a:gd name="connsiteX40" fmla="*/ 46872 w 1324744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88815 w 1324330"/>
              <a:gd name="connsiteY12" fmla="*/ 409576 h 1178050"/>
              <a:gd name="connsiteX13" fmla="*/ 1280889 w 1324330"/>
              <a:gd name="connsiteY13" fmla="*/ 4021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88815 w 1324330"/>
              <a:gd name="connsiteY12" fmla="*/ 40957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486833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2614 w 1324330"/>
              <a:gd name="connsiteY10" fmla="*/ 4191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93589 w 1324330"/>
              <a:gd name="connsiteY13" fmla="*/ 42121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83005 w 1324330"/>
              <a:gd name="connsiteY13" fmla="*/ 4275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243846 w 1324330"/>
              <a:gd name="connsiteY27" fmla="*/ 115675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4330"/>
              <a:gd name="connsiteY0" fmla="*/ 8467 h 1178050"/>
              <a:gd name="connsiteX1" fmla="*/ 391889 w 1324330"/>
              <a:gd name="connsiteY1" fmla="*/ 0 h 1178050"/>
              <a:gd name="connsiteX2" fmla="*/ 696689 w 1324330"/>
              <a:gd name="connsiteY2" fmla="*/ 0 h 1178050"/>
              <a:gd name="connsiteX3" fmla="*/ 1004664 w 1324330"/>
              <a:gd name="connsiteY3" fmla="*/ 9525 h 1178050"/>
              <a:gd name="connsiteX4" fmla="*/ 1182464 w 1324330"/>
              <a:gd name="connsiteY4" fmla="*/ 12700 h 1178050"/>
              <a:gd name="connsiteX5" fmla="*/ 1226914 w 1324330"/>
              <a:gd name="connsiteY5" fmla="*/ 12700 h 1178050"/>
              <a:gd name="connsiteX6" fmla="*/ 1223739 w 1324330"/>
              <a:gd name="connsiteY6" fmla="*/ 53975 h 1178050"/>
              <a:gd name="connsiteX7" fmla="*/ 1179289 w 1324330"/>
              <a:gd name="connsiteY7" fmla="*/ 139700 h 1178050"/>
              <a:gd name="connsiteX8" fmla="*/ 1147539 w 1324330"/>
              <a:gd name="connsiteY8" fmla="*/ 247650 h 1178050"/>
              <a:gd name="connsiteX9" fmla="*/ 1118964 w 1324330"/>
              <a:gd name="connsiteY9" fmla="*/ 342900 h 1178050"/>
              <a:gd name="connsiteX10" fmla="*/ 1114731 w 1324330"/>
              <a:gd name="connsiteY10" fmla="*/ 431800 h 1178050"/>
              <a:gd name="connsiteX11" fmla="*/ 1117906 w 1324330"/>
              <a:gd name="connsiteY11" fmla="*/ 501650 h 1178050"/>
              <a:gd name="connsiteX12" fmla="*/ 1195165 w 1324330"/>
              <a:gd name="connsiteY12" fmla="*/ 428626 h 1178050"/>
              <a:gd name="connsiteX13" fmla="*/ 1283005 w 1324330"/>
              <a:gd name="connsiteY13" fmla="*/ 427567 h 1178050"/>
              <a:gd name="connsiteX14" fmla="*/ 1317930 w 1324330"/>
              <a:gd name="connsiteY14" fmla="*/ 484717 h 1178050"/>
              <a:gd name="connsiteX15" fmla="*/ 1324281 w 1324330"/>
              <a:gd name="connsiteY15" fmla="*/ 549276 h 1178050"/>
              <a:gd name="connsiteX16" fmla="*/ 1318990 w 1324330"/>
              <a:gd name="connsiteY16" fmla="*/ 625475 h 1178050"/>
              <a:gd name="connsiteX17" fmla="*/ 1291472 w 1324330"/>
              <a:gd name="connsiteY17" fmla="*/ 687916 h 1178050"/>
              <a:gd name="connsiteX18" fmla="*/ 1222680 w 1324330"/>
              <a:gd name="connsiteY18" fmla="*/ 708025 h 1178050"/>
              <a:gd name="connsiteX19" fmla="*/ 1170822 w 1324330"/>
              <a:gd name="connsiteY19" fmla="*/ 682625 h 1178050"/>
              <a:gd name="connsiteX20" fmla="*/ 1125314 w 1324330"/>
              <a:gd name="connsiteY20" fmla="*/ 661458 h 1178050"/>
              <a:gd name="connsiteX21" fmla="*/ 1123197 w 1324330"/>
              <a:gd name="connsiteY21" fmla="*/ 711200 h 1178050"/>
              <a:gd name="connsiteX22" fmla="*/ 1135897 w 1324330"/>
              <a:gd name="connsiteY22" fmla="*/ 773642 h 1178050"/>
              <a:gd name="connsiteX23" fmla="*/ 1150714 w 1324330"/>
              <a:gd name="connsiteY23" fmla="*/ 844550 h 1178050"/>
              <a:gd name="connsiteX24" fmla="*/ 1176114 w 1324330"/>
              <a:gd name="connsiteY24" fmla="*/ 955675 h 1178050"/>
              <a:gd name="connsiteX25" fmla="*/ 1201514 w 1324330"/>
              <a:gd name="connsiteY25" fmla="*/ 1035050 h 1178050"/>
              <a:gd name="connsiteX26" fmla="*/ 1219506 w 1324330"/>
              <a:gd name="connsiteY26" fmla="*/ 1091142 h 1178050"/>
              <a:gd name="connsiteX27" fmla="*/ 1320046 w 1324330"/>
              <a:gd name="connsiteY27" fmla="*/ 1163108 h 1178050"/>
              <a:gd name="connsiteX28" fmla="*/ 1089331 w 1324330"/>
              <a:gd name="connsiteY28" fmla="*/ 1162050 h 1178050"/>
              <a:gd name="connsiteX29" fmla="*/ 842739 w 1324330"/>
              <a:gd name="connsiteY29" fmla="*/ 1177925 h 1178050"/>
              <a:gd name="connsiteX30" fmla="*/ 636364 w 1324330"/>
              <a:gd name="connsiteY30" fmla="*/ 1168400 h 1178050"/>
              <a:gd name="connsiteX31" fmla="*/ 363314 w 1324330"/>
              <a:gd name="connsiteY31" fmla="*/ 1149350 h 1178050"/>
              <a:gd name="connsiteX32" fmla="*/ 118839 w 1324330"/>
              <a:gd name="connsiteY32" fmla="*/ 1130300 h 1178050"/>
              <a:gd name="connsiteX33" fmla="*/ 69097 w 1324330"/>
              <a:gd name="connsiteY33" fmla="*/ 1108075 h 1178050"/>
              <a:gd name="connsiteX34" fmla="*/ 45814 w 1324330"/>
              <a:gd name="connsiteY34" fmla="*/ 1050925 h 1178050"/>
              <a:gd name="connsiteX35" fmla="*/ 33114 w 1324330"/>
              <a:gd name="connsiteY35" fmla="*/ 930275 h 1178050"/>
              <a:gd name="connsiteX36" fmla="*/ 17239 w 1324330"/>
              <a:gd name="connsiteY36" fmla="*/ 704850 h 1178050"/>
              <a:gd name="connsiteX37" fmla="*/ 7714 w 1324330"/>
              <a:gd name="connsiteY37" fmla="*/ 425450 h 1178050"/>
              <a:gd name="connsiteX38" fmla="*/ 4539 w 1324330"/>
              <a:gd name="connsiteY38" fmla="*/ 266700 h 1178050"/>
              <a:gd name="connsiteX39" fmla="*/ 2422 w 1324330"/>
              <a:gd name="connsiteY39" fmla="*/ 70908 h 1178050"/>
              <a:gd name="connsiteX40" fmla="*/ 46872 w 1324330"/>
              <a:gd name="connsiteY40" fmla="*/ 8467 h 1178050"/>
              <a:gd name="connsiteX0" fmla="*/ 46872 w 1327701"/>
              <a:gd name="connsiteY0" fmla="*/ 8467 h 1178050"/>
              <a:gd name="connsiteX1" fmla="*/ 391889 w 1327701"/>
              <a:gd name="connsiteY1" fmla="*/ 0 h 1178050"/>
              <a:gd name="connsiteX2" fmla="*/ 696689 w 1327701"/>
              <a:gd name="connsiteY2" fmla="*/ 0 h 1178050"/>
              <a:gd name="connsiteX3" fmla="*/ 1004664 w 1327701"/>
              <a:gd name="connsiteY3" fmla="*/ 9525 h 1178050"/>
              <a:gd name="connsiteX4" fmla="*/ 1182464 w 1327701"/>
              <a:gd name="connsiteY4" fmla="*/ 12700 h 1178050"/>
              <a:gd name="connsiteX5" fmla="*/ 1226914 w 1327701"/>
              <a:gd name="connsiteY5" fmla="*/ 12700 h 1178050"/>
              <a:gd name="connsiteX6" fmla="*/ 1223739 w 1327701"/>
              <a:gd name="connsiteY6" fmla="*/ 53975 h 1178050"/>
              <a:gd name="connsiteX7" fmla="*/ 1179289 w 1327701"/>
              <a:gd name="connsiteY7" fmla="*/ 139700 h 1178050"/>
              <a:gd name="connsiteX8" fmla="*/ 1147539 w 1327701"/>
              <a:gd name="connsiteY8" fmla="*/ 247650 h 1178050"/>
              <a:gd name="connsiteX9" fmla="*/ 1118964 w 1327701"/>
              <a:gd name="connsiteY9" fmla="*/ 342900 h 1178050"/>
              <a:gd name="connsiteX10" fmla="*/ 1114731 w 1327701"/>
              <a:gd name="connsiteY10" fmla="*/ 431800 h 1178050"/>
              <a:gd name="connsiteX11" fmla="*/ 1117906 w 1327701"/>
              <a:gd name="connsiteY11" fmla="*/ 501650 h 1178050"/>
              <a:gd name="connsiteX12" fmla="*/ 1195165 w 1327701"/>
              <a:gd name="connsiteY12" fmla="*/ 428626 h 1178050"/>
              <a:gd name="connsiteX13" fmla="*/ 1283005 w 1327701"/>
              <a:gd name="connsiteY13" fmla="*/ 427567 h 1178050"/>
              <a:gd name="connsiteX14" fmla="*/ 1317930 w 1327701"/>
              <a:gd name="connsiteY14" fmla="*/ 484717 h 1178050"/>
              <a:gd name="connsiteX15" fmla="*/ 1324281 w 1327701"/>
              <a:gd name="connsiteY15" fmla="*/ 549276 h 1178050"/>
              <a:gd name="connsiteX16" fmla="*/ 1318990 w 1327701"/>
              <a:gd name="connsiteY16" fmla="*/ 625475 h 1178050"/>
              <a:gd name="connsiteX17" fmla="*/ 1291472 w 1327701"/>
              <a:gd name="connsiteY17" fmla="*/ 687916 h 1178050"/>
              <a:gd name="connsiteX18" fmla="*/ 1222680 w 1327701"/>
              <a:gd name="connsiteY18" fmla="*/ 708025 h 1178050"/>
              <a:gd name="connsiteX19" fmla="*/ 1170822 w 1327701"/>
              <a:gd name="connsiteY19" fmla="*/ 682625 h 1178050"/>
              <a:gd name="connsiteX20" fmla="*/ 1125314 w 1327701"/>
              <a:gd name="connsiteY20" fmla="*/ 661458 h 1178050"/>
              <a:gd name="connsiteX21" fmla="*/ 1123197 w 1327701"/>
              <a:gd name="connsiteY21" fmla="*/ 711200 h 1178050"/>
              <a:gd name="connsiteX22" fmla="*/ 1135897 w 1327701"/>
              <a:gd name="connsiteY22" fmla="*/ 773642 h 1178050"/>
              <a:gd name="connsiteX23" fmla="*/ 1150714 w 1327701"/>
              <a:gd name="connsiteY23" fmla="*/ 844550 h 1178050"/>
              <a:gd name="connsiteX24" fmla="*/ 1176114 w 1327701"/>
              <a:gd name="connsiteY24" fmla="*/ 955675 h 1178050"/>
              <a:gd name="connsiteX25" fmla="*/ 1201514 w 1327701"/>
              <a:gd name="connsiteY25" fmla="*/ 1035050 h 1178050"/>
              <a:gd name="connsiteX26" fmla="*/ 1266073 w 1327701"/>
              <a:gd name="connsiteY26" fmla="*/ 1086908 h 1178050"/>
              <a:gd name="connsiteX27" fmla="*/ 1320046 w 1327701"/>
              <a:gd name="connsiteY27" fmla="*/ 1163108 h 1178050"/>
              <a:gd name="connsiteX28" fmla="*/ 1089331 w 1327701"/>
              <a:gd name="connsiteY28" fmla="*/ 1162050 h 1178050"/>
              <a:gd name="connsiteX29" fmla="*/ 842739 w 1327701"/>
              <a:gd name="connsiteY29" fmla="*/ 1177925 h 1178050"/>
              <a:gd name="connsiteX30" fmla="*/ 636364 w 1327701"/>
              <a:gd name="connsiteY30" fmla="*/ 1168400 h 1178050"/>
              <a:gd name="connsiteX31" fmla="*/ 363314 w 1327701"/>
              <a:gd name="connsiteY31" fmla="*/ 1149350 h 1178050"/>
              <a:gd name="connsiteX32" fmla="*/ 118839 w 1327701"/>
              <a:gd name="connsiteY32" fmla="*/ 1130300 h 1178050"/>
              <a:gd name="connsiteX33" fmla="*/ 69097 w 1327701"/>
              <a:gd name="connsiteY33" fmla="*/ 1108075 h 1178050"/>
              <a:gd name="connsiteX34" fmla="*/ 45814 w 1327701"/>
              <a:gd name="connsiteY34" fmla="*/ 1050925 h 1178050"/>
              <a:gd name="connsiteX35" fmla="*/ 33114 w 1327701"/>
              <a:gd name="connsiteY35" fmla="*/ 930275 h 1178050"/>
              <a:gd name="connsiteX36" fmla="*/ 17239 w 1327701"/>
              <a:gd name="connsiteY36" fmla="*/ 704850 h 1178050"/>
              <a:gd name="connsiteX37" fmla="*/ 7714 w 1327701"/>
              <a:gd name="connsiteY37" fmla="*/ 425450 h 1178050"/>
              <a:gd name="connsiteX38" fmla="*/ 4539 w 1327701"/>
              <a:gd name="connsiteY38" fmla="*/ 266700 h 1178050"/>
              <a:gd name="connsiteX39" fmla="*/ 2422 w 1327701"/>
              <a:gd name="connsiteY39" fmla="*/ 70908 h 1178050"/>
              <a:gd name="connsiteX40" fmla="*/ 46872 w 1327701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50714 w 1327368"/>
              <a:gd name="connsiteY23" fmla="*/ 844550 h 1178050"/>
              <a:gd name="connsiteX24" fmla="*/ 11761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50714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7823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35897 w 1327368"/>
              <a:gd name="connsiteY22" fmla="*/ 773642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23197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25314 w 1327368"/>
              <a:gd name="connsiteY20" fmla="*/ 661458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170822 w 1327368"/>
              <a:gd name="connsiteY19" fmla="*/ 682625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22680 w 1327368"/>
              <a:gd name="connsiteY18" fmla="*/ 708025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48080 w 1327368"/>
              <a:gd name="connsiteY18" fmla="*/ 718608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61297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368"/>
              <a:gd name="connsiteY0" fmla="*/ 8467 h 1178050"/>
              <a:gd name="connsiteX1" fmla="*/ 391889 w 1327368"/>
              <a:gd name="connsiteY1" fmla="*/ 0 h 1178050"/>
              <a:gd name="connsiteX2" fmla="*/ 696689 w 1327368"/>
              <a:gd name="connsiteY2" fmla="*/ 0 h 1178050"/>
              <a:gd name="connsiteX3" fmla="*/ 1004664 w 1327368"/>
              <a:gd name="connsiteY3" fmla="*/ 9525 h 1178050"/>
              <a:gd name="connsiteX4" fmla="*/ 1182464 w 1327368"/>
              <a:gd name="connsiteY4" fmla="*/ 12700 h 1178050"/>
              <a:gd name="connsiteX5" fmla="*/ 1226914 w 1327368"/>
              <a:gd name="connsiteY5" fmla="*/ 12700 h 1178050"/>
              <a:gd name="connsiteX6" fmla="*/ 1223739 w 1327368"/>
              <a:gd name="connsiteY6" fmla="*/ 53975 h 1178050"/>
              <a:gd name="connsiteX7" fmla="*/ 1179289 w 1327368"/>
              <a:gd name="connsiteY7" fmla="*/ 139700 h 1178050"/>
              <a:gd name="connsiteX8" fmla="*/ 1147539 w 1327368"/>
              <a:gd name="connsiteY8" fmla="*/ 247650 h 1178050"/>
              <a:gd name="connsiteX9" fmla="*/ 1118964 w 1327368"/>
              <a:gd name="connsiteY9" fmla="*/ 342900 h 1178050"/>
              <a:gd name="connsiteX10" fmla="*/ 1114731 w 1327368"/>
              <a:gd name="connsiteY10" fmla="*/ 431800 h 1178050"/>
              <a:gd name="connsiteX11" fmla="*/ 1117906 w 1327368"/>
              <a:gd name="connsiteY11" fmla="*/ 501650 h 1178050"/>
              <a:gd name="connsiteX12" fmla="*/ 1195165 w 1327368"/>
              <a:gd name="connsiteY12" fmla="*/ 428626 h 1178050"/>
              <a:gd name="connsiteX13" fmla="*/ 1283005 w 1327368"/>
              <a:gd name="connsiteY13" fmla="*/ 427567 h 1178050"/>
              <a:gd name="connsiteX14" fmla="*/ 1317930 w 1327368"/>
              <a:gd name="connsiteY14" fmla="*/ 484717 h 1178050"/>
              <a:gd name="connsiteX15" fmla="*/ 1324281 w 1327368"/>
              <a:gd name="connsiteY15" fmla="*/ 549276 h 1178050"/>
              <a:gd name="connsiteX16" fmla="*/ 1318990 w 1327368"/>
              <a:gd name="connsiteY16" fmla="*/ 625475 h 1178050"/>
              <a:gd name="connsiteX17" fmla="*/ 1291472 w 1327368"/>
              <a:gd name="connsiteY17" fmla="*/ 687916 h 1178050"/>
              <a:gd name="connsiteX18" fmla="*/ 1248080 w 1327368"/>
              <a:gd name="connsiteY18" fmla="*/ 718608 h 1178050"/>
              <a:gd name="connsiteX19" fmla="*/ 1202572 w 1327368"/>
              <a:gd name="connsiteY19" fmla="*/ 703791 h 1178050"/>
              <a:gd name="connsiteX20" fmla="*/ 1152830 w 1327368"/>
              <a:gd name="connsiteY20" fmla="*/ 669924 h 1178050"/>
              <a:gd name="connsiteX21" fmla="*/ 1144363 w 1327368"/>
              <a:gd name="connsiteY21" fmla="*/ 711200 h 1178050"/>
              <a:gd name="connsiteX22" fmla="*/ 1152831 w 1327368"/>
              <a:gd name="connsiteY22" fmla="*/ 771526 h 1178050"/>
              <a:gd name="connsiteX23" fmla="*/ 1171881 w 1327368"/>
              <a:gd name="connsiteY23" fmla="*/ 844550 h 1178050"/>
              <a:gd name="connsiteX24" fmla="*/ 1201514 w 1327368"/>
              <a:gd name="connsiteY24" fmla="*/ 955675 h 1178050"/>
              <a:gd name="connsiteX25" fmla="*/ 1226914 w 1327368"/>
              <a:gd name="connsiteY25" fmla="*/ 1035050 h 1178050"/>
              <a:gd name="connsiteX26" fmla="*/ 1266073 w 1327368"/>
              <a:gd name="connsiteY26" fmla="*/ 1086908 h 1178050"/>
              <a:gd name="connsiteX27" fmla="*/ 1320046 w 1327368"/>
              <a:gd name="connsiteY27" fmla="*/ 1163108 h 1178050"/>
              <a:gd name="connsiteX28" fmla="*/ 1089331 w 1327368"/>
              <a:gd name="connsiteY28" fmla="*/ 1162050 h 1178050"/>
              <a:gd name="connsiteX29" fmla="*/ 842739 w 1327368"/>
              <a:gd name="connsiteY29" fmla="*/ 1177925 h 1178050"/>
              <a:gd name="connsiteX30" fmla="*/ 636364 w 1327368"/>
              <a:gd name="connsiteY30" fmla="*/ 1168400 h 1178050"/>
              <a:gd name="connsiteX31" fmla="*/ 363314 w 1327368"/>
              <a:gd name="connsiteY31" fmla="*/ 1149350 h 1178050"/>
              <a:gd name="connsiteX32" fmla="*/ 118839 w 1327368"/>
              <a:gd name="connsiteY32" fmla="*/ 1130300 h 1178050"/>
              <a:gd name="connsiteX33" fmla="*/ 69097 w 1327368"/>
              <a:gd name="connsiteY33" fmla="*/ 1108075 h 1178050"/>
              <a:gd name="connsiteX34" fmla="*/ 45814 w 1327368"/>
              <a:gd name="connsiteY34" fmla="*/ 1050925 h 1178050"/>
              <a:gd name="connsiteX35" fmla="*/ 33114 w 1327368"/>
              <a:gd name="connsiteY35" fmla="*/ 930275 h 1178050"/>
              <a:gd name="connsiteX36" fmla="*/ 17239 w 1327368"/>
              <a:gd name="connsiteY36" fmla="*/ 704850 h 1178050"/>
              <a:gd name="connsiteX37" fmla="*/ 7714 w 1327368"/>
              <a:gd name="connsiteY37" fmla="*/ 425450 h 1178050"/>
              <a:gd name="connsiteX38" fmla="*/ 4539 w 1327368"/>
              <a:gd name="connsiteY38" fmla="*/ 266700 h 1178050"/>
              <a:gd name="connsiteX39" fmla="*/ 2422 w 1327368"/>
              <a:gd name="connsiteY39" fmla="*/ 70908 h 1178050"/>
              <a:gd name="connsiteX40" fmla="*/ 46872 w 1327368"/>
              <a:gd name="connsiteY40" fmla="*/ 8467 h 1178050"/>
              <a:gd name="connsiteX0" fmla="*/ 46872 w 1327262"/>
              <a:gd name="connsiteY0" fmla="*/ 8467 h 1178050"/>
              <a:gd name="connsiteX1" fmla="*/ 391889 w 1327262"/>
              <a:gd name="connsiteY1" fmla="*/ 0 h 1178050"/>
              <a:gd name="connsiteX2" fmla="*/ 696689 w 1327262"/>
              <a:gd name="connsiteY2" fmla="*/ 0 h 1178050"/>
              <a:gd name="connsiteX3" fmla="*/ 1004664 w 1327262"/>
              <a:gd name="connsiteY3" fmla="*/ 9525 h 1178050"/>
              <a:gd name="connsiteX4" fmla="*/ 1182464 w 1327262"/>
              <a:gd name="connsiteY4" fmla="*/ 12700 h 1178050"/>
              <a:gd name="connsiteX5" fmla="*/ 1226914 w 1327262"/>
              <a:gd name="connsiteY5" fmla="*/ 12700 h 1178050"/>
              <a:gd name="connsiteX6" fmla="*/ 1223739 w 1327262"/>
              <a:gd name="connsiteY6" fmla="*/ 53975 h 1178050"/>
              <a:gd name="connsiteX7" fmla="*/ 1179289 w 1327262"/>
              <a:gd name="connsiteY7" fmla="*/ 139700 h 1178050"/>
              <a:gd name="connsiteX8" fmla="*/ 1147539 w 1327262"/>
              <a:gd name="connsiteY8" fmla="*/ 247650 h 1178050"/>
              <a:gd name="connsiteX9" fmla="*/ 1118964 w 1327262"/>
              <a:gd name="connsiteY9" fmla="*/ 342900 h 1178050"/>
              <a:gd name="connsiteX10" fmla="*/ 1114731 w 1327262"/>
              <a:gd name="connsiteY10" fmla="*/ 431800 h 1178050"/>
              <a:gd name="connsiteX11" fmla="*/ 1117906 w 1327262"/>
              <a:gd name="connsiteY11" fmla="*/ 501650 h 1178050"/>
              <a:gd name="connsiteX12" fmla="*/ 1195165 w 1327262"/>
              <a:gd name="connsiteY12" fmla="*/ 428626 h 1178050"/>
              <a:gd name="connsiteX13" fmla="*/ 1283005 w 1327262"/>
              <a:gd name="connsiteY13" fmla="*/ 427567 h 1178050"/>
              <a:gd name="connsiteX14" fmla="*/ 1317930 w 1327262"/>
              <a:gd name="connsiteY14" fmla="*/ 484717 h 1178050"/>
              <a:gd name="connsiteX15" fmla="*/ 1324281 w 1327262"/>
              <a:gd name="connsiteY15" fmla="*/ 549276 h 1178050"/>
              <a:gd name="connsiteX16" fmla="*/ 1318990 w 1327262"/>
              <a:gd name="connsiteY16" fmla="*/ 625475 h 1178050"/>
              <a:gd name="connsiteX17" fmla="*/ 1291472 w 1327262"/>
              <a:gd name="connsiteY17" fmla="*/ 687916 h 1178050"/>
              <a:gd name="connsiteX18" fmla="*/ 1248080 w 1327262"/>
              <a:gd name="connsiteY18" fmla="*/ 718608 h 1178050"/>
              <a:gd name="connsiteX19" fmla="*/ 1202572 w 1327262"/>
              <a:gd name="connsiteY19" fmla="*/ 703791 h 1178050"/>
              <a:gd name="connsiteX20" fmla="*/ 1152830 w 1327262"/>
              <a:gd name="connsiteY20" fmla="*/ 669924 h 1178050"/>
              <a:gd name="connsiteX21" fmla="*/ 1144363 w 1327262"/>
              <a:gd name="connsiteY21" fmla="*/ 711200 h 1178050"/>
              <a:gd name="connsiteX22" fmla="*/ 1152831 w 1327262"/>
              <a:gd name="connsiteY22" fmla="*/ 771526 h 1178050"/>
              <a:gd name="connsiteX23" fmla="*/ 1171881 w 1327262"/>
              <a:gd name="connsiteY23" fmla="*/ 844550 h 1178050"/>
              <a:gd name="connsiteX24" fmla="*/ 1201514 w 1327262"/>
              <a:gd name="connsiteY24" fmla="*/ 955675 h 1178050"/>
              <a:gd name="connsiteX25" fmla="*/ 1235380 w 1327262"/>
              <a:gd name="connsiteY25" fmla="*/ 1035050 h 1178050"/>
              <a:gd name="connsiteX26" fmla="*/ 1266073 w 1327262"/>
              <a:gd name="connsiteY26" fmla="*/ 1086908 h 1178050"/>
              <a:gd name="connsiteX27" fmla="*/ 1320046 w 1327262"/>
              <a:gd name="connsiteY27" fmla="*/ 1163108 h 1178050"/>
              <a:gd name="connsiteX28" fmla="*/ 1089331 w 1327262"/>
              <a:gd name="connsiteY28" fmla="*/ 1162050 h 1178050"/>
              <a:gd name="connsiteX29" fmla="*/ 842739 w 1327262"/>
              <a:gd name="connsiteY29" fmla="*/ 1177925 h 1178050"/>
              <a:gd name="connsiteX30" fmla="*/ 636364 w 1327262"/>
              <a:gd name="connsiteY30" fmla="*/ 1168400 h 1178050"/>
              <a:gd name="connsiteX31" fmla="*/ 363314 w 1327262"/>
              <a:gd name="connsiteY31" fmla="*/ 1149350 h 1178050"/>
              <a:gd name="connsiteX32" fmla="*/ 118839 w 1327262"/>
              <a:gd name="connsiteY32" fmla="*/ 1130300 h 1178050"/>
              <a:gd name="connsiteX33" fmla="*/ 69097 w 1327262"/>
              <a:gd name="connsiteY33" fmla="*/ 1108075 h 1178050"/>
              <a:gd name="connsiteX34" fmla="*/ 45814 w 1327262"/>
              <a:gd name="connsiteY34" fmla="*/ 1050925 h 1178050"/>
              <a:gd name="connsiteX35" fmla="*/ 33114 w 1327262"/>
              <a:gd name="connsiteY35" fmla="*/ 930275 h 1178050"/>
              <a:gd name="connsiteX36" fmla="*/ 17239 w 1327262"/>
              <a:gd name="connsiteY36" fmla="*/ 704850 h 1178050"/>
              <a:gd name="connsiteX37" fmla="*/ 7714 w 1327262"/>
              <a:gd name="connsiteY37" fmla="*/ 425450 h 1178050"/>
              <a:gd name="connsiteX38" fmla="*/ 4539 w 1327262"/>
              <a:gd name="connsiteY38" fmla="*/ 266700 h 1178050"/>
              <a:gd name="connsiteX39" fmla="*/ 2422 w 1327262"/>
              <a:gd name="connsiteY39" fmla="*/ 70908 h 1178050"/>
              <a:gd name="connsiteX40" fmla="*/ 46872 w 1327262"/>
              <a:gd name="connsiteY40" fmla="*/ 8467 h 1178050"/>
              <a:gd name="connsiteX0" fmla="*/ 46872 w 1329620"/>
              <a:gd name="connsiteY0" fmla="*/ 8467 h 1178050"/>
              <a:gd name="connsiteX1" fmla="*/ 391889 w 1329620"/>
              <a:gd name="connsiteY1" fmla="*/ 0 h 1178050"/>
              <a:gd name="connsiteX2" fmla="*/ 696689 w 1329620"/>
              <a:gd name="connsiteY2" fmla="*/ 0 h 1178050"/>
              <a:gd name="connsiteX3" fmla="*/ 1004664 w 1329620"/>
              <a:gd name="connsiteY3" fmla="*/ 9525 h 1178050"/>
              <a:gd name="connsiteX4" fmla="*/ 1182464 w 1329620"/>
              <a:gd name="connsiteY4" fmla="*/ 12700 h 1178050"/>
              <a:gd name="connsiteX5" fmla="*/ 1226914 w 1329620"/>
              <a:gd name="connsiteY5" fmla="*/ 12700 h 1178050"/>
              <a:gd name="connsiteX6" fmla="*/ 1223739 w 1329620"/>
              <a:gd name="connsiteY6" fmla="*/ 53975 h 1178050"/>
              <a:gd name="connsiteX7" fmla="*/ 1179289 w 1329620"/>
              <a:gd name="connsiteY7" fmla="*/ 139700 h 1178050"/>
              <a:gd name="connsiteX8" fmla="*/ 1147539 w 1329620"/>
              <a:gd name="connsiteY8" fmla="*/ 247650 h 1178050"/>
              <a:gd name="connsiteX9" fmla="*/ 1118964 w 1329620"/>
              <a:gd name="connsiteY9" fmla="*/ 342900 h 1178050"/>
              <a:gd name="connsiteX10" fmla="*/ 1114731 w 1329620"/>
              <a:gd name="connsiteY10" fmla="*/ 431800 h 1178050"/>
              <a:gd name="connsiteX11" fmla="*/ 1117906 w 1329620"/>
              <a:gd name="connsiteY11" fmla="*/ 501650 h 1178050"/>
              <a:gd name="connsiteX12" fmla="*/ 1195165 w 1329620"/>
              <a:gd name="connsiteY12" fmla="*/ 428626 h 1178050"/>
              <a:gd name="connsiteX13" fmla="*/ 1283005 w 1329620"/>
              <a:gd name="connsiteY13" fmla="*/ 427567 h 1178050"/>
              <a:gd name="connsiteX14" fmla="*/ 1317930 w 1329620"/>
              <a:gd name="connsiteY14" fmla="*/ 484717 h 1178050"/>
              <a:gd name="connsiteX15" fmla="*/ 1324281 w 1329620"/>
              <a:gd name="connsiteY15" fmla="*/ 549276 h 1178050"/>
              <a:gd name="connsiteX16" fmla="*/ 1318990 w 1329620"/>
              <a:gd name="connsiteY16" fmla="*/ 625475 h 1178050"/>
              <a:gd name="connsiteX17" fmla="*/ 1291472 w 1329620"/>
              <a:gd name="connsiteY17" fmla="*/ 687916 h 1178050"/>
              <a:gd name="connsiteX18" fmla="*/ 1248080 w 1329620"/>
              <a:gd name="connsiteY18" fmla="*/ 718608 h 1178050"/>
              <a:gd name="connsiteX19" fmla="*/ 1202572 w 1329620"/>
              <a:gd name="connsiteY19" fmla="*/ 703791 h 1178050"/>
              <a:gd name="connsiteX20" fmla="*/ 1152830 w 1329620"/>
              <a:gd name="connsiteY20" fmla="*/ 669924 h 1178050"/>
              <a:gd name="connsiteX21" fmla="*/ 1144363 w 1329620"/>
              <a:gd name="connsiteY21" fmla="*/ 711200 h 1178050"/>
              <a:gd name="connsiteX22" fmla="*/ 1152831 w 1329620"/>
              <a:gd name="connsiteY22" fmla="*/ 771526 h 1178050"/>
              <a:gd name="connsiteX23" fmla="*/ 1171881 w 1329620"/>
              <a:gd name="connsiteY23" fmla="*/ 844550 h 1178050"/>
              <a:gd name="connsiteX24" fmla="*/ 1201514 w 1329620"/>
              <a:gd name="connsiteY24" fmla="*/ 955675 h 1178050"/>
              <a:gd name="connsiteX25" fmla="*/ 1235380 w 1329620"/>
              <a:gd name="connsiteY25" fmla="*/ 1035050 h 1178050"/>
              <a:gd name="connsiteX26" fmla="*/ 1280890 w 1329620"/>
              <a:gd name="connsiteY26" fmla="*/ 1089025 h 1178050"/>
              <a:gd name="connsiteX27" fmla="*/ 1320046 w 1329620"/>
              <a:gd name="connsiteY27" fmla="*/ 1163108 h 1178050"/>
              <a:gd name="connsiteX28" fmla="*/ 1089331 w 1329620"/>
              <a:gd name="connsiteY28" fmla="*/ 1162050 h 1178050"/>
              <a:gd name="connsiteX29" fmla="*/ 842739 w 1329620"/>
              <a:gd name="connsiteY29" fmla="*/ 1177925 h 1178050"/>
              <a:gd name="connsiteX30" fmla="*/ 636364 w 1329620"/>
              <a:gd name="connsiteY30" fmla="*/ 1168400 h 1178050"/>
              <a:gd name="connsiteX31" fmla="*/ 363314 w 1329620"/>
              <a:gd name="connsiteY31" fmla="*/ 1149350 h 1178050"/>
              <a:gd name="connsiteX32" fmla="*/ 118839 w 1329620"/>
              <a:gd name="connsiteY32" fmla="*/ 1130300 h 1178050"/>
              <a:gd name="connsiteX33" fmla="*/ 69097 w 1329620"/>
              <a:gd name="connsiteY33" fmla="*/ 1108075 h 1178050"/>
              <a:gd name="connsiteX34" fmla="*/ 45814 w 1329620"/>
              <a:gd name="connsiteY34" fmla="*/ 1050925 h 1178050"/>
              <a:gd name="connsiteX35" fmla="*/ 33114 w 1329620"/>
              <a:gd name="connsiteY35" fmla="*/ 930275 h 1178050"/>
              <a:gd name="connsiteX36" fmla="*/ 17239 w 1329620"/>
              <a:gd name="connsiteY36" fmla="*/ 704850 h 1178050"/>
              <a:gd name="connsiteX37" fmla="*/ 7714 w 1329620"/>
              <a:gd name="connsiteY37" fmla="*/ 425450 h 1178050"/>
              <a:gd name="connsiteX38" fmla="*/ 4539 w 1329620"/>
              <a:gd name="connsiteY38" fmla="*/ 266700 h 1178050"/>
              <a:gd name="connsiteX39" fmla="*/ 2422 w 1329620"/>
              <a:gd name="connsiteY39" fmla="*/ 70908 h 1178050"/>
              <a:gd name="connsiteX40" fmla="*/ 46872 w 1329620"/>
              <a:gd name="connsiteY40" fmla="*/ 8467 h 1178050"/>
              <a:gd name="connsiteX0" fmla="*/ 46872 w 1329219"/>
              <a:gd name="connsiteY0" fmla="*/ 8467 h 1178050"/>
              <a:gd name="connsiteX1" fmla="*/ 391889 w 1329219"/>
              <a:gd name="connsiteY1" fmla="*/ 0 h 1178050"/>
              <a:gd name="connsiteX2" fmla="*/ 696689 w 1329219"/>
              <a:gd name="connsiteY2" fmla="*/ 0 h 1178050"/>
              <a:gd name="connsiteX3" fmla="*/ 1004664 w 1329219"/>
              <a:gd name="connsiteY3" fmla="*/ 9525 h 1178050"/>
              <a:gd name="connsiteX4" fmla="*/ 1182464 w 1329219"/>
              <a:gd name="connsiteY4" fmla="*/ 12700 h 1178050"/>
              <a:gd name="connsiteX5" fmla="*/ 1226914 w 1329219"/>
              <a:gd name="connsiteY5" fmla="*/ 12700 h 1178050"/>
              <a:gd name="connsiteX6" fmla="*/ 1223739 w 1329219"/>
              <a:gd name="connsiteY6" fmla="*/ 53975 h 1178050"/>
              <a:gd name="connsiteX7" fmla="*/ 1179289 w 1329219"/>
              <a:gd name="connsiteY7" fmla="*/ 139700 h 1178050"/>
              <a:gd name="connsiteX8" fmla="*/ 1147539 w 1329219"/>
              <a:gd name="connsiteY8" fmla="*/ 247650 h 1178050"/>
              <a:gd name="connsiteX9" fmla="*/ 1118964 w 1329219"/>
              <a:gd name="connsiteY9" fmla="*/ 342900 h 1178050"/>
              <a:gd name="connsiteX10" fmla="*/ 1114731 w 1329219"/>
              <a:gd name="connsiteY10" fmla="*/ 431800 h 1178050"/>
              <a:gd name="connsiteX11" fmla="*/ 1117906 w 1329219"/>
              <a:gd name="connsiteY11" fmla="*/ 501650 h 1178050"/>
              <a:gd name="connsiteX12" fmla="*/ 1195165 w 1329219"/>
              <a:gd name="connsiteY12" fmla="*/ 428626 h 1178050"/>
              <a:gd name="connsiteX13" fmla="*/ 1283005 w 1329219"/>
              <a:gd name="connsiteY13" fmla="*/ 427567 h 1178050"/>
              <a:gd name="connsiteX14" fmla="*/ 1317930 w 1329219"/>
              <a:gd name="connsiteY14" fmla="*/ 484717 h 1178050"/>
              <a:gd name="connsiteX15" fmla="*/ 1324281 w 1329219"/>
              <a:gd name="connsiteY15" fmla="*/ 549276 h 1178050"/>
              <a:gd name="connsiteX16" fmla="*/ 1318990 w 1329219"/>
              <a:gd name="connsiteY16" fmla="*/ 625475 h 1178050"/>
              <a:gd name="connsiteX17" fmla="*/ 1291472 w 1329219"/>
              <a:gd name="connsiteY17" fmla="*/ 687916 h 1178050"/>
              <a:gd name="connsiteX18" fmla="*/ 1248080 w 1329219"/>
              <a:gd name="connsiteY18" fmla="*/ 718608 h 1178050"/>
              <a:gd name="connsiteX19" fmla="*/ 1202572 w 1329219"/>
              <a:gd name="connsiteY19" fmla="*/ 703791 h 1178050"/>
              <a:gd name="connsiteX20" fmla="*/ 1152830 w 1329219"/>
              <a:gd name="connsiteY20" fmla="*/ 669924 h 1178050"/>
              <a:gd name="connsiteX21" fmla="*/ 1144363 w 1329219"/>
              <a:gd name="connsiteY21" fmla="*/ 711200 h 1178050"/>
              <a:gd name="connsiteX22" fmla="*/ 1152831 w 1329219"/>
              <a:gd name="connsiteY22" fmla="*/ 771526 h 1178050"/>
              <a:gd name="connsiteX23" fmla="*/ 1171881 w 1329219"/>
              <a:gd name="connsiteY23" fmla="*/ 844550 h 1178050"/>
              <a:gd name="connsiteX24" fmla="*/ 1201514 w 1329219"/>
              <a:gd name="connsiteY24" fmla="*/ 955675 h 1178050"/>
              <a:gd name="connsiteX25" fmla="*/ 1258663 w 1329219"/>
              <a:gd name="connsiteY25" fmla="*/ 1032934 h 1178050"/>
              <a:gd name="connsiteX26" fmla="*/ 1280890 w 1329219"/>
              <a:gd name="connsiteY26" fmla="*/ 1089025 h 1178050"/>
              <a:gd name="connsiteX27" fmla="*/ 1320046 w 1329219"/>
              <a:gd name="connsiteY27" fmla="*/ 1163108 h 1178050"/>
              <a:gd name="connsiteX28" fmla="*/ 1089331 w 1329219"/>
              <a:gd name="connsiteY28" fmla="*/ 1162050 h 1178050"/>
              <a:gd name="connsiteX29" fmla="*/ 842739 w 1329219"/>
              <a:gd name="connsiteY29" fmla="*/ 1177925 h 1178050"/>
              <a:gd name="connsiteX30" fmla="*/ 636364 w 1329219"/>
              <a:gd name="connsiteY30" fmla="*/ 1168400 h 1178050"/>
              <a:gd name="connsiteX31" fmla="*/ 363314 w 1329219"/>
              <a:gd name="connsiteY31" fmla="*/ 1149350 h 1178050"/>
              <a:gd name="connsiteX32" fmla="*/ 118839 w 1329219"/>
              <a:gd name="connsiteY32" fmla="*/ 1130300 h 1178050"/>
              <a:gd name="connsiteX33" fmla="*/ 69097 w 1329219"/>
              <a:gd name="connsiteY33" fmla="*/ 1108075 h 1178050"/>
              <a:gd name="connsiteX34" fmla="*/ 45814 w 1329219"/>
              <a:gd name="connsiteY34" fmla="*/ 1050925 h 1178050"/>
              <a:gd name="connsiteX35" fmla="*/ 33114 w 1329219"/>
              <a:gd name="connsiteY35" fmla="*/ 930275 h 1178050"/>
              <a:gd name="connsiteX36" fmla="*/ 17239 w 1329219"/>
              <a:gd name="connsiteY36" fmla="*/ 704850 h 1178050"/>
              <a:gd name="connsiteX37" fmla="*/ 7714 w 1329219"/>
              <a:gd name="connsiteY37" fmla="*/ 425450 h 1178050"/>
              <a:gd name="connsiteX38" fmla="*/ 4539 w 1329219"/>
              <a:gd name="connsiteY38" fmla="*/ 266700 h 1178050"/>
              <a:gd name="connsiteX39" fmla="*/ 2422 w 1329219"/>
              <a:gd name="connsiteY39" fmla="*/ 70908 h 1178050"/>
              <a:gd name="connsiteX40" fmla="*/ 46872 w 1329219"/>
              <a:gd name="connsiteY40" fmla="*/ 8467 h 1178050"/>
              <a:gd name="connsiteX0" fmla="*/ 46872 w 1329582"/>
              <a:gd name="connsiteY0" fmla="*/ 8467 h 1178050"/>
              <a:gd name="connsiteX1" fmla="*/ 391889 w 1329582"/>
              <a:gd name="connsiteY1" fmla="*/ 0 h 1178050"/>
              <a:gd name="connsiteX2" fmla="*/ 696689 w 1329582"/>
              <a:gd name="connsiteY2" fmla="*/ 0 h 1178050"/>
              <a:gd name="connsiteX3" fmla="*/ 1004664 w 1329582"/>
              <a:gd name="connsiteY3" fmla="*/ 9525 h 1178050"/>
              <a:gd name="connsiteX4" fmla="*/ 1182464 w 1329582"/>
              <a:gd name="connsiteY4" fmla="*/ 12700 h 1178050"/>
              <a:gd name="connsiteX5" fmla="*/ 1226914 w 1329582"/>
              <a:gd name="connsiteY5" fmla="*/ 12700 h 1178050"/>
              <a:gd name="connsiteX6" fmla="*/ 1223739 w 1329582"/>
              <a:gd name="connsiteY6" fmla="*/ 53975 h 1178050"/>
              <a:gd name="connsiteX7" fmla="*/ 1179289 w 1329582"/>
              <a:gd name="connsiteY7" fmla="*/ 139700 h 1178050"/>
              <a:gd name="connsiteX8" fmla="*/ 1147539 w 1329582"/>
              <a:gd name="connsiteY8" fmla="*/ 247650 h 1178050"/>
              <a:gd name="connsiteX9" fmla="*/ 1118964 w 1329582"/>
              <a:gd name="connsiteY9" fmla="*/ 342900 h 1178050"/>
              <a:gd name="connsiteX10" fmla="*/ 1114731 w 1329582"/>
              <a:gd name="connsiteY10" fmla="*/ 431800 h 1178050"/>
              <a:gd name="connsiteX11" fmla="*/ 1117906 w 1329582"/>
              <a:gd name="connsiteY11" fmla="*/ 501650 h 1178050"/>
              <a:gd name="connsiteX12" fmla="*/ 1195165 w 1329582"/>
              <a:gd name="connsiteY12" fmla="*/ 428626 h 1178050"/>
              <a:gd name="connsiteX13" fmla="*/ 1283005 w 1329582"/>
              <a:gd name="connsiteY13" fmla="*/ 427567 h 1178050"/>
              <a:gd name="connsiteX14" fmla="*/ 1317930 w 1329582"/>
              <a:gd name="connsiteY14" fmla="*/ 484717 h 1178050"/>
              <a:gd name="connsiteX15" fmla="*/ 1324281 w 1329582"/>
              <a:gd name="connsiteY15" fmla="*/ 549276 h 1178050"/>
              <a:gd name="connsiteX16" fmla="*/ 1318990 w 1329582"/>
              <a:gd name="connsiteY16" fmla="*/ 625475 h 1178050"/>
              <a:gd name="connsiteX17" fmla="*/ 1291472 w 1329582"/>
              <a:gd name="connsiteY17" fmla="*/ 687916 h 1178050"/>
              <a:gd name="connsiteX18" fmla="*/ 1248080 w 1329582"/>
              <a:gd name="connsiteY18" fmla="*/ 718608 h 1178050"/>
              <a:gd name="connsiteX19" fmla="*/ 1202572 w 1329582"/>
              <a:gd name="connsiteY19" fmla="*/ 703791 h 1178050"/>
              <a:gd name="connsiteX20" fmla="*/ 1152830 w 1329582"/>
              <a:gd name="connsiteY20" fmla="*/ 669924 h 1178050"/>
              <a:gd name="connsiteX21" fmla="*/ 1144363 w 1329582"/>
              <a:gd name="connsiteY21" fmla="*/ 711200 h 1178050"/>
              <a:gd name="connsiteX22" fmla="*/ 1152831 w 1329582"/>
              <a:gd name="connsiteY22" fmla="*/ 771526 h 1178050"/>
              <a:gd name="connsiteX23" fmla="*/ 1171881 w 1329582"/>
              <a:gd name="connsiteY23" fmla="*/ 844550 h 1178050"/>
              <a:gd name="connsiteX24" fmla="*/ 1201514 w 1329582"/>
              <a:gd name="connsiteY24" fmla="*/ 955675 h 1178050"/>
              <a:gd name="connsiteX25" fmla="*/ 1237497 w 1329582"/>
              <a:gd name="connsiteY25" fmla="*/ 1037168 h 1178050"/>
              <a:gd name="connsiteX26" fmla="*/ 1280890 w 1329582"/>
              <a:gd name="connsiteY26" fmla="*/ 1089025 h 1178050"/>
              <a:gd name="connsiteX27" fmla="*/ 1320046 w 1329582"/>
              <a:gd name="connsiteY27" fmla="*/ 1163108 h 1178050"/>
              <a:gd name="connsiteX28" fmla="*/ 1089331 w 1329582"/>
              <a:gd name="connsiteY28" fmla="*/ 1162050 h 1178050"/>
              <a:gd name="connsiteX29" fmla="*/ 842739 w 1329582"/>
              <a:gd name="connsiteY29" fmla="*/ 1177925 h 1178050"/>
              <a:gd name="connsiteX30" fmla="*/ 636364 w 1329582"/>
              <a:gd name="connsiteY30" fmla="*/ 1168400 h 1178050"/>
              <a:gd name="connsiteX31" fmla="*/ 363314 w 1329582"/>
              <a:gd name="connsiteY31" fmla="*/ 1149350 h 1178050"/>
              <a:gd name="connsiteX32" fmla="*/ 118839 w 1329582"/>
              <a:gd name="connsiteY32" fmla="*/ 1130300 h 1178050"/>
              <a:gd name="connsiteX33" fmla="*/ 69097 w 1329582"/>
              <a:gd name="connsiteY33" fmla="*/ 1108075 h 1178050"/>
              <a:gd name="connsiteX34" fmla="*/ 45814 w 1329582"/>
              <a:gd name="connsiteY34" fmla="*/ 1050925 h 1178050"/>
              <a:gd name="connsiteX35" fmla="*/ 33114 w 1329582"/>
              <a:gd name="connsiteY35" fmla="*/ 930275 h 1178050"/>
              <a:gd name="connsiteX36" fmla="*/ 17239 w 1329582"/>
              <a:gd name="connsiteY36" fmla="*/ 704850 h 1178050"/>
              <a:gd name="connsiteX37" fmla="*/ 7714 w 1329582"/>
              <a:gd name="connsiteY37" fmla="*/ 425450 h 1178050"/>
              <a:gd name="connsiteX38" fmla="*/ 4539 w 1329582"/>
              <a:gd name="connsiteY38" fmla="*/ 266700 h 1178050"/>
              <a:gd name="connsiteX39" fmla="*/ 2422 w 1329582"/>
              <a:gd name="connsiteY39" fmla="*/ 70908 h 1178050"/>
              <a:gd name="connsiteX40" fmla="*/ 46872 w 1329582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71881 w 1329471"/>
              <a:gd name="connsiteY23" fmla="*/ 844550 h 1178050"/>
              <a:gd name="connsiteX24" fmla="*/ 1201514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71881 w 1329471"/>
              <a:gd name="connsiteY23" fmla="*/ 844550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528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44363 w 1329471"/>
              <a:gd name="connsiteY21" fmla="*/ 711200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7822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52830 w 1329471"/>
              <a:gd name="connsiteY20" fmla="*/ 669924 h 1178050"/>
              <a:gd name="connsiteX21" fmla="*/ 117187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71879 w 1329471"/>
              <a:gd name="connsiteY21" fmla="*/ 715434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6552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02572 w 1329471"/>
              <a:gd name="connsiteY19" fmla="*/ 70379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48080 w 1329471"/>
              <a:gd name="connsiteY18" fmla="*/ 718608 h 1178050"/>
              <a:gd name="connsiteX19" fmla="*/ 1236439 w 1329471"/>
              <a:gd name="connsiteY19" fmla="*/ 71014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322163 w 1329471"/>
              <a:gd name="connsiteY18" fmla="*/ 752475 h 1178050"/>
              <a:gd name="connsiteX19" fmla="*/ 1236439 w 1329471"/>
              <a:gd name="connsiteY19" fmla="*/ 710141 h 1178050"/>
              <a:gd name="connsiteX20" fmla="*/ 1165530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322163 w 1329471"/>
              <a:gd name="connsiteY18" fmla="*/ 75247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291472 w 1329471"/>
              <a:gd name="connsiteY17" fmla="*/ 687916 h 1178050"/>
              <a:gd name="connsiteX18" fmla="*/ 1288297 w 1329471"/>
              <a:gd name="connsiteY18" fmla="*/ 72072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29471"/>
              <a:gd name="connsiteY0" fmla="*/ 8467 h 1178050"/>
              <a:gd name="connsiteX1" fmla="*/ 391889 w 1329471"/>
              <a:gd name="connsiteY1" fmla="*/ 0 h 1178050"/>
              <a:gd name="connsiteX2" fmla="*/ 696689 w 1329471"/>
              <a:gd name="connsiteY2" fmla="*/ 0 h 1178050"/>
              <a:gd name="connsiteX3" fmla="*/ 1004664 w 1329471"/>
              <a:gd name="connsiteY3" fmla="*/ 9525 h 1178050"/>
              <a:gd name="connsiteX4" fmla="*/ 1182464 w 1329471"/>
              <a:gd name="connsiteY4" fmla="*/ 12700 h 1178050"/>
              <a:gd name="connsiteX5" fmla="*/ 1226914 w 1329471"/>
              <a:gd name="connsiteY5" fmla="*/ 12700 h 1178050"/>
              <a:gd name="connsiteX6" fmla="*/ 1223739 w 1329471"/>
              <a:gd name="connsiteY6" fmla="*/ 53975 h 1178050"/>
              <a:gd name="connsiteX7" fmla="*/ 1179289 w 1329471"/>
              <a:gd name="connsiteY7" fmla="*/ 139700 h 1178050"/>
              <a:gd name="connsiteX8" fmla="*/ 1147539 w 1329471"/>
              <a:gd name="connsiteY8" fmla="*/ 247650 h 1178050"/>
              <a:gd name="connsiteX9" fmla="*/ 1118964 w 1329471"/>
              <a:gd name="connsiteY9" fmla="*/ 342900 h 1178050"/>
              <a:gd name="connsiteX10" fmla="*/ 1114731 w 1329471"/>
              <a:gd name="connsiteY10" fmla="*/ 431800 h 1178050"/>
              <a:gd name="connsiteX11" fmla="*/ 1117906 w 1329471"/>
              <a:gd name="connsiteY11" fmla="*/ 501650 h 1178050"/>
              <a:gd name="connsiteX12" fmla="*/ 1195165 w 1329471"/>
              <a:gd name="connsiteY12" fmla="*/ 428626 h 1178050"/>
              <a:gd name="connsiteX13" fmla="*/ 1283005 w 1329471"/>
              <a:gd name="connsiteY13" fmla="*/ 427567 h 1178050"/>
              <a:gd name="connsiteX14" fmla="*/ 1317930 w 1329471"/>
              <a:gd name="connsiteY14" fmla="*/ 484717 h 1178050"/>
              <a:gd name="connsiteX15" fmla="*/ 1324281 w 1329471"/>
              <a:gd name="connsiteY15" fmla="*/ 549276 h 1178050"/>
              <a:gd name="connsiteX16" fmla="*/ 1318990 w 1329471"/>
              <a:gd name="connsiteY16" fmla="*/ 625475 h 1178050"/>
              <a:gd name="connsiteX17" fmla="*/ 1318989 w 1329471"/>
              <a:gd name="connsiteY17" fmla="*/ 692149 h 1178050"/>
              <a:gd name="connsiteX18" fmla="*/ 1288297 w 1329471"/>
              <a:gd name="connsiteY18" fmla="*/ 720725 h 1178050"/>
              <a:gd name="connsiteX19" fmla="*/ 1236439 w 1329471"/>
              <a:gd name="connsiteY19" fmla="*/ 710141 h 1178050"/>
              <a:gd name="connsiteX20" fmla="*/ 1173997 w 1329471"/>
              <a:gd name="connsiteY20" fmla="*/ 669924 h 1178050"/>
              <a:gd name="connsiteX21" fmla="*/ 1171879 w 1329471"/>
              <a:gd name="connsiteY21" fmla="*/ 713318 h 1178050"/>
              <a:gd name="connsiteX22" fmla="*/ 1178231 w 1329471"/>
              <a:gd name="connsiteY22" fmla="*/ 771526 h 1178050"/>
              <a:gd name="connsiteX23" fmla="*/ 1190931 w 1329471"/>
              <a:gd name="connsiteY23" fmla="*/ 846667 h 1178050"/>
              <a:gd name="connsiteX24" fmla="*/ 1212098 w 1329471"/>
              <a:gd name="connsiteY24" fmla="*/ 955675 h 1178050"/>
              <a:gd name="connsiteX25" fmla="*/ 1243847 w 1329471"/>
              <a:gd name="connsiteY25" fmla="*/ 1037168 h 1178050"/>
              <a:gd name="connsiteX26" fmla="*/ 1280890 w 1329471"/>
              <a:gd name="connsiteY26" fmla="*/ 1089025 h 1178050"/>
              <a:gd name="connsiteX27" fmla="*/ 1320046 w 1329471"/>
              <a:gd name="connsiteY27" fmla="*/ 1163108 h 1178050"/>
              <a:gd name="connsiteX28" fmla="*/ 1089331 w 1329471"/>
              <a:gd name="connsiteY28" fmla="*/ 1162050 h 1178050"/>
              <a:gd name="connsiteX29" fmla="*/ 842739 w 1329471"/>
              <a:gd name="connsiteY29" fmla="*/ 1177925 h 1178050"/>
              <a:gd name="connsiteX30" fmla="*/ 636364 w 1329471"/>
              <a:gd name="connsiteY30" fmla="*/ 1168400 h 1178050"/>
              <a:gd name="connsiteX31" fmla="*/ 363314 w 1329471"/>
              <a:gd name="connsiteY31" fmla="*/ 1149350 h 1178050"/>
              <a:gd name="connsiteX32" fmla="*/ 118839 w 1329471"/>
              <a:gd name="connsiteY32" fmla="*/ 1130300 h 1178050"/>
              <a:gd name="connsiteX33" fmla="*/ 69097 w 1329471"/>
              <a:gd name="connsiteY33" fmla="*/ 1108075 h 1178050"/>
              <a:gd name="connsiteX34" fmla="*/ 45814 w 1329471"/>
              <a:gd name="connsiteY34" fmla="*/ 1050925 h 1178050"/>
              <a:gd name="connsiteX35" fmla="*/ 33114 w 1329471"/>
              <a:gd name="connsiteY35" fmla="*/ 930275 h 1178050"/>
              <a:gd name="connsiteX36" fmla="*/ 17239 w 1329471"/>
              <a:gd name="connsiteY36" fmla="*/ 704850 h 1178050"/>
              <a:gd name="connsiteX37" fmla="*/ 7714 w 1329471"/>
              <a:gd name="connsiteY37" fmla="*/ 425450 h 1178050"/>
              <a:gd name="connsiteX38" fmla="*/ 4539 w 1329471"/>
              <a:gd name="connsiteY38" fmla="*/ 266700 h 1178050"/>
              <a:gd name="connsiteX39" fmla="*/ 2422 w 1329471"/>
              <a:gd name="connsiteY39" fmla="*/ 70908 h 1178050"/>
              <a:gd name="connsiteX40" fmla="*/ 46872 w 1329471"/>
              <a:gd name="connsiteY40" fmla="*/ 8467 h 1178050"/>
              <a:gd name="connsiteX0" fmla="*/ 46872 w 1340199"/>
              <a:gd name="connsiteY0" fmla="*/ 8467 h 1178050"/>
              <a:gd name="connsiteX1" fmla="*/ 391889 w 1340199"/>
              <a:gd name="connsiteY1" fmla="*/ 0 h 1178050"/>
              <a:gd name="connsiteX2" fmla="*/ 696689 w 1340199"/>
              <a:gd name="connsiteY2" fmla="*/ 0 h 1178050"/>
              <a:gd name="connsiteX3" fmla="*/ 1004664 w 1340199"/>
              <a:gd name="connsiteY3" fmla="*/ 9525 h 1178050"/>
              <a:gd name="connsiteX4" fmla="*/ 1182464 w 1340199"/>
              <a:gd name="connsiteY4" fmla="*/ 12700 h 1178050"/>
              <a:gd name="connsiteX5" fmla="*/ 1226914 w 1340199"/>
              <a:gd name="connsiteY5" fmla="*/ 12700 h 1178050"/>
              <a:gd name="connsiteX6" fmla="*/ 1223739 w 1340199"/>
              <a:gd name="connsiteY6" fmla="*/ 53975 h 1178050"/>
              <a:gd name="connsiteX7" fmla="*/ 1179289 w 1340199"/>
              <a:gd name="connsiteY7" fmla="*/ 139700 h 1178050"/>
              <a:gd name="connsiteX8" fmla="*/ 1147539 w 1340199"/>
              <a:gd name="connsiteY8" fmla="*/ 247650 h 1178050"/>
              <a:gd name="connsiteX9" fmla="*/ 1118964 w 1340199"/>
              <a:gd name="connsiteY9" fmla="*/ 342900 h 1178050"/>
              <a:gd name="connsiteX10" fmla="*/ 1114731 w 1340199"/>
              <a:gd name="connsiteY10" fmla="*/ 431800 h 1178050"/>
              <a:gd name="connsiteX11" fmla="*/ 1117906 w 1340199"/>
              <a:gd name="connsiteY11" fmla="*/ 501650 h 1178050"/>
              <a:gd name="connsiteX12" fmla="*/ 1195165 w 1340199"/>
              <a:gd name="connsiteY12" fmla="*/ 428626 h 1178050"/>
              <a:gd name="connsiteX13" fmla="*/ 1283005 w 1340199"/>
              <a:gd name="connsiteY13" fmla="*/ 427567 h 1178050"/>
              <a:gd name="connsiteX14" fmla="*/ 1317930 w 1340199"/>
              <a:gd name="connsiteY14" fmla="*/ 484717 h 1178050"/>
              <a:gd name="connsiteX15" fmla="*/ 1324281 w 1340199"/>
              <a:gd name="connsiteY15" fmla="*/ 549276 h 1178050"/>
              <a:gd name="connsiteX16" fmla="*/ 1340157 w 1340199"/>
              <a:gd name="connsiteY16" fmla="*/ 627592 h 1178050"/>
              <a:gd name="connsiteX17" fmla="*/ 1318989 w 1340199"/>
              <a:gd name="connsiteY17" fmla="*/ 692149 h 1178050"/>
              <a:gd name="connsiteX18" fmla="*/ 1288297 w 1340199"/>
              <a:gd name="connsiteY18" fmla="*/ 720725 h 1178050"/>
              <a:gd name="connsiteX19" fmla="*/ 1236439 w 1340199"/>
              <a:gd name="connsiteY19" fmla="*/ 710141 h 1178050"/>
              <a:gd name="connsiteX20" fmla="*/ 1173997 w 1340199"/>
              <a:gd name="connsiteY20" fmla="*/ 669924 h 1178050"/>
              <a:gd name="connsiteX21" fmla="*/ 1171879 w 1340199"/>
              <a:gd name="connsiteY21" fmla="*/ 713318 h 1178050"/>
              <a:gd name="connsiteX22" fmla="*/ 1178231 w 1340199"/>
              <a:gd name="connsiteY22" fmla="*/ 771526 h 1178050"/>
              <a:gd name="connsiteX23" fmla="*/ 1190931 w 1340199"/>
              <a:gd name="connsiteY23" fmla="*/ 846667 h 1178050"/>
              <a:gd name="connsiteX24" fmla="*/ 1212098 w 1340199"/>
              <a:gd name="connsiteY24" fmla="*/ 955675 h 1178050"/>
              <a:gd name="connsiteX25" fmla="*/ 1243847 w 1340199"/>
              <a:gd name="connsiteY25" fmla="*/ 1037168 h 1178050"/>
              <a:gd name="connsiteX26" fmla="*/ 1280890 w 1340199"/>
              <a:gd name="connsiteY26" fmla="*/ 1089025 h 1178050"/>
              <a:gd name="connsiteX27" fmla="*/ 1320046 w 1340199"/>
              <a:gd name="connsiteY27" fmla="*/ 1163108 h 1178050"/>
              <a:gd name="connsiteX28" fmla="*/ 1089331 w 1340199"/>
              <a:gd name="connsiteY28" fmla="*/ 1162050 h 1178050"/>
              <a:gd name="connsiteX29" fmla="*/ 842739 w 1340199"/>
              <a:gd name="connsiteY29" fmla="*/ 1177925 h 1178050"/>
              <a:gd name="connsiteX30" fmla="*/ 636364 w 1340199"/>
              <a:gd name="connsiteY30" fmla="*/ 1168400 h 1178050"/>
              <a:gd name="connsiteX31" fmla="*/ 363314 w 1340199"/>
              <a:gd name="connsiteY31" fmla="*/ 1149350 h 1178050"/>
              <a:gd name="connsiteX32" fmla="*/ 118839 w 1340199"/>
              <a:gd name="connsiteY32" fmla="*/ 1130300 h 1178050"/>
              <a:gd name="connsiteX33" fmla="*/ 69097 w 1340199"/>
              <a:gd name="connsiteY33" fmla="*/ 1108075 h 1178050"/>
              <a:gd name="connsiteX34" fmla="*/ 45814 w 1340199"/>
              <a:gd name="connsiteY34" fmla="*/ 1050925 h 1178050"/>
              <a:gd name="connsiteX35" fmla="*/ 33114 w 1340199"/>
              <a:gd name="connsiteY35" fmla="*/ 930275 h 1178050"/>
              <a:gd name="connsiteX36" fmla="*/ 17239 w 1340199"/>
              <a:gd name="connsiteY36" fmla="*/ 704850 h 1178050"/>
              <a:gd name="connsiteX37" fmla="*/ 7714 w 1340199"/>
              <a:gd name="connsiteY37" fmla="*/ 425450 h 1178050"/>
              <a:gd name="connsiteX38" fmla="*/ 4539 w 1340199"/>
              <a:gd name="connsiteY38" fmla="*/ 266700 h 1178050"/>
              <a:gd name="connsiteX39" fmla="*/ 2422 w 1340199"/>
              <a:gd name="connsiteY39" fmla="*/ 70908 h 1178050"/>
              <a:gd name="connsiteX40" fmla="*/ 46872 w 1340199"/>
              <a:gd name="connsiteY40" fmla="*/ 8467 h 1178050"/>
              <a:gd name="connsiteX0" fmla="*/ 46872 w 1345056"/>
              <a:gd name="connsiteY0" fmla="*/ 8467 h 1178050"/>
              <a:gd name="connsiteX1" fmla="*/ 391889 w 1345056"/>
              <a:gd name="connsiteY1" fmla="*/ 0 h 1178050"/>
              <a:gd name="connsiteX2" fmla="*/ 696689 w 1345056"/>
              <a:gd name="connsiteY2" fmla="*/ 0 h 1178050"/>
              <a:gd name="connsiteX3" fmla="*/ 1004664 w 1345056"/>
              <a:gd name="connsiteY3" fmla="*/ 9525 h 1178050"/>
              <a:gd name="connsiteX4" fmla="*/ 1182464 w 1345056"/>
              <a:gd name="connsiteY4" fmla="*/ 12700 h 1178050"/>
              <a:gd name="connsiteX5" fmla="*/ 1226914 w 1345056"/>
              <a:gd name="connsiteY5" fmla="*/ 12700 h 1178050"/>
              <a:gd name="connsiteX6" fmla="*/ 1223739 w 1345056"/>
              <a:gd name="connsiteY6" fmla="*/ 53975 h 1178050"/>
              <a:gd name="connsiteX7" fmla="*/ 1179289 w 1345056"/>
              <a:gd name="connsiteY7" fmla="*/ 139700 h 1178050"/>
              <a:gd name="connsiteX8" fmla="*/ 1147539 w 1345056"/>
              <a:gd name="connsiteY8" fmla="*/ 247650 h 1178050"/>
              <a:gd name="connsiteX9" fmla="*/ 1118964 w 1345056"/>
              <a:gd name="connsiteY9" fmla="*/ 342900 h 1178050"/>
              <a:gd name="connsiteX10" fmla="*/ 1114731 w 1345056"/>
              <a:gd name="connsiteY10" fmla="*/ 431800 h 1178050"/>
              <a:gd name="connsiteX11" fmla="*/ 1117906 w 1345056"/>
              <a:gd name="connsiteY11" fmla="*/ 501650 h 1178050"/>
              <a:gd name="connsiteX12" fmla="*/ 1195165 w 1345056"/>
              <a:gd name="connsiteY12" fmla="*/ 428626 h 1178050"/>
              <a:gd name="connsiteX13" fmla="*/ 1283005 w 1345056"/>
              <a:gd name="connsiteY13" fmla="*/ 427567 h 1178050"/>
              <a:gd name="connsiteX14" fmla="*/ 1317930 w 1345056"/>
              <a:gd name="connsiteY14" fmla="*/ 484717 h 1178050"/>
              <a:gd name="connsiteX15" fmla="*/ 1343331 w 1345056"/>
              <a:gd name="connsiteY15" fmla="*/ 551392 h 1178050"/>
              <a:gd name="connsiteX16" fmla="*/ 1340157 w 1345056"/>
              <a:gd name="connsiteY16" fmla="*/ 627592 h 1178050"/>
              <a:gd name="connsiteX17" fmla="*/ 1318989 w 1345056"/>
              <a:gd name="connsiteY17" fmla="*/ 692149 h 1178050"/>
              <a:gd name="connsiteX18" fmla="*/ 1288297 w 1345056"/>
              <a:gd name="connsiteY18" fmla="*/ 720725 h 1178050"/>
              <a:gd name="connsiteX19" fmla="*/ 1236439 w 1345056"/>
              <a:gd name="connsiteY19" fmla="*/ 710141 h 1178050"/>
              <a:gd name="connsiteX20" fmla="*/ 1173997 w 1345056"/>
              <a:gd name="connsiteY20" fmla="*/ 669924 h 1178050"/>
              <a:gd name="connsiteX21" fmla="*/ 1171879 w 1345056"/>
              <a:gd name="connsiteY21" fmla="*/ 713318 h 1178050"/>
              <a:gd name="connsiteX22" fmla="*/ 1178231 w 1345056"/>
              <a:gd name="connsiteY22" fmla="*/ 771526 h 1178050"/>
              <a:gd name="connsiteX23" fmla="*/ 1190931 w 1345056"/>
              <a:gd name="connsiteY23" fmla="*/ 846667 h 1178050"/>
              <a:gd name="connsiteX24" fmla="*/ 1212098 w 1345056"/>
              <a:gd name="connsiteY24" fmla="*/ 955675 h 1178050"/>
              <a:gd name="connsiteX25" fmla="*/ 1243847 w 1345056"/>
              <a:gd name="connsiteY25" fmla="*/ 1037168 h 1178050"/>
              <a:gd name="connsiteX26" fmla="*/ 1280890 w 1345056"/>
              <a:gd name="connsiteY26" fmla="*/ 1089025 h 1178050"/>
              <a:gd name="connsiteX27" fmla="*/ 1320046 w 1345056"/>
              <a:gd name="connsiteY27" fmla="*/ 1163108 h 1178050"/>
              <a:gd name="connsiteX28" fmla="*/ 1089331 w 1345056"/>
              <a:gd name="connsiteY28" fmla="*/ 1162050 h 1178050"/>
              <a:gd name="connsiteX29" fmla="*/ 842739 w 1345056"/>
              <a:gd name="connsiteY29" fmla="*/ 1177925 h 1178050"/>
              <a:gd name="connsiteX30" fmla="*/ 636364 w 1345056"/>
              <a:gd name="connsiteY30" fmla="*/ 1168400 h 1178050"/>
              <a:gd name="connsiteX31" fmla="*/ 363314 w 1345056"/>
              <a:gd name="connsiteY31" fmla="*/ 1149350 h 1178050"/>
              <a:gd name="connsiteX32" fmla="*/ 118839 w 1345056"/>
              <a:gd name="connsiteY32" fmla="*/ 1130300 h 1178050"/>
              <a:gd name="connsiteX33" fmla="*/ 69097 w 1345056"/>
              <a:gd name="connsiteY33" fmla="*/ 1108075 h 1178050"/>
              <a:gd name="connsiteX34" fmla="*/ 45814 w 1345056"/>
              <a:gd name="connsiteY34" fmla="*/ 1050925 h 1178050"/>
              <a:gd name="connsiteX35" fmla="*/ 33114 w 1345056"/>
              <a:gd name="connsiteY35" fmla="*/ 930275 h 1178050"/>
              <a:gd name="connsiteX36" fmla="*/ 17239 w 1345056"/>
              <a:gd name="connsiteY36" fmla="*/ 704850 h 1178050"/>
              <a:gd name="connsiteX37" fmla="*/ 7714 w 1345056"/>
              <a:gd name="connsiteY37" fmla="*/ 425450 h 1178050"/>
              <a:gd name="connsiteX38" fmla="*/ 4539 w 1345056"/>
              <a:gd name="connsiteY38" fmla="*/ 266700 h 1178050"/>
              <a:gd name="connsiteX39" fmla="*/ 2422 w 1345056"/>
              <a:gd name="connsiteY39" fmla="*/ 70908 h 1178050"/>
              <a:gd name="connsiteX40" fmla="*/ 46872 w 1345056"/>
              <a:gd name="connsiteY40" fmla="*/ 8467 h 1178050"/>
              <a:gd name="connsiteX0" fmla="*/ 46872 w 1350619"/>
              <a:gd name="connsiteY0" fmla="*/ 8467 h 1178050"/>
              <a:gd name="connsiteX1" fmla="*/ 391889 w 1350619"/>
              <a:gd name="connsiteY1" fmla="*/ 0 h 1178050"/>
              <a:gd name="connsiteX2" fmla="*/ 696689 w 1350619"/>
              <a:gd name="connsiteY2" fmla="*/ 0 h 1178050"/>
              <a:gd name="connsiteX3" fmla="*/ 1004664 w 1350619"/>
              <a:gd name="connsiteY3" fmla="*/ 9525 h 1178050"/>
              <a:gd name="connsiteX4" fmla="*/ 1182464 w 1350619"/>
              <a:gd name="connsiteY4" fmla="*/ 12700 h 1178050"/>
              <a:gd name="connsiteX5" fmla="*/ 1226914 w 1350619"/>
              <a:gd name="connsiteY5" fmla="*/ 12700 h 1178050"/>
              <a:gd name="connsiteX6" fmla="*/ 1223739 w 1350619"/>
              <a:gd name="connsiteY6" fmla="*/ 53975 h 1178050"/>
              <a:gd name="connsiteX7" fmla="*/ 1179289 w 1350619"/>
              <a:gd name="connsiteY7" fmla="*/ 139700 h 1178050"/>
              <a:gd name="connsiteX8" fmla="*/ 1147539 w 1350619"/>
              <a:gd name="connsiteY8" fmla="*/ 247650 h 1178050"/>
              <a:gd name="connsiteX9" fmla="*/ 1118964 w 1350619"/>
              <a:gd name="connsiteY9" fmla="*/ 342900 h 1178050"/>
              <a:gd name="connsiteX10" fmla="*/ 1114731 w 1350619"/>
              <a:gd name="connsiteY10" fmla="*/ 431800 h 1178050"/>
              <a:gd name="connsiteX11" fmla="*/ 1117906 w 1350619"/>
              <a:gd name="connsiteY11" fmla="*/ 501650 h 1178050"/>
              <a:gd name="connsiteX12" fmla="*/ 1195165 w 1350619"/>
              <a:gd name="connsiteY12" fmla="*/ 428626 h 1178050"/>
              <a:gd name="connsiteX13" fmla="*/ 1283005 w 1350619"/>
              <a:gd name="connsiteY13" fmla="*/ 427567 h 1178050"/>
              <a:gd name="connsiteX14" fmla="*/ 1317930 w 1350619"/>
              <a:gd name="connsiteY14" fmla="*/ 484717 h 1178050"/>
              <a:gd name="connsiteX15" fmla="*/ 1349681 w 1350619"/>
              <a:gd name="connsiteY15" fmla="*/ 551392 h 1178050"/>
              <a:gd name="connsiteX16" fmla="*/ 1340157 w 1350619"/>
              <a:gd name="connsiteY16" fmla="*/ 627592 h 1178050"/>
              <a:gd name="connsiteX17" fmla="*/ 1318989 w 1350619"/>
              <a:gd name="connsiteY17" fmla="*/ 692149 h 1178050"/>
              <a:gd name="connsiteX18" fmla="*/ 1288297 w 1350619"/>
              <a:gd name="connsiteY18" fmla="*/ 720725 h 1178050"/>
              <a:gd name="connsiteX19" fmla="*/ 1236439 w 1350619"/>
              <a:gd name="connsiteY19" fmla="*/ 710141 h 1178050"/>
              <a:gd name="connsiteX20" fmla="*/ 1173997 w 1350619"/>
              <a:gd name="connsiteY20" fmla="*/ 669924 h 1178050"/>
              <a:gd name="connsiteX21" fmla="*/ 1171879 w 1350619"/>
              <a:gd name="connsiteY21" fmla="*/ 713318 h 1178050"/>
              <a:gd name="connsiteX22" fmla="*/ 1178231 w 1350619"/>
              <a:gd name="connsiteY22" fmla="*/ 771526 h 1178050"/>
              <a:gd name="connsiteX23" fmla="*/ 1190931 w 1350619"/>
              <a:gd name="connsiteY23" fmla="*/ 846667 h 1178050"/>
              <a:gd name="connsiteX24" fmla="*/ 1212098 w 1350619"/>
              <a:gd name="connsiteY24" fmla="*/ 955675 h 1178050"/>
              <a:gd name="connsiteX25" fmla="*/ 1243847 w 1350619"/>
              <a:gd name="connsiteY25" fmla="*/ 1037168 h 1178050"/>
              <a:gd name="connsiteX26" fmla="*/ 1280890 w 1350619"/>
              <a:gd name="connsiteY26" fmla="*/ 1089025 h 1178050"/>
              <a:gd name="connsiteX27" fmla="*/ 1320046 w 1350619"/>
              <a:gd name="connsiteY27" fmla="*/ 1163108 h 1178050"/>
              <a:gd name="connsiteX28" fmla="*/ 1089331 w 1350619"/>
              <a:gd name="connsiteY28" fmla="*/ 1162050 h 1178050"/>
              <a:gd name="connsiteX29" fmla="*/ 842739 w 1350619"/>
              <a:gd name="connsiteY29" fmla="*/ 1177925 h 1178050"/>
              <a:gd name="connsiteX30" fmla="*/ 636364 w 1350619"/>
              <a:gd name="connsiteY30" fmla="*/ 1168400 h 1178050"/>
              <a:gd name="connsiteX31" fmla="*/ 363314 w 1350619"/>
              <a:gd name="connsiteY31" fmla="*/ 1149350 h 1178050"/>
              <a:gd name="connsiteX32" fmla="*/ 118839 w 1350619"/>
              <a:gd name="connsiteY32" fmla="*/ 1130300 h 1178050"/>
              <a:gd name="connsiteX33" fmla="*/ 69097 w 1350619"/>
              <a:gd name="connsiteY33" fmla="*/ 1108075 h 1178050"/>
              <a:gd name="connsiteX34" fmla="*/ 45814 w 1350619"/>
              <a:gd name="connsiteY34" fmla="*/ 1050925 h 1178050"/>
              <a:gd name="connsiteX35" fmla="*/ 33114 w 1350619"/>
              <a:gd name="connsiteY35" fmla="*/ 930275 h 1178050"/>
              <a:gd name="connsiteX36" fmla="*/ 17239 w 1350619"/>
              <a:gd name="connsiteY36" fmla="*/ 704850 h 1178050"/>
              <a:gd name="connsiteX37" fmla="*/ 7714 w 1350619"/>
              <a:gd name="connsiteY37" fmla="*/ 425450 h 1178050"/>
              <a:gd name="connsiteX38" fmla="*/ 4539 w 1350619"/>
              <a:gd name="connsiteY38" fmla="*/ 266700 h 1178050"/>
              <a:gd name="connsiteX39" fmla="*/ 2422 w 1350619"/>
              <a:gd name="connsiteY39" fmla="*/ 70908 h 1178050"/>
              <a:gd name="connsiteX40" fmla="*/ 46872 w 1350619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195165 w 1349941"/>
              <a:gd name="connsiteY12" fmla="*/ 428626 h 1178050"/>
              <a:gd name="connsiteX13" fmla="*/ 1283005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195165 w 1349941"/>
              <a:gd name="connsiteY12" fmla="*/ 428626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17906 w 1349941"/>
              <a:gd name="connsiteY11" fmla="*/ 501650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14731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189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47539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17928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23739 w 1349941"/>
              <a:gd name="connsiteY6" fmla="*/ 53975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40673 w 1349941"/>
              <a:gd name="connsiteY6" fmla="*/ 53975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26914 w 1349941"/>
              <a:gd name="connsiteY5" fmla="*/ 12700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48081 w 1349941"/>
              <a:gd name="connsiteY5" fmla="*/ 12700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80890 w 1349941"/>
              <a:gd name="connsiteY26" fmla="*/ 1089025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320046 w 1349941"/>
              <a:gd name="connsiteY27" fmla="*/ 1163108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96762 w 1349941"/>
              <a:gd name="connsiteY27" fmla="*/ 1154641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293588 w 1349941"/>
              <a:gd name="connsiteY13" fmla="*/ 42756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88295 w 1349941"/>
              <a:gd name="connsiteY27" fmla="*/ 1152525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941"/>
              <a:gd name="connsiteY0" fmla="*/ 8467 h 1178050"/>
              <a:gd name="connsiteX1" fmla="*/ 391889 w 1349941"/>
              <a:gd name="connsiteY1" fmla="*/ 0 h 1178050"/>
              <a:gd name="connsiteX2" fmla="*/ 696689 w 1349941"/>
              <a:gd name="connsiteY2" fmla="*/ 0 h 1178050"/>
              <a:gd name="connsiteX3" fmla="*/ 1004664 w 1349941"/>
              <a:gd name="connsiteY3" fmla="*/ 9525 h 1178050"/>
              <a:gd name="connsiteX4" fmla="*/ 1182464 w 1349941"/>
              <a:gd name="connsiteY4" fmla="*/ 12700 h 1178050"/>
              <a:gd name="connsiteX5" fmla="*/ 1260781 w 1349941"/>
              <a:gd name="connsiteY5" fmla="*/ 14817 h 1178050"/>
              <a:gd name="connsiteX6" fmla="*/ 1249139 w 1349941"/>
              <a:gd name="connsiteY6" fmla="*/ 51859 h 1178050"/>
              <a:gd name="connsiteX7" fmla="*/ 1211039 w 1349941"/>
              <a:gd name="connsiteY7" fmla="*/ 139700 h 1178050"/>
              <a:gd name="connsiteX8" fmla="*/ 1170823 w 1349941"/>
              <a:gd name="connsiteY8" fmla="*/ 247650 h 1178050"/>
              <a:gd name="connsiteX9" fmla="*/ 1144364 w 1349941"/>
              <a:gd name="connsiteY9" fmla="*/ 342900 h 1178050"/>
              <a:gd name="connsiteX10" fmla="*/ 1142248 w 1349941"/>
              <a:gd name="connsiteY10" fmla="*/ 431800 h 1178050"/>
              <a:gd name="connsiteX11" fmla="*/ 1158123 w 1349941"/>
              <a:gd name="connsiteY11" fmla="*/ 505883 h 1178050"/>
              <a:gd name="connsiteX12" fmla="*/ 1220565 w 1349941"/>
              <a:gd name="connsiteY12" fmla="*/ 439210 h 1178050"/>
              <a:gd name="connsiteX13" fmla="*/ 1304171 w 1349941"/>
              <a:gd name="connsiteY13" fmla="*/ 433917 h 1178050"/>
              <a:gd name="connsiteX14" fmla="*/ 1330630 w 1349941"/>
              <a:gd name="connsiteY14" fmla="*/ 484717 h 1178050"/>
              <a:gd name="connsiteX15" fmla="*/ 1349681 w 1349941"/>
              <a:gd name="connsiteY15" fmla="*/ 551392 h 1178050"/>
              <a:gd name="connsiteX16" fmla="*/ 1340157 w 1349941"/>
              <a:gd name="connsiteY16" fmla="*/ 627592 h 1178050"/>
              <a:gd name="connsiteX17" fmla="*/ 1318989 w 1349941"/>
              <a:gd name="connsiteY17" fmla="*/ 692149 h 1178050"/>
              <a:gd name="connsiteX18" fmla="*/ 1288297 w 1349941"/>
              <a:gd name="connsiteY18" fmla="*/ 720725 h 1178050"/>
              <a:gd name="connsiteX19" fmla="*/ 1236439 w 1349941"/>
              <a:gd name="connsiteY19" fmla="*/ 710141 h 1178050"/>
              <a:gd name="connsiteX20" fmla="*/ 1173997 w 1349941"/>
              <a:gd name="connsiteY20" fmla="*/ 669924 h 1178050"/>
              <a:gd name="connsiteX21" fmla="*/ 1171879 w 1349941"/>
              <a:gd name="connsiteY21" fmla="*/ 713318 h 1178050"/>
              <a:gd name="connsiteX22" fmla="*/ 1178231 w 1349941"/>
              <a:gd name="connsiteY22" fmla="*/ 771526 h 1178050"/>
              <a:gd name="connsiteX23" fmla="*/ 1190931 w 1349941"/>
              <a:gd name="connsiteY23" fmla="*/ 846667 h 1178050"/>
              <a:gd name="connsiteX24" fmla="*/ 1212098 w 1349941"/>
              <a:gd name="connsiteY24" fmla="*/ 955675 h 1178050"/>
              <a:gd name="connsiteX25" fmla="*/ 1243847 w 1349941"/>
              <a:gd name="connsiteY25" fmla="*/ 1037168 h 1178050"/>
              <a:gd name="connsiteX26" fmla="*/ 1266073 w 1349941"/>
              <a:gd name="connsiteY26" fmla="*/ 1086909 h 1178050"/>
              <a:gd name="connsiteX27" fmla="*/ 1288295 w 1349941"/>
              <a:gd name="connsiteY27" fmla="*/ 1152525 h 1178050"/>
              <a:gd name="connsiteX28" fmla="*/ 1089331 w 1349941"/>
              <a:gd name="connsiteY28" fmla="*/ 1162050 h 1178050"/>
              <a:gd name="connsiteX29" fmla="*/ 842739 w 1349941"/>
              <a:gd name="connsiteY29" fmla="*/ 1177925 h 1178050"/>
              <a:gd name="connsiteX30" fmla="*/ 636364 w 1349941"/>
              <a:gd name="connsiteY30" fmla="*/ 1168400 h 1178050"/>
              <a:gd name="connsiteX31" fmla="*/ 363314 w 1349941"/>
              <a:gd name="connsiteY31" fmla="*/ 1149350 h 1178050"/>
              <a:gd name="connsiteX32" fmla="*/ 118839 w 1349941"/>
              <a:gd name="connsiteY32" fmla="*/ 1130300 h 1178050"/>
              <a:gd name="connsiteX33" fmla="*/ 69097 w 1349941"/>
              <a:gd name="connsiteY33" fmla="*/ 1108075 h 1178050"/>
              <a:gd name="connsiteX34" fmla="*/ 45814 w 1349941"/>
              <a:gd name="connsiteY34" fmla="*/ 1050925 h 1178050"/>
              <a:gd name="connsiteX35" fmla="*/ 33114 w 1349941"/>
              <a:gd name="connsiteY35" fmla="*/ 930275 h 1178050"/>
              <a:gd name="connsiteX36" fmla="*/ 17239 w 1349941"/>
              <a:gd name="connsiteY36" fmla="*/ 704850 h 1178050"/>
              <a:gd name="connsiteX37" fmla="*/ 7714 w 1349941"/>
              <a:gd name="connsiteY37" fmla="*/ 425450 h 1178050"/>
              <a:gd name="connsiteX38" fmla="*/ 4539 w 1349941"/>
              <a:gd name="connsiteY38" fmla="*/ 266700 h 1178050"/>
              <a:gd name="connsiteX39" fmla="*/ 2422 w 1349941"/>
              <a:gd name="connsiteY39" fmla="*/ 70908 h 1178050"/>
              <a:gd name="connsiteX40" fmla="*/ 46872 w 1349941"/>
              <a:gd name="connsiteY40" fmla="*/ 8467 h 1178050"/>
              <a:gd name="connsiteX0" fmla="*/ 46872 w 1349685"/>
              <a:gd name="connsiteY0" fmla="*/ 8467 h 1178050"/>
              <a:gd name="connsiteX1" fmla="*/ 391889 w 1349685"/>
              <a:gd name="connsiteY1" fmla="*/ 0 h 1178050"/>
              <a:gd name="connsiteX2" fmla="*/ 696689 w 1349685"/>
              <a:gd name="connsiteY2" fmla="*/ 0 h 1178050"/>
              <a:gd name="connsiteX3" fmla="*/ 1004664 w 1349685"/>
              <a:gd name="connsiteY3" fmla="*/ 9525 h 1178050"/>
              <a:gd name="connsiteX4" fmla="*/ 1182464 w 1349685"/>
              <a:gd name="connsiteY4" fmla="*/ 12700 h 1178050"/>
              <a:gd name="connsiteX5" fmla="*/ 1260781 w 1349685"/>
              <a:gd name="connsiteY5" fmla="*/ 14817 h 1178050"/>
              <a:gd name="connsiteX6" fmla="*/ 1249139 w 1349685"/>
              <a:gd name="connsiteY6" fmla="*/ 51859 h 1178050"/>
              <a:gd name="connsiteX7" fmla="*/ 1211039 w 1349685"/>
              <a:gd name="connsiteY7" fmla="*/ 139700 h 1178050"/>
              <a:gd name="connsiteX8" fmla="*/ 1170823 w 1349685"/>
              <a:gd name="connsiteY8" fmla="*/ 247650 h 1178050"/>
              <a:gd name="connsiteX9" fmla="*/ 1144364 w 1349685"/>
              <a:gd name="connsiteY9" fmla="*/ 342900 h 1178050"/>
              <a:gd name="connsiteX10" fmla="*/ 1142248 w 1349685"/>
              <a:gd name="connsiteY10" fmla="*/ 431800 h 1178050"/>
              <a:gd name="connsiteX11" fmla="*/ 1158123 w 1349685"/>
              <a:gd name="connsiteY11" fmla="*/ 505883 h 1178050"/>
              <a:gd name="connsiteX12" fmla="*/ 1220565 w 1349685"/>
              <a:gd name="connsiteY12" fmla="*/ 439210 h 1178050"/>
              <a:gd name="connsiteX13" fmla="*/ 1304171 w 1349685"/>
              <a:gd name="connsiteY13" fmla="*/ 433917 h 1178050"/>
              <a:gd name="connsiteX14" fmla="*/ 1339096 w 1349685"/>
              <a:gd name="connsiteY14" fmla="*/ 482600 h 1178050"/>
              <a:gd name="connsiteX15" fmla="*/ 1349681 w 1349685"/>
              <a:gd name="connsiteY15" fmla="*/ 551392 h 1178050"/>
              <a:gd name="connsiteX16" fmla="*/ 1340157 w 1349685"/>
              <a:gd name="connsiteY16" fmla="*/ 627592 h 1178050"/>
              <a:gd name="connsiteX17" fmla="*/ 1318989 w 1349685"/>
              <a:gd name="connsiteY17" fmla="*/ 692149 h 1178050"/>
              <a:gd name="connsiteX18" fmla="*/ 1288297 w 1349685"/>
              <a:gd name="connsiteY18" fmla="*/ 720725 h 1178050"/>
              <a:gd name="connsiteX19" fmla="*/ 1236439 w 1349685"/>
              <a:gd name="connsiteY19" fmla="*/ 710141 h 1178050"/>
              <a:gd name="connsiteX20" fmla="*/ 1173997 w 1349685"/>
              <a:gd name="connsiteY20" fmla="*/ 669924 h 1178050"/>
              <a:gd name="connsiteX21" fmla="*/ 1171879 w 1349685"/>
              <a:gd name="connsiteY21" fmla="*/ 713318 h 1178050"/>
              <a:gd name="connsiteX22" fmla="*/ 1178231 w 1349685"/>
              <a:gd name="connsiteY22" fmla="*/ 771526 h 1178050"/>
              <a:gd name="connsiteX23" fmla="*/ 1190931 w 1349685"/>
              <a:gd name="connsiteY23" fmla="*/ 846667 h 1178050"/>
              <a:gd name="connsiteX24" fmla="*/ 1212098 w 1349685"/>
              <a:gd name="connsiteY24" fmla="*/ 955675 h 1178050"/>
              <a:gd name="connsiteX25" fmla="*/ 1243847 w 1349685"/>
              <a:gd name="connsiteY25" fmla="*/ 1037168 h 1178050"/>
              <a:gd name="connsiteX26" fmla="*/ 1266073 w 1349685"/>
              <a:gd name="connsiteY26" fmla="*/ 1086909 h 1178050"/>
              <a:gd name="connsiteX27" fmla="*/ 1288295 w 1349685"/>
              <a:gd name="connsiteY27" fmla="*/ 1152525 h 1178050"/>
              <a:gd name="connsiteX28" fmla="*/ 1089331 w 1349685"/>
              <a:gd name="connsiteY28" fmla="*/ 1162050 h 1178050"/>
              <a:gd name="connsiteX29" fmla="*/ 842739 w 1349685"/>
              <a:gd name="connsiteY29" fmla="*/ 1177925 h 1178050"/>
              <a:gd name="connsiteX30" fmla="*/ 636364 w 1349685"/>
              <a:gd name="connsiteY30" fmla="*/ 1168400 h 1178050"/>
              <a:gd name="connsiteX31" fmla="*/ 363314 w 1349685"/>
              <a:gd name="connsiteY31" fmla="*/ 1149350 h 1178050"/>
              <a:gd name="connsiteX32" fmla="*/ 118839 w 1349685"/>
              <a:gd name="connsiteY32" fmla="*/ 1130300 h 1178050"/>
              <a:gd name="connsiteX33" fmla="*/ 69097 w 1349685"/>
              <a:gd name="connsiteY33" fmla="*/ 1108075 h 1178050"/>
              <a:gd name="connsiteX34" fmla="*/ 45814 w 1349685"/>
              <a:gd name="connsiteY34" fmla="*/ 1050925 h 1178050"/>
              <a:gd name="connsiteX35" fmla="*/ 33114 w 1349685"/>
              <a:gd name="connsiteY35" fmla="*/ 930275 h 1178050"/>
              <a:gd name="connsiteX36" fmla="*/ 17239 w 1349685"/>
              <a:gd name="connsiteY36" fmla="*/ 704850 h 1178050"/>
              <a:gd name="connsiteX37" fmla="*/ 7714 w 1349685"/>
              <a:gd name="connsiteY37" fmla="*/ 425450 h 1178050"/>
              <a:gd name="connsiteX38" fmla="*/ 4539 w 1349685"/>
              <a:gd name="connsiteY38" fmla="*/ 266700 h 1178050"/>
              <a:gd name="connsiteX39" fmla="*/ 2422 w 1349685"/>
              <a:gd name="connsiteY39" fmla="*/ 70908 h 1178050"/>
              <a:gd name="connsiteX40" fmla="*/ 46872 w 1349685"/>
              <a:gd name="connsiteY40" fmla="*/ 8467 h 1178050"/>
              <a:gd name="connsiteX0" fmla="*/ 46872 w 1353174"/>
              <a:gd name="connsiteY0" fmla="*/ 8467 h 1178050"/>
              <a:gd name="connsiteX1" fmla="*/ 391889 w 1353174"/>
              <a:gd name="connsiteY1" fmla="*/ 0 h 1178050"/>
              <a:gd name="connsiteX2" fmla="*/ 696689 w 1353174"/>
              <a:gd name="connsiteY2" fmla="*/ 0 h 1178050"/>
              <a:gd name="connsiteX3" fmla="*/ 1004664 w 1353174"/>
              <a:gd name="connsiteY3" fmla="*/ 9525 h 1178050"/>
              <a:gd name="connsiteX4" fmla="*/ 1182464 w 1353174"/>
              <a:gd name="connsiteY4" fmla="*/ 12700 h 1178050"/>
              <a:gd name="connsiteX5" fmla="*/ 1260781 w 1353174"/>
              <a:gd name="connsiteY5" fmla="*/ 14817 h 1178050"/>
              <a:gd name="connsiteX6" fmla="*/ 1249139 w 1353174"/>
              <a:gd name="connsiteY6" fmla="*/ 51859 h 1178050"/>
              <a:gd name="connsiteX7" fmla="*/ 1211039 w 1353174"/>
              <a:gd name="connsiteY7" fmla="*/ 139700 h 1178050"/>
              <a:gd name="connsiteX8" fmla="*/ 1170823 w 1353174"/>
              <a:gd name="connsiteY8" fmla="*/ 247650 h 1178050"/>
              <a:gd name="connsiteX9" fmla="*/ 1144364 w 1353174"/>
              <a:gd name="connsiteY9" fmla="*/ 342900 h 1178050"/>
              <a:gd name="connsiteX10" fmla="*/ 1142248 w 1353174"/>
              <a:gd name="connsiteY10" fmla="*/ 431800 h 1178050"/>
              <a:gd name="connsiteX11" fmla="*/ 1158123 w 1353174"/>
              <a:gd name="connsiteY11" fmla="*/ 505883 h 1178050"/>
              <a:gd name="connsiteX12" fmla="*/ 1220565 w 1353174"/>
              <a:gd name="connsiteY12" fmla="*/ 439210 h 1178050"/>
              <a:gd name="connsiteX13" fmla="*/ 1304171 w 1353174"/>
              <a:gd name="connsiteY13" fmla="*/ 433917 h 1178050"/>
              <a:gd name="connsiteX14" fmla="*/ 1339096 w 1353174"/>
              <a:gd name="connsiteY14" fmla="*/ 482600 h 1178050"/>
              <a:gd name="connsiteX15" fmla="*/ 1349681 w 1353174"/>
              <a:gd name="connsiteY15" fmla="*/ 551392 h 1178050"/>
              <a:gd name="connsiteX16" fmla="*/ 1350740 w 1353174"/>
              <a:gd name="connsiteY16" fmla="*/ 633942 h 1178050"/>
              <a:gd name="connsiteX17" fmla="*/ 1318989 w 1353174"/>
              <a:gd name="connsiteY17" fmla="*/ 692149 h 1178050"/>
              <a:gd name="connsiteX18" fmla="*/ 1288297 w 1353174"/>
              <a:gd name="connsiteY18" fmla="*/ 720725 h 1178050"/>
              <a:gd name="connsiteX19" fmla="*/ 1236439 w 1353174"/>
              <a:gd name="connsiteY19" fmla="*/ 710141 h 1178050"/>
              <a:gd name="connsiteX20" fmla="*/ 1173997 w 1353174"/>
              <a:gd name="connsiteY20" fmla="*/ 669924 h 1178050"/>
              <a:gd name="connsiteX21" fmla="*/ 1171879 w 1353174"/>
              <a:gd name="connsiteY21" fmla="*/ 713318 h 1178050"/>
              <a:gd name="connsiteX22" fmla="*/ 1178231 w 1353174"/>
              <a:gd name="connsiteY22" fmla="*/ 771526 h 1178050"/>
              <a:gd name="connsiteX23" fmla="*/ 1190931 w 1353174"/>
              <a:gd name="connsiteY23" fmla="*/ 846667 h 1178050"/>
              <a:gd name="connsiteX24" fmla="*/ 1212098 w 1353174"/>
              <a:gd name="connsiteY24" fmla="*/ 955675 h 1178050"/>
              <a:gd name="connsiteX25" fmla="*/ 1243847 w 1353174"/>
              <a:gd name="connsiteY25" fmla="*/ 1037168 h 1178050"/>
              <a:gd name="connsiteX26" fmla="*/ 1266073 w 1353174"/>
              <a:gd name="connsiteY26" fmla="*/ 1086909 h 1178050"/>
              <a:gd name="connsiteX27" fmla="*/ 1288295 w 1353174"/>
              <a:gd name="connsiteY27" fmla="*/ 1152525 h 1178050"/>
              <a:gd name="connsiteX28" fmla="*/ 1089331 w 1353174"/>
              <a:gd name="connsiteY28" fmla="*/ 1162050 h 1178050"/>
              <a:gd name="connsiteX29" fmla="*/ 842739 w 1353174"/>
              <a:gd name="connsiteY29" fmla="*/ 1177925 h 1178050"/>
              <a:gd name="connsiteX30" fmla="*/ 636364 w 1353174"/>
              <a:gd name="connsiteY30" fmla="*/ 1168400 h 1178050"/>
              <a:gd name="connsiteX31" fmla="*/ 363314 w 1353174"/>
              <a:gd name="connsiteY31" fmla="*/ 1149350 h 1178050"/>
              <a:gd name="connsiteX32" fmla="*/ 118839 w 1353174"/>
              <a:gd name="connsiteY32" fmla="*/ 1130300 h 1178050"/>
              <a:gd name="connsiteX33" fmla="*/ 69097 w 1353174"/>
              <a:gd name="connsiteY33" fmla="*/ 1108075 h 1178050"/>
              <a:gd name="connsiteX34" fmla="*/ 45814 w 1353174"/>
              <a:gd name="connsiteY34" fmla="*/ 1050925 h 1178050"/>
              <a:gd name="connsiteX35" fmla="*/ 33114 w 1353174"/>
              <a:gd name="connsiteY35" fmla="*/ 930275 h 1178050"/>
              <a:gd name="connsiteX36" fmla="*/ 17239 w 1353174"/>
              <a:gd name="connsiteY36" fmla="*/ 704850 h 1178050"/>
              <a:gd name="connsiteX37" fmla="*/ 7714 w 1353174"/>
              <a:gd name="connsiteY37" fmla="*/ 425450 h 1178050"/>
              <a:gd name="connsiteX38" fmla="*/ 4539 w 1353174"/>
              <a:gd name="connsiteY38" fmla="*/ 266700 h 1178050"/>
              <a:gd name="connsiteX39" fmla="*/ 2422 w 1353174"/>
              <a:gd name="connsiteY39" fmla="*/ 70908 h 1178050"/>
              <a:gd name="connsiteX40" fmla="*/ 46872 w 1353174"/>
              <a:gd name="connsiteY40" fmla="*/ 8467 h 1178050"/>
              <a:gd name="connsiteX0" fmla="*/ 46872 w 1351924"/>
              <a:gd name="connsiteY0" fmla="*/ 8467 h 1178050"/>
              <a:gd name="connsiteX1" fmla="*/ 391889 w 1351924"/>
              <a:gd name="connsiteY1" fmla="*/ 0 h 1178050"/>
              <a:gd name="connsiteX2" fmla="*/ 696689 w 1351924"/>
              <a:gd name="connsiteY2" fmla="*/ 0 h 1178050"/>
              <a:gd name="connsiteX3" fmla="*/ 1004664 w 1351924"/>
              <a:gd name="connsiteY3" fmla="*/ 9525 h 1178050"/>
              <a:gd name="connsiteX4" fmla="*/ 1182464 w 1351924"/>
              <a:gd name="connsiteY4" fmla="*/ 12700 h 1178050"/>
              <a:gd name="connsiteX5" fmla="*/ 1260781 w 1351924"/>
              <a:gd name="connsiteY5" fmla="*/ 14817 h 1178050"/>
              <a:gd name="connsiteX6" fmla="*/ 1249139 w 1351924"/>
              <a:gd name="connsiteY6" fmla="*/ 51859 h 1178050"/>
              <a:gd name="connsiteX7" fmla="*/ 1211039 w 1351924"/>
              <a:gd name="connsiteY7" fmla="*/ 139700 h 1178050"/>
              <a:gd name="connsiteX8" fmla="*/ 1170823 w 1351924"/>
              <a:gd name="connsiteY8" fmla="*/ 247650 h 1178050"/>
              <a:gd name="connsiteX9" fmla="*/ 1144364 w 1351924"/>
              <a:gd name="connsiteY9" fmla="*/ 342900 h 1178050"/>
              <a:gd name="connsiteX10" fmla="*/ 1142248 w 1351924"/>
              <a:gd name="connsiteY10" fmla="*/ 431800 h 1178050"/>
              <a:gd name="connsiteX11" fmla="*/ 1158123 w 1351924"/>
              <a:gd name="connsiteY11" fmla="*/ 505883 h 1178050"/>
              <a:gd name="connsiteX12" fmla="*/ 1220565 w 1351924"/>
              <a:gd name="connsiteY12" fmla="*/ 439210 h 1178050"/>
              <a:gd name="connsiteX13" fmla="*/ 1304171 w 1351924"/>
              <a:gd name="connsiteY13" fmla="*/ 433917 h 1178050"/>
              <a:gd name="connsiteX14" fmla="*/ 1339096 w 1351924"/>
              <a:gd name="connsiteY14" fmla="*/ 482600 h 1178050"/>
              <a:gd name="connsiteX15" fmla="*/ 1349681 w 1351924"/>
              <a:gd name="connsiteY15" fmla="*/ 551392 h 1178050"/>
              <a:gd name="connsiteX16" fmla="*/ 1350740 w 1351924"/>
              <a:gd name="connsiteY16" fmla="*/ 633942 h 1178050"/>
              <a:gd name="connsiteX17" fmla="*/ 1335922 w 1351924"/>
              <a:gd name="connsiteY17" fmla="*/ 698499 h 1178050"/>
              <a:gd name="connsiteX18" fmla="*/ 1288297 w 1351924"/>
              <a:gd name="connsiteY18" fmla="*/ 720725 h 1178050"/>
              <a:gd name="connsiteX19" fmla="*/ 1236439 w 1351924"/>
              <a:gd name="connsiteY19" fmla="*/ 710141 h 1178050"/>
              <a:gd name="connsiteX20" fmla="*/ 1173997 w 1351924"/>
              <a:gd name="connsiteY20" fmla="*/ 669924 h 1178050"/>
              <a:gd name="connsiteX21" fmla="*/ 1171879 w 1351924"/>
              <a:gd name="connsiteY21" fmla="*/ 713318 h 1178050"/>
              <a:gd name="connsiteX22" fmla="*/ 1178231 w 1351924"/>
              <a:gd name="connsiteY22" fmla="*/ 771526 h 1178050"/>
              <a:gd name="connsiteX23" fmla="*/ 1190931 w 1351924"/>
              <a:gd name="connsiteY23" fmla="*/ 846667 h 1178050"/>
              <a:gd name="connsiteX24" fmla="*/ 1212098 w 1351924"/>
              <a:gd name="connsiteY24" fmla="*/ 955675 h 1178050"/>
              <a:gd name="connsiteX25" fmla="*/ 1243847 w 1351924"/>
              <a:gd name="connsiteY25" fmla="*/ 1037168 h 1178050"/>
              <a:gd name="connsiteX26" fmla="*/ 1266073 w 1351924"/>
              <a:gd name="connsiteY26" fmla="*/ 1086909 h 1178050"/>
              <a:gd name="connsiteX27" fmla="*/ 1288295 w 1351924"/>
              <a:gd name="connsiteY27" fmla="*/ 1152525 h 1178050"/>
              <a:gd name="connsiteX28" fmla="*/ 1089331 w 1351924"/>
              <a:gd name="connsiteY28" fmla="*/ 1162050 h 1178050"/>
              <a:gd name="connsiteX29" fmla="*/ 842739 w 1351924"/>
              <a:gd name="connsiteY29" fmla="*/ 1177925 h 1178050"/>
              <a:gd name="connsiteX30" fmla="*/ 636364 w 1351924"/>
              <a:gd name="connsiteY30" fmla="*/ 1168400 h 1178050"/>
              <a:gd name="connsiteX31" fmla="*/ 363314 w 1351924"/>
              <a:gd name="connsiteY31" fmla="*/ 1149350 h 1178050"/>
              <a:gd name="connsiteX32" fmla="*/ 118839 w 1351924"/>
              <a:gd name="connsiteY32" fmla="*/ 1130300 h 1178050"/>
              <a:gd name="connsiteX33" fmla="*/ 69097 w 1351924"/>
              <a:gd name="connsiteY33" fmla="*/ 1108075 h 1178050"/>
              <a:gd name="connsiteX34" fmla="*/ 45814 w 1351924"/>
              <a:gd name="connsiteY34" fmla="*/ 1050925 h 1178050"/>
              <a:gd name="connsiteX35" fmla="*/ 33114 w 1351924"/>
              <a:gd name="connsiteY35" fmla="*/ 930275 h 1178050"/>
              <a:gd name="connsiteX36" fmla="*/ 17239 w 1351924"/>
              <a:gd name="connsiteY36" fmla="*/ 704850 h 1178050"/>
              <a:gd name="connsiteX37" fmla="*/ 7714 w 1351924"/>
              <a:gd name="connsiteY37" fmla="*/ 425450 h 1178050"/>
              <a:gd name="connsiteX38" fmla="*/ 4539 w 1351924"/>
              <a:gd name="connsiteY38" fmla="*/ 266700 h 1178050"/>
              <a:gd name="connsiteX39" fmla="*/ 2422 w 1351924"/>
              <a:gd name="connsiteY39" fmla="*/ 70908 h 1178050"/>
              <a:gd name="connsiteX40" fmla="*/ 46872 w 1351924"/>
              <a:gd name="connsiteY40" fmla="*/ 8467 h 1178050"/>
              <a:gd name="connsiteX0" fmla="*/ 46872 w 1364725"/>
              <a:gd name="connsiteY0" fmla="*/ 8467 h 1178050"/>
              <a:gd name="connsiteX1" fmla="*/ 391889 w 1364725"/>
              <a:gd name="connsiteY1" fmla="*/ 0 h 1178050"/>
              <a:gd name="connsiteX2" fmla="*/ 696689 w 1364725"/>
              <a:gd name="connsiteY2" fmla="*/ 0 h 1178050"/>
              <a:gd name="connsiteX3" fmla="*/ 1004664 w 1364725"/>
              <a:gd name="connsiteY3" fmla="*/ 9525 h 1178050"/>
              <a:gd name="connsiteX4" fmla="*/ 1182464 w 1364725"/>
              <a:gd name="connsiteY4" fmla="*/ 12700 h 1178050"/>
              <a:gd name="connsiteX5" fmla="*/ 1260781 w 1364725"/>
              <a:gd name="connsiteY5" fmla="*/ 14817 h 1178050"/>
              <a:gd name="connsiteX6" fmla="*/ 1249139 w 1364725"/>
              <a:gd name="connsiteY6" fmla="*/ 51859 h 1178050"/>
              <a:gd name="connsiteX7" fmla="*/ 1211039 w 1364725"/>
              <a:gd name="connsiteY7" fmla="*/ 139700 h 1178050"/>
              <a:gd name="connsiteX8" fmla="*/ 1170823 w 1364725"/>
              <a:gd name="connsiteY8" fmla="*/ 247650 h 1178050"/>
              <a:gd name="connsiteX9" fmla="*/ 1144364 w 1364725"/>
              <a:gd name="connsiteY9" fmla="*/ 342900 h 1178050"/>
              <a:gd name="connsiteX10" fmla="*/ 1142248 w 1364725"/>
              <a:gd name="connsiteY10" fmla="*/ 431800 h 1178050"/>
              <a:gd name="connsiteX11" fmla="*/ 1158123 w 1364725"/>
              <a:gd name="connsiteY11" fmla="*/ 505883 h 1178050"/>
              <a:gd name="connsiteX12" fmla="*/ 1220565 w 1364725"/>
              <a:gd name="connsiteY12" fmla="*/ 439210 h 1178050"/>
              <a:gd name="connsiteX13" fmla="*/ 1304171 w 1364725"/>
              <a:gd name="connsiteY13" fmla="*/ 433917 h 1178050"/>
              <a:gd name="connsiteX14" fmla="*/ 1339096 w 1364725"/>
              <a:gd name="connsiteY14" fmla="*/ 482600 h 1178050"/>
              <a:gd name="connsiteX15" fmla="*/ 1364497 w 1364725"/>
              <a:gd name="connsiteY15" fmla="*/ 551392 h 1178050"/>
              <a:gd name="connsiteX16" fmla="*/ 1350740 w 1364725"/>
              <a:gd name="connsiteY16" fmla="*/ 633942 h 1178050"/>
              <a:gd name="connsiteX17" fmla="*/ 1335922 w 1364725"/>
              <a:gd name="connsiteY17" fmla="*/ 698499 h 1178050"/>
              <a:gd name="connsiteX18" fmla="*/ 1288297 w 1364725"/>
              <a:gd name="connsiteY18" fmla="*/ 720725 h 1178050"/>
              <a:gd name="connsiteX19" fmla="*/ 1236439 w 1364725"/>
              <a:gd name="connsiteY19" fmla="*/ 710141 h 1178050"/>
              <a:gd name="connsiteX20" fmla="*/ 1173997 w 1364725"/>
              <a:gd name="connsiteY20" fmla="*/ 669924 h 1178050"/>
              <a:gd name="connsiteX21" fmla="*/ 1171879 w 1364725"/>
              <a:gd name="connsiteY21" fmla="*/ 713318 h 1178050"/>
              <a:gd name="connsiteX22" fmla="*/ 1178231 w 1364725"/>
              <a:gd name="connsiteY22" fmla="*/ 771526 h 1178050"/>
              <a:gd name="connsiteX23" fmla="*/ 1190931 w 1364725"/>
              <a:gd name="connsiteY23" fmla="*/ 846667 h 1178050"/>
              <a:gd name="connsiteX24" fmla="*/ 1212098 w 1364725"/>
              <a:gd name="connsiteY24" fmla="*/ 955675 h 1178050"/>
              <a:gd name="connsiteX25" fmla="*/ 1243847 w 1364725"/>
              <a:gd name="connsiteY25" fmla="*/ 1037168 h 1178050"/>
              <a:gd name="connsiteX26" fmla="*/ 1266073 w 1364725"/>
              <a:gd name="connsiteY26" fmla="*/ 1086909 h 1178050"/>
              <a:gd name="connsiteX27" fmla="*/ 1288295 w 1364725"/>
              <a:gd name="connsiteY27" fmla="*/ 1152525 h 1178050"/>
              <a:gd name="connsiteX28" fmla="*/ 1089331 w 1364725"/>
              <a:gd name="connsiteY28" fmla="*/ 1162050 h 1178050"/>
              <a:gd name="connsiteX29" fmla="*/ 842739 w 1364725"/>
              <a:gd name="connsiteY29" fmla="*/ 1177925 h 1178050"/>
              <a:gd name="connsiteX30" fmla="*/ 636364 w 1364725"/>
              <a:gd name="connsiteY30" fmla="*/ 1168400 h 1178050"/>
              <a:gd name="connsiteX31" fmla="*/ 363314 w 1364725"/>
              <a:gd name="connsiteY31" fmla="*/ 1149350 h 1178050"/>
              <a:gd name="connsiteX32" fmla="*/ 118839 w 1364725"/>
              <a:gd name="connsiteY32" fmla="*/ 1130300 h 1178050"/>
              <a:gd name="connsiteX33" fmla="*/ 69097 w 1364725"/>
              <a:gd name="connsiteY33" fmla="*/ 1108075 h 1178050"/>
              <a:gd name="connsiteX34" fmla="*/ 45814 w 1364725"/>
              <a:gd name="connsiteY34" fmla="*/ 1050925 h 1178050"/>
              <a:gd name="connsiteX35" fmla="*/ 33114 w 1364725"/>
              <a:gd name="connsiteY35" fmla="*/ 930275 h 1178050"/>
              <a:gd name="connsiteX36" fmla="*/ 17239 w 1364725"/>
              <a:gd name="connsiteY36" fmla="*/ 704850 h 1178050"/>
              <a:gd name="connsiteX37" fmla="*/ 7714 w 1364725"/>
              <a:gd name="connsiteY37" fmla="*/ 425450 h 1178050"/>
              <a:gd name="connsiteX38" fmla="*/ 4539 w 1364725"/>
              <a:gd name="connsiteY38" fmla="*/ 266700 h 1178050"/>
              <a:gd name="connsiteX39" fmla="*/ 2422 w 1364725"/>
              <a:gd name="connsiteY39" fmla="*/ 70908 h 1178050"/>
              <a:gd name="connsiteX40" fmla="*/ 46872 w 1364725"/>
              <a:gd name="connsiteY40" fmla="*/ 8467 h 1178050"/>
              <a:gd name="connsiteX0" fmla="*/ 46872 w 1364552"/>
              <a:gd name="connsiteY0" fmla="*/ 8467 h 1178050"/>
              <a:gd name="connsiteX1" fmla="*/ 391889 w 1364552"/>
              <a:gd name="connsiteY1" fmla="*/ 0 h 1178050"/>
              <a:gd name="connsiteX2" fmla="*/ 696689 w 1364552"/>
              <a:gd name="connsiteY2" fmla="*/ 0 h 1178050"/>
              <a:gd name="connsiteX3" fmla="*/ 1004664 w 1364552"/>
              <a:gd name="connsiteY3" fmla="*/ 9525 h 1178050"/>
              <a:gd name="connsiteX4" fmla="*/ 1182464 w 1364552"/>
              <a:gd name="connsiteY4" fmla="*/ 12700 h 1178050"/>
              <a:gd name="connsiteX5" fmla="*/ 1260781 w 1364552"/>
              <a:gd name="connsiteY5" fmla="*/ 14817 h 1178050"/>
              <a:gd name="connsiteX6" fmla="*/ 1249139 w 1364552"/>
              <a:gd name="connsiteY6" fmla="*/ 51859 h 1178050"/>
              <a:gd name="connsiteX7" fmla="*/ 1211039 w 1364552"/>
              <a:gd name="connsiteY7" fmla="*/ 139700 h 1178050"/>
              <a:gd name="connsiteX8" fmla="*/ 1170823 w 1364552"/>
              <a:gd name="connsiteY8" fmla="*/ 247650 h 1178050"/>
              <a:gd name="connsiteX9" fmla="*/ 1144364 w 1364552"/>
              <a:gd name="connsiteY9" fmla="*/ 342900 h 1178050"/>
              <a:gd name="connsiteX10" fmla="*/ 1142248 w 1364552"/>
              <a:gd name="connsiteY10" fmla="*/ 431800 h 1178050"/>
              <a:gd name="connsiteX11" fmla="*/ 1158123 w 1364552"/>
              <a:gd name="connsiteY11" fmla="*/ 505883 h 1178050"/>
              <a:gd name="connsiteX12" fmla="*/ 1220565 w 1364552"/>
              <a:gd name="connsiteY12" fmla="*/ 439210 h 1178050"/>
              <a:gd name="connsiteX13" fmla="*/ 1304171 w 1364552"/>
              <a:gd name="connsiteY13" fmla="*/ 433917 h 1178050"/>
              <a:gd name="connsiteX14" fmla="*/ 1345446 w 1364552"/>
              <a:gd name="connsiteY14" fmla="*/ 482600 h 1178050"/>
              <a:gd name="connsiteX15" fmla="*/ 1364497 w 1364552"/>
              <a:gd name="connsiteY15" fmla="*/ 551392 h 1178050"/>
              <a:gd name="connsiteX16" fmla="*/ 1350740 w 1364552"/>
              <a:gd name="connsiteY16" fmla="*/ 633942 h 1178050"/>
              <a:gd name="connsiteX17" fmla="*/ 1335922 w 1364552"/>
              <a:gd name="connsiteY17" fmla="*/ 698499 h 1178050"/>
              <a:gd name="connsiteX18" fmla="*/ 1288297 w 1364552"/>
              <a:gd name="connsiteY18" fmla="*/ 720725 h 1178050"/>
              <a:gd name="connsiteX19" fmla="*/ 1236439 w 1364552"/>
              <a:gd name="connsiteY19" fmla="*/ 710141 h 1178050"/>
              <a:gd name="connsiteX20" fmla="*/ 1173997 w 1364552"/>
              <a:gd name="connsiteY20" fmla="*/ 669924 h 1178050"/>
              <a:gd name="connsiteX21" fmla="*/ 1171879 w 1364552"/>
              <a:gd name="connsiteY21" fmla="*/ 713318 h 1178050"/>
              <a:gd name="connsiteX22" fmla="*/ 1178231 w 1364552"/>
              <a:gd name="connsiteY22" fmla="*/ 771526 h 1178050"/>
              <a:gd name="connsiteX23" fmla="*/ 1190931 w 1364552"/>
              <a:gd name="connsiteY23" fmla="*/ 846667 h 1178050"/>
              <a:gd name="connsiteX24" fmla="*/ 1212098 w 1364552"/>
              <a:gd name="connsiteY24" fmla="*/ 955675 h 1178050"/>
              <a:gd name="connsiteX25" fmla="*/ 1243847 w 1364552"/>
              <a:gd name="connsiteY25" fmla="*/ 1037168 h 1178050"/>
              <a:gd name="connsiteX26" fmla="*/ 1266073 w 1364552"/>
              <a:gd name="connsiteY26" fmla="*/ 1086909 h 1178050"/>
              <a:gd name="connsiteX27" fmla="*/ 1288295 w 1364552"/>
              <a:gd name="connsiteY27" fmla="*/ 1152525 h 1178050"/>
              <a:gd name="connsiteX28" fmla="*/ 1089331 w 1364552"/>
              <a:gd name="connsiteY28" fmla="*/ 1162050 h 1178050"/>
              <a:gd name="connsiteX29" fmla="*/ 842739 w 1364552"/>
              <a:gd name="connsiteY29" fmla="*/ 1177925 h 1178050"/>
              <a:gd name="connsiteX30" fmla="*/ 636364 w 1364552"/>
              <a:gd name="connsiteY30" fmla="*/ 1168400 h 1178050"/>
              <a:gd name="connsiteX31" fmla="*/ 363314 w 1364552"/>
              <a:gd name="connsiteY31" fmla="*/ 1149350 h 1178050"/>
              <a:gd name="connsiteX32" fmla="*/ 118839 w 1364552"/>
              <a:gd name="connsiteY32" fmla="*/ 1130300 h 1178050"/>
              <a:gd name="connsiteX33" fmla="*/ 69097 w 1364552"/>
              <a:gd name="connsiteY33" fmla="*/ 1108075 h 1178050"/>
              <a:gd name="connsiteX34" fmla="*/ 45814 w 1364552"/>
              <a:gd name="connsiteY34" fmla="*/ 1050925 h 1178050"/>
              <a:gd name="connsiteX35" fmla="*/ 33114 w 1364552"/>
              <a:gd name="connsiteY35" fmla="*/ 930275 h 1178050"/>
              <a:gd name="connsiteX36" fmla="*/ 17239 w 1364552"/>
              <a:gd name="connsiteY36" fmla="*/ 704850 h 1178050"/>
              <a:gd name="connsiteX37" fmla="*/ 7714 w 1364552"/>
              <a:gd name="connsiteY37" fmla="*/ 425450 h 1178050"/>
              <a:gd name="connsiteX38" fmla="*/ 4539 w 1364552"/>
              <a:gd name="connsiteY38" fmla="*/ 266700 h 1178050"/>
              <a:gd name="connsiteX39" fmla="*/ 2422 w 1364552"/>
              <a:gd name="connsiteY39" fmla="*/ 70908 h 1178050"/>
              <a:gd name="connsiteX40" fmla="*/ 46872 w 1364552"/>
              <a:gd name="connsiteY40" fmla="*/ 8467 h 1178050"/>
              <a:gd name="connsiteX0" fmla="*/ 46872 w 1371475"/>
              <a:gd name="connsiteY0" fmla="*/ 8467 h 1178050"/>
              <a:gd name="connsiteX1" fmla="*/ 391889 w 1371475"/>
              <a:gd name="connsiteY1" fmla="*/ 0 h 1178050"/>
              <a:gd name="connsiteX2" fmla="*/ 696689 w 1371475"/>
              <a:gd name="connsiteY2" fmla="*/ 0 h 1178050"/>
              <a:gd name="connsiteX3" fmla="*/ 1004664 w 1371475"/>
              <a:gd name="connsiteY3" fmla="*/ 9525 h 1178050"/>
              <a:gd name="connsiteX4" fmla="*/ 1182464 w 1371475"/>
              <a:gd name="connsiteY4" fmla="*/ 12700 h 1178050"/>
              <a:gd name="connsiteX5" fmla="*/ 1260781 w 1371475"/>
              <a:gd name="connsiteY5" fmla="*/ 14817 h 1178050"/>
              <a:gd name="connsiteX6" fmla="*/ 1249139 w 1371475"/>
              <a:gd name="connsiteY6" fmla="*/ 51859 h 1178050"/>
              <a:gd name="connsiteX7" fmla="*/ 1211039 w 1371475"/>
              <a:gd name="connsiteY7" fmla="*/ 139700 h 1178050"/>
              <a:gd name="connsiteX8" fmla="*/ 1170823 w 1371475"/>
              <a:gd name="connsiteY8" fmla="*/ 247650 h 1178050"/>
              <a:gd name="connsiteX9" fmla="*/ 1144364 w 1371475"/>
              <a:gd name="connsiteY9" fmla="*/ 342900 h 1178050"/>
              <a:gd name="connsiteX10" fmla="*/ 1142248 w 1371475"/>
              <a:gd name="connsiteY10" fmla="*/ 431800 h 1178050"/>
              <a:gd name="connsiteX11" fmla="*/ 1158123 w 1371475"/>
              <a:gd name="connsiteY11" fmla="*/ 505883 h 1178050"/>
              <a:gd name="connsiteX12" fmla="*/ 1220565 w 1371475"/>
              <a:gd name="connsiteY12" fmla="*/ 439210 h 1178050"/>
              <a:gd name="connsiteX13" fmla="*/ 1304171 w 1371475"/>
              <a:gd name="connsiteY13" fmla="*/ 433917 h 1178050"/>
              <a:gd name="connsiteX14" fmla="*/ 1345446 w 1371475"/>
              <a:gd name="connsiteY14" fmla="*/ 482600 h 1178050"/>
              <a:gd name="connsiteX15" fmla="*/ 1364497 w 1371475"/>
              <a:gd name="connsiteY15" fmla="*/ 551392 h 1178050"/>
              <a:gd name="connsiteX16" fmla="*/ 1370847 w 1371475"/>
              <a:gd name="connsiteY16" fmla="*/ 615950 h 1178050"/>
              <a:gd name="connsiteX17" fmla="*/ 1350740 w 1371475"/>
              <a:gd name="connsiteY17" fmla="*/ 633942 h 1178050"/>
              <a:gd name="connsiteX18" fmla="*/ 1335922 w 1371475"/>
              <a:gd name="connsiteY18" fmla="*/ 698499 h 1178050"/>
              <a:gd name="connsiteX19" fmla="*/ 1288297 w 1371475"/>
              <a:gd name="connsiteY19" fmla="*/ 720725 h 1178050"/>
              <a:gd name="connsiteX20" fmla="*/ 1236439 w 1371475"/>
              <a:gd name="connsiteY20" fmla="*/ 710141 h 1178050"/>
              <a:gd name="connsiteX21" fmla="*/ 1173997 w 1371475"/>
              <a:gd name="connsiteY21" fmla="*/ 669924 h 1178050"/>
              <a:gd name="connsiteX22" fmla="*/ 1171879 w 1371475"/>
              <a:gd name="connsiteY22" fmla="*/ 713318 h 1178050"/>
              <a:gd name="connsiteX23" fmla="*/ 1178231 w 1371475"/>
              <a:gd name="connsiteY23" fmla="*/ 771526 h 1178050"/>
              <a:gd name="connsiteX24" fmla="*/ 1190931 w 1371475"/>
              <a:gd name="connsiteY24" fmla="*/ 846667 h 1178050"/>
              <a:gd name="connsiteX25" fmla="*/ 1212098 w 1371475"/>
              <a:gd name="connsiteY25" fmla="*/ 955675 h 1178050"/>
              <a:gd name="connsiteX26" fmla="*/ 1243847 w 1371475"/>
              <a:gd name="connsiteY26" fmla="*/ 1037168 h 1178050"/>
              <a:gd name="connsiteX27" fmla="*/ 1266073 w 1371475"/>
              <a:gd name="connsiteY27" fmla="*/ 1086909 h 1178050"/>
              <a:gd name="connsiteX28" fmla="*/ 1288295 w 1371475"/>
              <a:gd name="connsiteY28" fmla="*/ 1152525 h 1178050"/>
              <a:gd name="connsiteX29" fmla="*/ 1089331 w 1371475"/>
              <a:gd name="connsiteY29" fmla="*/ 1162050 h 1178050"/>
              <a:gd name="connsiteX30" fmla="*/ 842739 w 1371475"/>
              <a:gd name="connsiteY30" fmla="*/ 1177925 h 1178050"/>
              <a:gd name="connsiteX31" fmla="*/ 636364 w 1371475"/>
              <a:gd name="connsiteY31" fmla="*/ 1168400 h 1178050"/>
              <a:gd name="connsiteX32" fmla="*/ 363314 w 1371475"/>
              <a:gd name="connsiteY32" fmla="*/ 1149350 h 1178050"/>
              <a:gd name="connsiteX33" fmla="*/ 118839 w 1371475"/>
              <a:gd name="connsiteY33" fmla="*/ 1130300 h 1178050"/>
              <a:gd name="connsiteX34" fmla="*/ 69097 w 1371475"/>
              <a:gd name="connsiteY34" fmla="*/ 1108075 h 1178050"/>
              <a:gd name="connsiteX35" fmla="*/ 45814 w 1371475"/>
              <a:gd name="connsiteY35" fmla="*/ 1050925 h 1178050"/>
              <a:gd name="connsiteX36" fmla="*/ 33114 w 1371475"/>
              <a:gd name="connsiteY36" fmla="*/ 930275 h 1178050"/>
              <a:gd name="connsiteX37" fmla="*/ 17239 w 1371475"/>
              <a:gd name="connsiteY37" fmla="*/ 704850 h 1178050"/>
              <a:gd name="connsiteX38" fmla="*/ 7714 w 1371475"/>
              <a:gd name="connsiteY38" fmla="*/ 425450 h 1178050"/>
              <a:gd name="connsiteX39" fmla="*/ 4539 w 1371475"/>
              <a:gd name="connsiteY39" fmla="*/ 266700 h 1178050"/>
              <a:gd name="connsiteX40" fmla="*/ 2422 w 1371475"/>
              <a:gd name="connsiteY40" fmla="*/ 70908 h 1178050"/>
              <a:gd name="connsiteX41" fmla="*/ 46872 w 1371475"/>
              <a:gd name="connsiteY41" fmla="*/ 8467 h 1178050"/>
              <a:gd name="connsiteX0" fmla="*/ 46872 w 1372153"/>
              <a:gd name="connsiteY0" fmla="*/ 8467 h 1178050"/>
              <a:gd name="connsiteX1" fmla="*/ 391889 w 1372153"/>
              <a:gd name="connsiteY1" fmla="*/ 0 h 1178050"/>
              <a:gd name="connsiteX2" fmla="*/ 696689 w 1372153"/>
              <a:gd name="connsiteY2" fmla="*/ 0 h 1178050"/>
              <a:gd name="connsiteX3" fmla="*/ 1004664 w 1372153"/>
              <a:gd name="connsiteY3" fmla="*/ 9525 h 1178050"/>
              <a:gd name="connsiteX4" fmla="*/ 1182464 w 1372153"/>
              <a:gd name="connsiteY4" fmla="*/ 12700 h 1178050"/>
              <a:gd name="connsiteX5" fmla="*/ 1260781 w 1372153"/>
              <a:gd name="connsiteY5" fmla="*/ 14817 h 1178050"/>
              <a:gd name="connsiteX6" fmla="*/ 1249139 w 1372153"/>
              <a:gd name="connsiteY6" fmla="*/ 51859 h 1178050"/>
              <a:gd name="connsiteX7" fmla="*/ 1211039 w 1372153"/>
              <a:gd name="connsiteY7" fmla="*/ 139700 h 1178050"/>
              <a:gd name="connsiteX8" fmla="*/ 1170823 w 1372153"/>
              <a:gd name="connsiteY8" fmla="*/ 247650 h 1178050"/>
              <a:gd name="connsiteX9" fmla="*/ 1144364 w 1372153"/>
              <a:gd name="connsiteY9" fmla="*/ 342900 h 1178050"/>
              <a:gd name="connsiteX10" fmla="*/ 1142248 w 1372153"/>
              <a:gd name="connsiteY10" fmla="*/ 431800 h 1178050"/>
              <a:gd name="connsiteX11" fmla="*/ 1158123 w 1372153"/>
              <a:gd name="connsiteY11" fmla="*/ 505883 h 1178050"/>
              <a:gd name="connsiteX12" fmla="*/ 1220565 w 1372153"/>
              <a:gd name="connsiteY12" fmla="*/ 439210 h 1178050"/>
              <a:gd name="connsiteX13" fmla="*/ 1304171 w 1372153"/>
              <a:gd name="connsiteY13" fmla="*/ 433917 h 1178050"/>
              <a:gd name="connsiteX14" fmla="*/ 1345446 w 1372153"/>
              <a:gd name="connsiteY14" fmla="*/ 482600 h 1178050"/>
              <a:gd name="connsiteX15" fmla="*/ 1364497 w 1372153"/>
              <a:gd name="connsiteY15" fmla="*/ 551392 h 1178050"/>
              <a:gd name="connsiteX16" fmla="*/ 1370847 w 1372153"/>
              <a:gd name="connsiteY16" fmla="*/ 615950 h 1178050"/>
              <a:gd name="connsiteX17" fmla="*/ 1369790 w 1372153"/>
              <a:gd name="connsiteY17" fmla="*/ 642408 h 1178050"/>
              <a:gd name="connsiteX18" fmla="*/ 1335922 w 1372153"/>
              <a:gd name="connsiteY18" fmla="*/ 698499 h 1178050"/>
              <a:gd name="connsiteX19" fmla="*/ 1288297 w 1372153"/>
              <a:gd name="connsiteY19" fmla="*/ 720725 h 1178050"/>
              <a:gd name="connsiteX20" fmla="*/ 1236439 w 1372153"/>
              <a:gd name="connsiteY20" fmla="*/ 710141 h 1178050"/>
              <a:gd name="connsiteX21" fmla="*/ 1173997 w 1372153"/>
              <a:gd name="connsiteY21" fmla="*/ 669924 h 1178050"/>
              <a:gd name="connsiteX22" fmla="*/ 1171879 w 1372153"/>
              <a:gd name="connsiteY22" fmla="*/ 713318 h 1178050"/>
              <a:gd name="connsiteX23" fmla="*/ 1178231 w 1372153"/>
              <a:gd name="connsiteY23" fmla="*/ 771526 h 1178050"/>
              <a:gd name="connsiteX24" fmla="*/ 1190931 w 1372153"/>
              <a:gd name="connsiteY24" fmla="*/ 846667 h 1178050"/>
              <a:gd name="connsiteX25" fmla="*/ 1212098 w 1372153"/>
              <a:gd name="connsiteY25" fmla="*/ 955675 h 1178050"/>
              <a:gd name="connsiteX26" fmla="*/ 1243847 w 1372153"/>
              <a:gd name="connsiteY26" fmla="*/ 1037168 h 1178050"/>
              <a:gd name="connsiteX27" fmla="*/ 1266073 w 1372153"/>
              <a:gd name="connsiteY27" fmla="*/ 1086909 h 1178050"/>
              <a:gd name="connsiteX28" fmla="*/ 1288295 w 1372153"/>
              <a:gd name="connsiteY28" fmla="*/ 1152525 h 1178050"/>
              <a:gd name="connsiteX29" fmla="*/ 1089331 w 1372153"/>
              <a:gd name="connsiteY29" fmla="*/ 1162050 h 1178050"/>
              <a:gd name="connsiteX30" fmla="*/ 842739 w 1372153"/>
              <a:gd name="connsiteY30" fmla="*/ 1177925 h 1178050"/>
              <a:gd name="connsiteX31" fmla="*/ 636364 w 1372153"/>
              <a:gd name="connsiteY31" fmla="*/ 1168400 h 1178050"/>
              <a:gd name="connsiteX32" fmla="*/ 363314 w 1372153"/>
              <a:gd name="connsiteY32" fmla="*/ 1149350 h 1178050"/>
              <a:gd name="connsiteX33" fmla="*/ 118839 w 1372153"/>
              <a:gd name="connsiteY33" fmla="*/ 1130300 h 1178050"/>
              <a:gd name="connsiteX34" fmla="*/ 69097 w 1372153"/>
              <a:gd name="connsiteY34" fmla="*/ 1108075 h 1178050"/>
              <a:gd name="connsiteX35" fmla="*/ 45814 w 1372153"/>
              <a:gd name="connsiteY35" fmla="*/ 1050925 h 1178050"/>
              <a:gd name="connsiteX36" fmla="*/ 33114 w 1372153"/>
              <a:gd name="connsiteY36" fmla="*/ 930275 h 1178050"/>
              <a:gd name="connsiteX37" fmla="*/ 17239 w 1372153"/>
              <a:gd name="connsiteY37" fmla="*/ 704850 h 1178050"/>
              <a:gd name="connsiteX38" fmla="*/ 7714 w 1372153"/>
              <a:gd name="connsiteY38" fmla="*/ 425450 h 1178050"/>
              <a:gd name="connsiteX39" fmla="*/ 4539 w 1372153"/>
              <a:gd name="connsiteY39" fmla="*/ 266700 h 1178050"/>
              <a:gd name="connsiteX40" fmla="*/ 2422 w 1372153"/>
              <a:gd name="connsiteY40" fmla="*/ 70908 h 1178050"/>
              <a:gd name="connsiteX41" fmla="*/ 46872 w 1372153"/>
              <a:gd name="connsiteY41" fmla="*/ 8467 h 1178050"/>
              <a:gd name="connsiteX0" fmla="*/ 46872 w 1371475"/>
              <a:gd name="connsiteY0" fmla="*/ 8467 h 1178050"/>
              <a:gd name="connsiteX1" fmla="*/ 391889 w 1371475"/>
              <a:gd name="connsiteY1" fmla="*/ 0 h 1178050"/>
              <a:gd name="connsiteX2" fmla="*/ 696689 w 1371475"/>
              <a:gd name="connsiteY2" fmla="*/ 0 h 1178050"/>
              <a:gd name="connsiteX3" fmla="*/ 1004664 w 1371475"/>
              <a:gd name="connsiteY3" fmla="*/ 9525 h 1178050"/>
              <a:gd name="connsiteX4" fmla="*/ 1182464 w 1371475"/>
              <a:gd name="connsiteY4" fmla="*/ 12700 h 1178050"/>
              <a:gd name="connsiteX5" fmla="*/ 1260781 w 1371475"/>
              <a:gd name="connsiteY5" fmla="*/ 14817 h 1178050"/>
              <a:gd name="connsiteX6" fmla="*/ 1249139 w 1371475"/>
              <a:gd name="connsiteY6" fmla="*/ 51859 h 1178050"/>
              <a:gd name="connsiteX7" fmla="*/ 1211039 w 1371475"/>
              <a:gd name="connsiteY7" fmla="*/ 139700 h 1178050"/>
              <a:gd name="connsiteX8" fmla="*/ 1170823 w 1371475"/>
              <a:gd name="connsiteY8" fmla="*/ 247650 h 1178050"/>
              <a:gd name="connsiteX9" fmla="*/ 1144364 w 1371475"/>
              <a:gd name="connsiteY9" fmla="*/ 342900 h 1178050"/>
              <a:gd name="connsiteX10" fmla="*/ 1142248 w 1371475"/>
              <a:gd name="connsiteY10" fmla="*/ 431800 h 1178050"/>
              <a:gd name="connsiteX11" fmla="*/ 1158123 w 1371475"/>
              <a:gd name="connsiteY11" fmla="*/ 505883 h 1178050"/>
              <a:gd name="connsiteX12" fmla="*/ 1220565 w 1371475"/>
              <a:gd name="connsiteY12" fmla="*/ 439210 h 1178050"/>
              <a:gd name="connsiteX13" fmla="*/ 1304171 w 1371475"/>
              <a:gd name="connsiteY13" fmla="*/ 433917 h 1178050"/>
              <a:gd name="connsiteX14" fmla="*/ 1345446 w 1371475"/>
              <a:gd name="connsiteY14" fmla="*/ 482600 h 1178050"/>
              <a:gd name="connsiteX15" fmla="*/ 1364497 w 1371475"/>
              <a:gd name="connsiteY15" fmla="*/ 551392 h 1178050"/>
              <a:gd name="connsiteX16" fmla="*/ 1370847 w 1371475"/>
              <a:gd name="connsiteY16" fmla="*/ 615950 h 1178050"/>
              <a:gd name="connsiteX17" fmla="*/ 1365556 w 1371475"/>
              <a:gd name="connsiteY17" fmla="*/ 657225 h 1178050"/>
              <a:gd name="connsiteX18" fmla="*/ 1335922 w 1371475"/>
              <a:gd name="connsiteY18" fmla="*/ 698499 h 1178050"/>
              <a:gd name="connsiteX19" fmla="*/ 1288297 w 1371475"/>
              <a:gd name="connsiteY19" fmla="*/ 720725 h 1178050"/>
              <a:gd name="connsiteX20" fmla="*/ 1236439 w 1371475"/>
              <a:gd name="connsiteY20" fmla="*/ 710141 h 1178050"/>
              <a:gd name="connsiteX21" fmla="*/ 1173997 w 1371475"/>
              <a:gd name="connsiteY21" fmla="*/ 669924 h 1178050"/>
              <a:gd name="connsiteX22" fmla="*/ 1171879 w 1371475"/>
              <a:gd name="connsiteY22" fmla="*/ 713318 h 1178050"/>
              <a:gd name="connsiteX23" fmla="*/ 1178231 w 1371475"/>
              <a:gd name="connsiteY23" fmla="*/ 771526 h 1178050"/>
              <a:gd name="connsiteX24" fmla="*/ 1190931 w 1371475"/>
              <a:gd name="connsiteY24" fmla="*/ 846667 h 1178050"/>
              <a:gd name="connsiteX25" fmla="*/ 1212098 w 1371475"/>
              <a:gd name="connsiteY25" fmla="*/ 955675 h 1178050"/>
              <a:gd name="connsiteX26" fmla="*/ 1243847 w 1371475"/>
              <a:gd name="connsiteY26" fmla="*/ 1037168 h 1178050"/>
              <a:gd name="connsiteX27" fmla="*/ 1266073 w 1371475"/>
              <a:gd name="connsiteY27" fmla="*/ 1086909 h 1178050"/>
              <a:gd name="connsiteX28" fmla="*/ 1288295 w 1371475"/>
              <a:gd name="connsiteY28" fmla="*/ 1152525 h 1178050"/>
              <a:gd name="connsiteX29" fmla="*/ 1089331 w 1371475"/>
              <a:gd name="connsiteY29" fmla="*/ 1162050 h 1178050"/>
              <a:gd name="connsiteX30" fmla="*/ 842739 w 1371475"/>
              <a:gd name="connsiteY30" fmla="*/ 1177925 h 1178050"/>
              <a:gd name="connsiteX31" fmla="*/ 636364 w 1371475"/>
              <a:gd name="connsiteY31" fmla="*/ 1168400 h 1178050"/>
              <a:gd name="connsiteX32" fmla="*/ 363314 w 1371475"/>
              <a:gd name="connsiteY32" fmla="*/ 1149350 h 1178050"/>
              <a:gd name="connsiteX33" fmla="*/ 118839 w 1371475"/>
              <a:gd name="connsiteY33" fmla="*/ 1130300 h 1178050"/>
              <a:gd name="connsiteX34" fmla="*/ 69097 w 1371475"/>
              <a:gd name="connsiteY34" fmla="*/ 1108075 h 1178050"/>
              <a:gd name="connsiteX35" fmla="*/ 45814 w 1371475"/>
              <a:gd name="connsiteY35" fmla="*/ 1050925 h 1178050"/>
              <a:gd name="connsiteX36" fmla="*/ 33114 w 1371475"/>
              <a:gd name="connsiteY36" fmla="*/ 930275 h 1178050"/>
              <a:gd name="connsiteX37" fmla="*/ 17239 w 1371475"/>
              <a:gd name="connsiteY37" fmla="*/ 704850 h 1178050"/>
              <a:gd name="connsiteX38" fmla="*/ 7714 w 1371475"/>
              <a:gd name="connsiteY38" fmla="*/ 425450 h 1178050"/>
              <a:gd name="connsiteX39" fmla="*/ 4539 w 1371475"/>
              <a:gd name="connsiteY39" fmla="*/ 266700 h 1178050"/>
              <a:gd name="connsiteX40" fmla="*/ 2422 w 1371475"/>
              <a:gd name="connsiteY40" fmla="*/ 70908 h 1178050"/>
              <a:gd name="connsiteX41" fmla="*/ 46872 w 1371475"/>
              <a:gd name="connsiteY41" fmla="*/ 8467 h 1178050"/>
              <a:gd name="connsiteX0" fmla="*/ 46872 w 1375486"/>
              <a:gd name="connsiteY0" fmla="*/ 8467 h 1178050"/>
              <a:gd name="connsiteX1" fmla="*/ 391889 w 1375486"/>
              <a:gd name="connsiteY1" fmla="*/ 0 h 1178050"/>
              <a:gd name="connsiteX2" fmla="*/ 696689 w 1375486"/>
              <a:gd name="connsiteY2" fmla="*/ 0 h 1178050"/>
              <a:gd name="connsiteX3" fmla="*/ 1004664 w 1375486"/>
              <a:gd name="connsiteY3" fmla="*/ 9525 h 1178050"/>
              <a:gd name="connsiteX4" fmla="*/ 1182464 w 1375486"/>
              <a:gd name="connsiteY4" fmla="*/ 12700 h 1178050"/>
              <a:gd name="connsiteX5" fmla="*/ 1260781 w 1375486"/>
              <a:gd name="connsiteY5" fmla="*/ 14817 h 1178050"/>
              <a:gd name="connsiteX6" fmla="*/ 1249139 w 1375486"/>
              <a:gd name="connsiteY6" fmla="*/ 51859 h 1178050"/>
              <a:gd name="connsiteX7" fmla="*/ 1211039 w 1375486"/>
              <a:gd name="connsiteY7" fmla="*/ 139700 h 1178050"/>
              <a:gd name="connsiteX8" fmla="*/ 1170823 w 1375486"/>
              <a:gd name="connsiteY8" fmla="*/ 247650 h 1178050"/>
              <a:gd name="connsiteX9" fmla="*/ 1144364 w 1375486"/>
              <a:gd name="connsiteY9" fmla="*/ 342900 h 1178050"/>
              <a:gd name="connsiteX10" fmla="*/ 1142248 w 1375486"/>
              <a:gd name="connsiteY10" fmla="*/ 431800 h 1178050"/>
              <a:gd name="connsiteX11" fmla="*/ 1158123 w 1375486"/>
              <a:gd name="connsiteY11" fmla="*/ 505883 h 1178050"/>
              <a:gd name="connsiteX12" fmla="*/ 1220565 w 1375486"/>
              <a:gd name="connsiteY12" fmla="*/ 439210 h 1178050"/>
              <a:gd name="connsiteX13" fmla="*/ 1304171 w 1375486"/>
              <a:gd name="connsiteY13" fmla="*/ 433917 h 1178050"/>
              <a:gd name="connsiteX14" fmla="*/ 1345446 w 1375486"/>
              <a:gd name="connsiteY14" fmla="*/ 482600 h 1178050"/>
              <a:gd name="connsiteX15" fmla="*/ 1364497 w 1375486"/>
              <a:gd name="connsiteY15" fmla="*/ 551392 h 1178050"/>
              <a:gd name="connsiteX16" fmla="*/ 1375080 w 1375486"/>
              <a:gd name="connsiteY16" fmla="*/ 594783 h 1178050"/>
              <a:gd name="connsiteX17" fmla="*/ 1365556 w 1375486"/>
              <a:gd name="connsiteY17" fmla="*/ 657225 h 1178050"/>
              <a:gd name="connsiteX18" fmla="*/ 1335922 w 1375486"/>
              <a:gd name="connsiteY18" fmla="*/ 698499 h 1178050"/>
              <a:gd name="connsiteX19" fmla="*/ 1288297 w 1375486"/>
              <a:gd name="connsiteY19" fmla="*/ 720725 h 1178050"/>
              <a:gd name="connsiteX20" fmla="*/ 1236439 w 1375486"/>
              <a:gd name="connsiteY20" fmla="*/ 710141 h 1178050"/>
              <a:gd name="connsiteX21" fmla="*/ 1173997 w 1375486"/>
              <a:gd name="connsiteY21" fmla="*/ 669924 h 1178050"/>
              <a:gd name="connsiteX22" fmla="*/ 1171879 w 1375486"/>
              <a:gd name="connsiteY22" fmla="*/ 713318 h 1178050"/>
              <a:gd name="connsiteX23" fmla="*/ 1178231 w 1375486"/>
              <a:gd name="connsiteY23" fmla="*/ 771526 h 1178050"/>
              <a:gd name="connsiteX24" fmla="*/ 1190931 w 1375486"/>
              <a:gd name="connsiteY24" fmla="*/ 846667 h 1178050"/>
              <a:gd name="connsiteX25" fmla="*/ 1212098 w 1375486"/>
              <a:gd name="connsiteY25" fmla="*/ 955675 h 1178050"/>
              <a:gd name="connsiteX26" fmla="*/ 1243847 w 1375486"/>
              <a:gd name="connsiteY26" fmla="*/ 1037168 h 1178050"/>
              <a:gd name="connsiteX27" fmla="*/ 1266073 w 1375486"/>
              <a:gd name="connsiteY27" fmla="*/ 1086909 h 1178050"/>
              <a:gd name="connsiteX28" fmla="*/ 1288295 w 1375486"/>
              <a:gd name="connsiteY28" fmla="*/ 1152525 h 1178050"/>
              <a:gd name="connsiteX29" fmla="*/ 1089331 w 1375486"/>
              <a:gd name="connsiteY29" fmla="*/ 1162050 h 1178050"/>
              <a:gd name="connsiteX30" fmla="*/ 842739 w 1375486"/>
              <a:gd name="connsiteY30" fmla="*/ 1177925 h 1178050"/>
              <a:gd name="connsiteX31" fmla="*/ 636364 w 1375486"/>
              <a:gd name="connsiteY31" fmla="*/ 1168400 h 1178050"/>
              <a:gd name="connsiteX32" fmla="*/ 363314 w 1375486"/>
              <a:gd name="connsiteY32" fmla="*/ 1149350 h 1178050"/>
              <a:gd name="connsiteX33" fmla="*/ 118839 w 1375486"/>
              <a:gd name="connsiteY33" fmla="*/ 1130300 h 1178050"/>
              <a:gd name="connsiteX34" fmla="*/ 69097 w 1375486"/>
              <a:gd name="connsiteY34" fmla="*/ 1108075 h 1178050"/>
              <a:gd name="connsiteX35" fmla="*/ 45814 w 1375486"/>
              <a:gd name="connsiteY35" fmla="*/ 1050925 h 1178050"/>
              <a:gd name="connsiteX36" fmla="*/ 33114 w 1375486"/>
              <a:gd name="connsiteY36" fmla="*/ 930275 h 1178050"/>
              <a:gd name="connsiteX37" fmla="*/ 17239 w 1375486"/>
              <a:gd name="connsiteY37" fmla="*/ 704850 h 1178050"/>
              <a:gd name="connsiteX38" fmla="*/ 7714 w 1375486"/>
              <a:gd name="connsiteY38" fmla="*/ 425450 h 1178050"/>
              <a:gd name="connsiteX39" fmla="*/ 4539 w 1375486"/>
              <a:gd name="connsiteY39" fmla="*/ 266700 h 1178050"/>
              <a:gd name="connsiteX40" fmla="*/ 2422 w 1375486"/>
              <a:gd name="connsiteY40" fmla="*/ 70908 h 1178050"/>
              <a:gd name="connsiteX41" fmla="*/ 46872 w 1375486"/>
              <a:gd name="connsiteY41" fmla="*/ 8467 h 1178050"/>
              <a:gd name="connsiteX0" fmla="*/ 46872 w 1376110"/>
              <a:gd name="connsiteY0" fmla="*/ 8467 h 1178050"/>
              <a:gd name="connsiteX1" fmla="*/ 391889 w 1376110"/>
              <a:gd name="connsiteY1" fmla="*/ 0 h 1178050"/>
              <a:gd name="connsiteX2" fmla="*/ 696689 w 1376110"/>
              <a:gd name="connsiteY2" fmla="*/ 0 h 1178050"/>
              <a:gd name="connsiteX3" fmla="*/ 1004664 w 1376110"/>
              <a:gd name="connsiteY3" fmla="*/ 9525 h 1178050"/>
              <a:gd name="connsiteX4" fmla="*/ 1182464 w 1376110"/>
              <a:gd name="connsiteY4" fmla="*/ 12700 h 1178050"/>
              <a:gd name="connsiteX5" fmla="*/ 1260781 w 1376110"/>
              <a:gd name="connsiteY5" fmla="*/ 14817 h 1178050"/>
              <a:gd name="connsiteX6" fmla="*/ 1249139 w 1376110"/>
              <a:gd name="connsiteY6" fmla="*/ 51859 h 1178050"/>
              <a:gd name="connsiteX7" fmla="*/ 1211039 w 1376110"/>
              <a:gd name="connsiteY7" fmla="*/ 139700 h 1178050"/>
              <a:gd name="connsiteX8" fmla="*/ 1170823 w 1376110"/>
              <a:gd name="connsiteY8" fmla="*/ 247650 h 1178050"/>
              <a:gd name="connsiteX9" fmla="*/ 1144364 w 1376110"/>
              <a:gd name="connsiteY9" fmla="*/ 342900 h 1178050"/>
              <a:gd name="connsiteX10" fmla="*/ 1142248 w 1376110"/>
              <a:gd name="connsiteY10" fmla="*/ 431800 h 1178050"/>
              <a:gd name="connsiteX11" fmla="*/ 1158123 w 1376110"/>
              <a:gd name="connsiteY11" fmla="*/ 505883 h 1178050"/>
              <a:gd name="connsiteX12" fmla="*/ 1220565 w 1376110"/>
              <a:gd name="connsiteY12" fmla="*/ 439210 h 1178050"/>
              <a:gd name="connsiteX13" fmla="*/ 1304171 w 1376110"/>
              <a:gd name="connsiteY13" fmla="*/ 433917 h 1178050"/>
              <a:gd name="connsiteX14" fmla="*/ 1345446 w 1376110"/>
              <a:gd name="connsiteY14" fmla="*/ 482600 h 1178050"/>
              <a:gd name="connsiteX15" fmla="*/ 1370847 w 1376110"/>
              <a:gd name="connsiteY15" fmla="*/ 536575 h 1178050"/>
              <a:gd name="connsiteX16" fmla="*/ 1375080 w 1376110"/>
              <a:gd name="connsiteY16" fmla="*/ 594783 h 1178050"/>
              <a:gd name="connsiteX17" fmla="*/ 1365556 w 1376110"/>
              <a:gd name="connsiteY17" fmla="*/ 657225 h 1178050"/>
              <a:gd name="connsiteX18" fmla="*/ 1335922 w 1376110"/>
              <a:gd name="connsiteY18" fmla="*/ 698499 h 1178050"/>
              <a:gd name="connsiteX19" fmla="*/ 1288297 w 1376110"/>
              <a:gd name="connsiteY19" fmla="*/ 720725 h 1178050"/>
              <a:gd name="connsiteX20" fmla="*/ 1236439 w 1376110"/>
              <a:gd name="connsiteY20" fmla="*/ 710141 h 1178050"/>
              <a:gd name="connsiteX21" fmla="*/ 1173997 w 1376110"/>
              <a:gd name="connsiteY21" fmla="*/ 669924 h 1178050"/>
              <a:gd name="connsiteX22" fmla="*/ 1171879 w 1376110"/>
              <a:gd name="connsiteY22" fmla="*/ 713318 h 1178050"/>
              <a:gd name="connsiteX23" fmla="*/ 1178231 w 1376110"/>
              <a:gd name="connsiteY23" fmla="*/ 771526 h 1178050"/>
              <a:gd name="connsiteX24" fmla="*/ 1190931 w 1376110"/>
              <a:gd name="connsiteY24" fmla="*/ 846667 h 1178050"/>
              <a:gd name="connsiteX25" fmla="*/ 1212098 w 1376110"/>
              <a:gd name="connsiteY25" fmla="*/ 955675 h 1178050"/>
              <a:gd name="connsiteX26" fmla="*/ 1243847 w 1376110"/>
              <a:gd name="connsiteY26" fmla="*/ 1037168 h 1178050"/>
              <a:gd name="connsiteX27" fmla="*/ 1266073 w 1376110"/>
              <a:gd name="connsiteY27" fmla="*/ 1086909 h 1178050"/>
              <a:gd name="connsiteX28" fmla="*/ 1288295 w 1376110"/>
              <a:gd name="connsiteY28" fmla="*/ 1152525 h 1178050"/>
              <a:gd name="connsiteX29" fmla="*/ 1089331 w 1376110"/>
              <a:gd name="connsiteY29" fmla="*/ 1162050 h 1178050"/>
              <a:gd name="connsiteX30" fmla="*/ 842739 w 1376110"/>
              <a:gd name="connsiteY30" fmla="*/ 1177925 h 1178050"/>
              <a:gd name="connsiteX31" fmla="*/ 636364 w 1376110"/>
              <a:gd name="connsiteY31" fmla="*/ 1168400 h 1178050"/>
              <a:gd name="connsiteX32" fmla="*/ 363314 w 1376110"/>
              <a:gd name="connsiteY32" fmla="*/ 1149350 h 1178050"/>
              <a:gd name="connsiteX33" fmla="*/ 118839 w 1376110"/>
              <a:gd name="connsiteY33" fmla="*/ 1130300 h 1178050"/>
              <a:gd name="connsiteX34" fmla="*/ 69097 w 1376110"/>
              <a:gd name="connsiteY34" fmla="*/ 1108075 h 1178050"/>
              <a:gd name="connsiteX35" fmla="*/ 45814 w 1376110"/>
              <a:gd name="connsiteY35" fmla="*/ 1050925 h 1178050"/>
              <a:gd name="connsiteX36" fmla="*/ 33114 w 1376110"/>
              <a:gd name="connsiteY36" fmla="*/ 930275 h 1178050"/>
              <a:gd name="connsiteX37" fmla="*/ 17239 w 1376110"/>
              <a:gd name="connsiteY37" fmla="*/ 704850 h 1178050"/>
              <a:gd name="connsiteX38" fmla="*/ 7714 w 1376110"/>
              <a:gd name="connsiteY38" fmla="*/ 425450 h 1178050"/>
              <a:gd name="connsiteX39" fmla="*/ 4539 w 1376110"/>
              <a:gd name="connsiteY39" fmla="*/ 266700 h 1178050"/>
              <a:gd name="connsiteX40" fmla="*/ 2422 w 1376110"/>
              <a:gd name="connsiteY40" fmla="*/ 70908 h 1178050"/>
              <a:gd name="connsiteX41" fmla="*/ 46872 w 1376110"/>
              <a:gd name="connsiteY41" fmla="*/ 8467 h 1178050"/>
              <a:gd name="connsiteX0" fmla="*/ 46872 w 1376110"/>
              <a:gd name="connsiteY0" fmla="*/ 8467 h 1168517"/>
              <a:gd name="connsiteX1" fmla="*/ 391889 w 1376110"/>
              <a:gd name="connsiteY1" fmla="*/ 0 h 1168517"/>
              <a:gd name="connsiteX2" fmla="*/ 696689 w 1376110"/>
              <a:gd name="connsiteY2" fmla="*/ 0 h 1168517"/>
              <a:gd name="connsiteX3" fmla="*/ 1004664 w 1376110"/>
              <a:gd name="connsiteY3" fmla="*/ 9525 h 1168517"/>
              <a:gd name="connsiteX4" fmla="*/ 1182464 w 1376110"/>
              <a:gd name="connsiteY4" fmla="*/ 12700 h 1168517"/>
              <a:gd name="connsiteX5" fmla="*/ 1260781 w 1376110"/>
              <a:gd name="connsiteY5" fmla="*/ 14817 h 1168517"/>
              <a:gd name="connsiteX6" fmla="*/ 1249139 w 1376110"/>
              <a:gd name="connsiteY6" fmla="*/ 51859 h 1168517"/>
              <a:gd name="connsiteX7" fmla="*/ 1211039 w 1376110"/>
              <a:gd name="connsiteY7" fmla="*/ 139700 h 1168517"/>
              <a:gd name="connsiteX8" fmla="*/ 1170823 w 1376110"/>
              <a:gd name="connsiteY8" fmla="*/ 247650 h 1168517"/>
              <a:gd name="connsiteX9" fmla="*/ 1144364 w 1376110"/>
              <a:gd name="connsiteY9" fmla="*/ 342900 h 1168517"/>
              <a:gd name="connsiteX10" fmla="*/ 1142248 w 1376110"/>
              <a:gd name="connsiteY10" fmla="*/ 431800 h 1168517"/>
              <a:gd name="connsiteX11" fmla="*/ 1158123 w 1376110"/>
              <a:gd name="connsiteY11" fmla="*/ 505883 h 1168517"/>
              <a:gd name="connsiteX12" fmla="*/ 1220565 w 1376110"/>
              <a:gd name="connsiteY12" fmla="*/ 439210 h 1168517"/>
              <a:gd name="connsiteX13" fmla="*/ 1304171 w 1376110"/>
              <a:gd name="connsiteY13" fmla="*/ 433917 h 1168517"/>
              <a:gd name="connsiteX14" fmla="*/ 1345446 w 1376110"/>
              <a:gd name="connsiteY14" fmla="*/ 482600 h 1168517"/>
              <a:gd name="connsiteX15" fmla="*/ 1370847 w 1376110"/>
              <a:gd name="connsiteY15" fmla="*/ 536575 h 1168517"/>
              <a:gd name="connsiteX16" fmla="*/ 1375080 w 1376110"/>
              <a:gd name="connsiteY16" fmla="*/ 594783 h 1168517"/>
              <a:gd name="connsiteX17" fmla="*/ 1365556 w 1376110"/>
              <a:gd name="connsiteY17" fmla="*/ 657225 h 1168517"/>
              <a:gd name="connsiteX18" fmla="*/ 1335922 w 1376110"/>
              <a:gd name="connsiteY18" fmla="*/ 698499 h 1168517"/>
              <a:gd name="connsiteX19" fmla="*/ 1288297 w 1376110"/>
              <a:gd name="connsiteY19" fmla="*/ 720725 h 1168517"/>
              <a:gd name="connsiteX20" fmla="*/ 1236439 w 1376110"/>
              <a:gd name="connsiteY20" fmla="*/ 710141 h 1168517"/>
              <a:gd name="connsiteX21" fmla="*/ 1173997 w 1376110"/>
              <a:gd name="connsiteY21" fmla="*/ 669924 h 1168517"/>
              <a:gd name="connsiteX22" fmla="*/ 1171879 w 1376110"/>
              <a:gd name="connsiteY22" fmla="*/ 713318 h 1168517"/>
              <a:gd name="connsiteX23" fmla="*/ 1178231 w 1376110"/>
              <a:gd name="connsiteY23" fmla="*/ 771526 h 1168517"/>
              <a:gd name="connsiteX24" fmla="*/ 1190931 w 1376110"/>
              <a:gd name="connsiteY24" fmla="*/ 846667 h 1168517"/>
              <a:gd name="connsiteX25" fmla="*/ 1212098 w 1376110"/>
              <a:gd name="connsiteY25" fmla="*/ 955675 h 1168517"/>
              <a:gd name="connsiteX26" fmla="*/ 1243847 w 1376110"/>
              <a:gd name="connsiteY26" fmla="*/ 1037168 h 1168517"/>
              <a:gd name="connsiteX27" fmla="*/ 1266073 w 1376110"/>
              <a:gd name="connsiteY27" fmla="*/ 1086909 h 1168517"/>
              <a:gd name="connsiteX28" fmla="*/ 1288295 w 1376110"/>
              <a:gd name="connsiteY28" fmla="*/ 1152525 h 1168517"/>
              <a:gd name="connsiteX29" fmla="*/ 1089331 w 1376110"/>
              <a:gd name="connsiteY29" fmla="*/ 1162050 h 1168517"/>
              <a:gd name="connsiteX30" fmla="*/ 852899 w 1376110"/>
              <a:gd name="connsiteY30" fmla="*/ 1157605 h 1168517"/>
              <a:gd name="connsiteX31" fmla="*/ 636364 w 1376110"/>
              <a:gd name="connsiteY31" fmla="*/ 1168400 h 1168517"/>
              <a:gd name="connsiteX32" fmla="*/ 363314 w 1376110"/>
              <a:gd name="connsiteY32" fmla="*/ 1149350 h 1168517"/>
              <a:gd name="connsiteX33" fmla="*/ 118839 w 1376110"/>
              <a:gd name="connsiteY33" fmla="*/ 1130300 h 1168517"/>
              <a:gd name="connsiteX34" fmla="*/ 69097 w 1376110"/>
              <a:gd name="connsiteY34" fmla="*/ 1108075 h 1168517"/>
              <a:gd name="connsiteX35" fmla="*/ 45814 w 1376110"/>
              <a:gd name="connsiteY35" fmla="*/ 1050925 h 1168517"/>
              <a:gd name="connsiteX36" fmla="*/ 33114 w 1376110"/>
              <a:gd name="connsiteY36" fmla="*/ 930275 h 1168517"/>
              <a:gd name="connsiteX37" fmla="*/ 17239 w 1376110"/>
              <a:gd name="connsiteY37" fmla="*/ 704850 h 1168517"/>
              <a:gd name="connsiteX38" fmla="*/ 7714 w 1376110"/>
              <a:gd name="connsiteY38" fmla="*/ 425450 h 1168517"/>
              <a:gd name="connsiteX39" fmla="*/ 4539 w 1376110"/>
              <a:gd name="connsiteY39" fmla="*/ 266700 h 1168517"/>
              <a:gd name="connsiteX40" fmla="*/ 2422 w 1376110"/>
              <a:gd name="connsiteY40" fmla="*/ 70908 h 1168517"/>
              <a:gd name="connsiteX41" fmla="*/ 46872 w 1376110"/>
              <a:gd name="connsiteY41" fmla="*/ 8467 h 1168517"/>
              <a:gd name="connsiteX0" fmla="*/ 46872 w 1376110"/>
              <a:gd name="connsiteY0" fmla="*/ 8467 h 1162237"/>
              <a:gd name="connsiteX1" fmla="*/ 391889 w 1376110"/>
              <a:gd name="connsiteY1" fmla="*/ 0 h 1162237"/>
              <a:gd name="connsiteX2" fmla="*/ 696689 w 1376110"/>
              <a:gd name="connsiteY2" fmla="*/ 0 h 1162237"/>
              <a:gd name="connsiteX3" fmla="*/ 1004664 w 1376110"/>
              <a:gd name="connsiteY3" fmla="*/ 9525 h 1162237"/>
              <a:gd name="connsiteX4" fmla="*/ 1182464 w 1376110"/>
              <a:gd name="connsiteY4" fmla="*/ 12700 h 1162237"/>
              <a:gd name="connsiteX5" fmla="*/ 1260781 w 1376110"/>
              <a:gd name="connsiteY5" fmla="*/ 14817 h 1162237"/>
              <a:gd name="connsiteX6" fmla="*/ 1249139 w 1376110"/>
              <a:gd name="connsiteY6" fmla="*/ 51859 h 1162237"/>
              <a:gd name="connsiteX7" fmla="*/ 1211039 w 1376110"/>
              <a:gd name="connsiteY7" fmla="*/ 139700 h 1162237"/>
              <a:gd name="connsiteX8" fmla="*/ 1170823 w 1376110"/>
              <a:gd name="connsiteY8" fmla="*/ 247650 h 1162237"/>
              <a:gd name="connsiteX9" fmla="*/ 1144364 w 1376110"/>
              <a:gd name="connsiteY9" fmla="*/ 342900 h 1162237"/>
              <a:gd name="connsiteX10" fmla="*/ 1142248 w 1376110"/>
              <a:gd name="connsiteY10" fmla="*/ 431800 h 1162237"/>
              <a:gd name="connsiteX11" fmla="*/ 1158123 w 1376110"/>
              <a:gd name="connsiteY11" fmla="*/ 505883 h 1162237"/>
              <a:gd name="connsiteX12" fmla="*/ 1220565 w 1376110"/>
              <a:gd name="connsiteY12" fmla="*/ 439210 h 1162237"/>
              <a:gd name="connsiteX13" fmla="*/ 1304171 w 1376110"/>
              <a:gd name="connsiteY13" fmla="*/ 433917 h 1162237"/>
              <a:gd name="connsiteX14" fmla="*/ 1345446 w 1376110"/>
              <a:gd name="connsiteY14" fmla="*/ 482600 h 1162237"/>
              <a:gd name="connsiteX15" fmla="*/ 1370847 w 1376110"/>
              <a:gd name="connsiteY15" fmla="*/ 536575 h 1162237"/>
              <a:gd name="connsiteX16" fmla="*/ 1375080 w 1376110"/>
              <a:gd name="connsiteY16" fmla="*/ 594783 h 1162237"/>
              <a:gd name="connsiteX17" fmla="*/ 1365556 w 1376110"/>
              <a:gd name="connsiteY17" fmla="*/ 657225 h 1162237"/>
              <a:gd name="connsiteX18" fmla="*/ 1335922 w 1376110"/>
              <a:gd name="connsiteY18" fmla="*/ 698499 h 1162237"/>
              <a:gd name="connsiteX19" fmla="*/ 1288297 w 1376110"/>
              <a:gd name="connsiteY19" fmla="*/ 720725 h 1162237"/>
              <a:gd name="connsiteX20" fmla="*/ 1236439 w 1376110"/>
              <a:gd name="connsiteY20" fmla="*/ 710141 h 1162237"/>
              <a:gd name="connsiteX21" fmla="*/ 1173997 w 1376110"/>
              <a:gd name="connsiteY21" fmla="*/ 669924 h 1162237"/>
              <a:gd name="connsiteX22" fmla="*/ 1171879 w 1376110"/>
              <a:gd name="connsiteY22" fmla="*/ 713318 h 1162237"/>
              <a:gd name="connsiteX23" fmla="*/ 1178231 w 1376110"/>
              <a:gd name="connsiteY23" fmla="*/ 771526 h 1162237"/>
              <a:gd name="connsiteX24" fmla="*/ 1190931 w 1376110"/>
              <a:gd name="connsiteY24" fmla="*/ 846667 h 1162237"/>
              <a:gd name="connsiteX25" fmla="*/ 1212098 w 1376110"/>
              <a:gd name="connsiteY25" fmla="*/ 955675 h 1162237"/>
              <a:gd name="connsiteX26" fmla="*/ 1243847 w 1376110"/>
              <a:gd name="connsiteY26" fmla="*/ 1037168 h 1162237"/>
              <a:gd name="connsiteX27" fmla="*/ 1266073 w 1376110"/>
              <a:gd name="connsiteY27" fmla="*/ 1086909 h 1162237"/>
              <a:gd name="connsiteX28" fmla="*/ 1288295 w 1376110"/>
              <a:gd name="connsiteY28" fmla="*/ 1152525 h 1162237"/>
              <a:gd name="connsiteX29" fmla="*/ 1089331 w 1376110"/>
              <a:gd name="connsiteY29" fmla="*/ 1162050 h 1162237"/>
              <a:gd name="connsiteX30" fmla="*/ 852899 w 1376110"/>
              <a:gd name="connsiteY30" fmla="*/ 1157605 h 1162237"/>
              <a:gd name="connsiteX31" fmla="*/ 631284 w 1376110"/>
              <a:gd name="connsiteY31" fmla="*/ 1143000 h 1162237"/>
              <a:gd name="connsiteX32" fmla="*/ 363314 w 1376110"/>
              <a:gd name="connsiteY32" fmla="*/ 1149350 h 1162237"/>
              <a:gd name="connsiteX33" fmla="*/ 118839 w 1376110"/>
              <a:gd name="connsiteY33" fmla="*/ 1130300 h 1162237"/>
              <a:gd name="connsiteX34" fmla="*/ 69097 w 1376110"/>
              <a:gd name="connsiteY34" fmla="*/ 1108075 h 1162237"/>
              <a:gd name="connsiteX35" fmla="*/ 45814 w 1376110"/>
              <a:gd name="connsiteY35" fmla="*/ 1050925 h 1162237"/>
              <a:gd name="connsiteX36" fmla="*/ 33114 w 1376110"/>
              <a:gd name="connsiteY36" fmla="*/ 930275 h 1162237"/>
              <a:gd name="connsiteX37" fmla="*/ 17239 w 1376110"/>
              <a:gd name="connsiteY37" fmla="*/ 704850 h 1162237"/>
              <a:gd name="connsiteX38" fmla="*/ 7714 w 1376110"/>
              <a:gd name="connsiteY38" fmla="*/ 425450 h 1162237"/>
              <a:gd name="connsiteX39" fmla="*/ 4539 w 1376110"/>
              <a:gd name="connsiteY39" fmla="*/ 266700 h 1162237"/>
              <a:gd name="connsiteX40" fmla="*/ 2422 w 1376110"/>
              <a:gd name="connsiteY40" fmla="*/ 70908 h 1162237"/>
              <a:gd name="connsiteX41" fmla="*/ 46872 w 1376110"/>
              <a:gd name="connsiteY41" fmla="*/ 8467 h 1162237"/>
              <a:gd name="connsiteX0" fmla="*/ 46872 w 1376110"/>
              <a:gd name="connsiteY0" fmla="*/ 8467 h 1162050"/>
              <a:gd name="connsiteX1" fmla="*/ 391889 w 1376110"/>
              <a:gd name="connsiteY1" fmla="*/ 0 h 1162050"/>
              <a:gd name="connsiteX2" fmla="*/ 696689 w 1376110"/>
              <a:gd name="connsiteY2" fmla="*/ 0 h 1162050"/>
              <a:gd name="connsiteX3" fmla="*/ 1004664 w 1376110"/>
              <a:gd name="connsiteY3" fmla="*/ 9525 h 1162050"/>
              <a:gd name="connsiteX4" fmla="*/ 1182464 w 1376110"/>
              <a:gd name="connsiteY4" fmla="*/ 12700 h 1162050"/>
              <a:gd name="connsiteX5" fmla="*/ 1260781 w 1376110"/>
              <a:gd name="connsiteY5" fmla="*/ 14817 h 1162050"/>
              <a:gd name="connsiteX6" fmla="*/ 1249139 w 1376110"/>
              <a:gd name="connsiteY6" fmla="*/ 51859 h 1162050"/>
              <a:gd name="connsiteX7" fmla="*/ 1211039 w 1376110"/>
              <a:gd name="connsiteY7" fmla="*/ 139700 h 1162050"/>
              <a:gd name="connsiteX8" fmla="*/ 1170823 w 1376110"/>
              <a:gd name="connsiteY8" fmla="*/ 247650 h 1162050"/>
              <a:gd name="connsiteX9" fmla="*/ 1144364 w 1376110"/>
              <a:gd name="connsiteY9" fmla="*/ 342900 h 1162050"/>
              <a:gd name="connsiteX10" fmla="*/ 1142248 w 1376110"/>
              <a:gd name="connsiteY10" fmla="*/ 431800 h 1162050"/>
              <a:gd name="connsiteX11" fmla="*/ 1158123 w 1376110"/>
              <a:gd name="connsiteY11" fmla="*/ 505883 h 1162050"/>
              <a:gd name="connsiteX12" fmla="*/ 1220565 w 1376110"/>
              <a:gd name="connsiteY12" fmla="*/ 439210 h 1162050"/>
              <a:gd name="connsiteX13" fmla="*/ 1304171 w 1376110"/>
              <a:gd name="connsiteY13" fmla="*/ 433917 h 1162050"/>
              <a:gd name="connsiteX14" fmla="*/ 1345446 w 1376110"/>
              <a:gd name="connsiteY14" fmla="*/ 482600 h 1162050"/>
              <a:gd name="connsiteX15" fmla="*/ 1370847 w 1376110"/>
              <a:gd name="connsiteY15" fmla="*/ 536575 h 1162050"/>
              <a:gd name="connsiteX16" fmla="*/ 1375080 w 1376110"/>
              <a:gd name="connsiteY16" fmla="*/ 594783 h 1162050"/>
              <a:gd name="connsiteX17" fmla="*/ 1365556 w 1376110"/>
              <a:gd name="connsiteY17" fmla="*/ 657225 h 1162050"/>
              <a:gd name="connsiteX18" fmla="*/ 1335922 w 1376110"/>
              <a:gd name="connsiteY18" fmla="*/ 698499 h 1162050"/>
              <a:gd name="connsiteX19" fmla="*/ 1288297 w 1376110"/>
              <a:gd name="connsiteY19" fmla="*/ 720725 h 1162050"/>
              <a:gd name="connsiteX20" fmla="*/ 1236439 w 1376110"/>
              <a:gd name="connsiteY20" fmla="*/ 710141 h 1162050"/>
              <a:gd name="connsiteX21" fmla="*/ 1173997 w 1376110"/>
              <a:gd name="connsiteY21" fmla="*/ 669924 h 1162050"/>
              <a:gd name="connsiteX22" fmla="*/ 1171879 w 1376110"/>
              <a:gd name="connsiteY22" fmla="*/ 713318 h 1162050"/>
              <a:gd name="connsiteX23" fmla="*/ 1178231 w 1376110"/>
              <a:gd name="connsiteY23" fmla="*/ 771526 h 1162050"/>
              <a:gd name="connsiteX24" fmla="*/ 1190931 w 1376110"/>
              <a:gd name="connsiteY24" fmla="*/ 846667 h 1162050"/>
              <a:gd name="connsiteX25" fmla="*/ 1212098 w 1376110"/>
              <a:gd name="connsiteY25" fmla="*/ 955675 h 1162050"/>
              <a:gd name="connsiteX26" fmla="*/ 1243847 w 1376110"/>
              <a:gd name="connsiteY26" fmla="*/ 1037168 h 1162050"/>
              <a:gd name="connsiteX27" fmla="*/ 1266073 w 1376110"/>
              <a:gd name="connsiteY27" fmla="*/ 1086909 h 1162050"/>
              <a:gd name="connsiteX28" fmla="*/ 1288295 w 1376110"/>
              <a:gd name="connsiteY28" fmla="*/ 1152525 h 1162050"/>
              <a:gd name="connsiteX29" fmla="*/ 1089331 w 1376110"/>
              <a:gd name="connsiteY29" fmla="*/ 1162050 h 1162050"/>
              <a:gd name="connsiteX30" fmla="*/ 852899 w 1376110"/>
              <a:gd name="connsiteY30" fmla="*/ 1157605 h 1162050"/>
              <a:gd name="connsiteX31" fmla="*/ 624934 w 1376110"/>
              <a:gd name="connsiteY31" fmla="*/ 1157816 h 1162050"/>
              <a:gd name="connsiteX32" fmla="*/ 363314 w 1376110"/>
              <a:gd name="connsiteY32" fmla="*/ 1149350 h 1162050"/>
              <a:gd name="connsiteX33" fmla="*/ 118839 w 1376110"/>
              <a:gd name="connsiteY33" fmla="*/ 1130300 h 1162050"/>
              <a:gd name="connsiteX34" fmla="*/ 69097 w 1376110"/>
              <a:gd name="connsiteY34" fmla="*/ 1108075 h 1162050"/>
              <a:gd name="connsiteX35" fmla="*/ 45814 w 1376110"/>
              <a:gd name="connsiteY35" fmla="*/ 1050925 h 1162050"/>
              <a:gd name="connsiteX36" fmla="*/ 33114 w 1376110"/>
              <a:gd name="connsiteY36" fmla="*/ 930275 h 1162050"/>
              <a:gd name="connsiteX37" fmla="*/ 17239 w 1376110"/>
              <a:gd name="connsiteY37" fmla="*/ 704850 h 1162050"/>
              <a:gd name="connsiteX38" fmla="*/ 7714 w 1376110"/>
              <a:gd name="connsiteY38" fmla="*/ 425450 h 1162050"/>
              <a:gd name="connsiteX39" fmla="*/ 4539 w 1376110"/>
              <a:gd name="connsiteY39" fmla="*/ 266700 h 1162050"/>
              <a:gd name="connsiteX40" fmla="*/ 2422 w 1376110"/>
              <a:gd name="connsiteY40" fmla="*/ 70908 h 1162050"/>
              <a:gd name="connsiteX41" fmla="*/ 46872 w 1376110"/>
              <a:gd name="connsiteY41" fmla="*/ 8467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76110" h="1162050">
                <a:moveTo>
                  <a:pt x="46872" y="8467"/>
                </a:moveTo>
                <a:lnTo>
                  <a:pt x="391889" y="0"/>
                </a:lnTo>
                <a:lnTo>
                  <a:pt x="696689" y="0"/>
                </a:lnTo>
                <a:cubicBezTo>
                  <a:pt x="798818" y="1587"/>
                  <a:pt x="1004664" y="9525"/>
                  <a:pt x="1004664" y="9525"/>
                </a:cubicBezTo>
                <a:lnTo>
                  <a:pt x="1182464" y="12700"/>
                </a:lnTo>
                <a:cubicBezTo>
                  <a:pt x="1219506" y="13229"/>
                  <a:pt x="1249669" y="8291"/>
                  <a:pt x="1260781" y="14817"/>
                </a:cubicBezTo>
                <a:cubicBezTo>
                  <a:pt x="1271894" y="21344"/>
                  <a:pt x="1257429" y="31045"/>
                  <a:pt x="1249139" y="51859"/>
                </a:cubicBezTo>
                <a:cubicBezTo>
                  <a:pt x="1240849" y="72673"/>
                  <a:pt x="1224092" y="107068"/>
                  <a:pt x="1211039" y="139700"/>
                </a:cubicBezTo>
                <a:cubicBezTo>
                  <a:pt x="1197986" y="172332"/>
                  <a:pt x="1181936" y="213783"/>
                  <a:pt x="1170823" y="247650"/>
                </a:cubicBezTo>
                <a:cubicBezTo>
                  <a:pt x="1159711" y="281517"/>
                  <a:pt x="1149126" y="312209"/>
                  <a:pt x="1144364" y="342900"/>
                </a:cubicBezTo>
                <a:cubicBezTo>
                  <a:pt x="1139602" y="373591"/>
                  <a:pt x="1139955" y="404636"/>
                  <a:pt x="1142248" y="431800"/>
                </a:cubicBezTo>
                <a:cubicBezTo>
                  <a:pt x="1144541" y="458964"/>
                  <a:pt x="1145070" y="504648"/>
                  <a:pt x="1158123" y="505883"/>
                </a:cubicBezTo>
                <a:cubicBezTo>
                  <a:pt x="1171176" y="507118"/>
                  <a:pt x="1196224" y="451204"/>
                  <a:pt x="1220565" y="439210"/>
                </a:cubicBezTo>
                <a:cubicBezTo>
                  <a:pt x="1244906" y="427216"/>
                  <a:pt x="1283358" y="426685"/>
                  <a:pt x="1304171" y="433917"/>
                </a:cubicBezTo>
                <a:cubicBezTo>
                  <a:pt x="1324985" y="441149"/>
                  <a:pt x="1334333" y="465490"/>
                  <a:pt x="1345446" y="482600"/>
                </a:cubicBezTo>
                <a:cubicBezTo>
                  <a:pt x="1356559" y="499710"/>
                  <a:pt x="1365908" y="517878"/>
                  <a:pt x="1370847" y="536575"/>
                </a:cubicBezTo>
                <a:cubicBezTo>
                  <a:pt x="1375786" y="555272"/>
                  <a:pt x="1377373" y="581025"/>
                  <a:pt x="1375080" y="594783"/>
                </a:cubicBezTo>
                <a:cubicBezTo>
                  <a:pt x="1372787" y="608541"/>
                  <a:pt x="1372082" y="639939"/>
                  <a:pt x="1365556" y="657225"/>
                </a:cubicBezTo>
                <a:cubicBezTo>
                  <a:pt x="1359030" y="674511"/>
                  <a:pt x="1348798" y="687916"/>
                  <a:pt x="1335922" y="698499"/>
                </a:cubicBezTo>
                <a:cubicBezTo>
                  <a:pt x="1323046" y="709082"/>
                  <a:pt x="1304877" y="718785"/>
                  <a:pt x="1288297" y="720725"/>
                </a:cubicBezTo>
                <a:cubicBezTo>
                  <a:pt x="1271717" y="722665"/>
                  <a:pt x="1255489" y="718608"/>
                  <a:pt x="1236439" y="710141"/>
                </a:cubicBezTo>
                <a:cubicBezTo>
                  <a:pt x="1217389" y="701674"/>
                  <a:pt x="1184757" y="669395"/>
                  <a:pt x="1173997" y="669924"/>
                </a:cubicBezTo>
                <a:cubicBezTo>
                  <a:pt x="1163237" y="670454"/>
                  <a:pt x="1171173" y="696384"/>
                  <a:pt x="1171879" y="713318"/>
                </a:cubicBezTo>
                <a:cubicBezTo>
                  <a:pt x="1172585" y="730252"/>
                  <a:pt x="1175056" y="749301"/>
                  <a:pt x="1178231" y="771526"/>
                </a:cubicBezTo>
                <a:cubicBezTo>
                  <a:pt x="1181406" y="793751"/>
                  <a:pt x="1185287" y="815976"/>
                  <a:pt x="1190931" y="846667"/>
                </a:cubicBezTo>
                <a:cubicBezTo>
                  <a:pt x="1196575" y="877358"/>
                  <a:pt x="1203279" y="923925"/>
                  <a:pt x="1212098" y="955675"/>
                </a:cubicBezTo>
                <a:cubicBezTo>
                  <a:pt x="1220917" y="987425"/>
                  <a:pt x="1234851" y="1015296"/>
                  <a:pt x="1243847" y="1037168"/>
                </a:cubicBezTo>
                <a:cubicBezTo>
                  <a:pt x="1252843" y="1059040"/>
                  <a:pt x="1258665" y="1067683"/>
                  <a:pt x="1266073" y="1086909"/>
                </a:cubicBezTo>
                <a:cubicBezTo>
                  <a:pt x="1273481" y="1106135"/>
                  <a:pt x="1317752" y="1140002"/>
                  <a:pt x="1288295" y="1152525"/>
                </a:cubicBezTo>
                <a:cubicBezTo>
                  <a:pt x="1258838" y="1165048"/>
                  <a:pt x="1161897" y="1161203"/>
                  <a:pt x="1089331" y="1162050"/>
                </a:cubicBezTo>
                <a:lnTo>
                  <a:pt x="852899" y="1157605"/>
                </a:lnTo>
                <a:lnTo>
                  <a:pt x="624934" y="1157816"/>
                </a:lnTo>
                <a:lnTo>
                  <a:pt x="363314" y="1149350"/>
                </a:lnTo>
                <a:lnTo>
                  <a:pt x="118839" y="1130300"/>
                </a:lnTo>
                <a:cubicBezTo>
                  <a:pt x="73331" y="1125538"/>
                  <a:pt x="81268" y="1121304"/>
                  <a:pt x="69097" y="1108075"/>
                </a:cubicBezTo>
                <a:cubicBezTo>
                  <a:pt x="56926" y="1094846"/>
                  <a:pt x="51811" y="1080558"/>
                  <a:pt x="45814" y="1050925"/>
                </a:cubicBezTo>
                <a:cubicBezTo>
                  <a:pt x="39817" y="1021292"/>
                  <a:pt x="37876" y="987954"/>
                  <a:pt x="33114" y="930275"/>
                </a:cubicBezTo>
                <a:cubicBezTo>
                  <a:pt x="28352" y="872596"/>
                  <a:pt x="21472" y="788987"/>
                  <a:pt x="17239" y="704850"/>
                </a:cubicBezTo>
                <a:cubicBezTo>
                  <a:pt x="13006" y="620713"/>
                  <a:pt x="9831" y="498475"/>
                  <a:pt x="7714" y="425450"/>
                </a:cubicBezTo>
                <a:cubicBezTo>
                  <a:pt x="5597" y="352425"/>
                  <a:pt x="2952" y="316971"/>
                  <a:pt x="4539" y="266700"/>
                </a:cubicBezTo>
                <a:cubicBezTo>
                  <a:pt x="6126" y="216429"/>
                  <a:pt x="-4634" y="113947"/>
                  <a:pt x="2422" y="70908"/>
                </a:cubicBezTo>
                <a:cubicBezTo>
                  <a:pt x="9478" y="27869"/>
                  <a:pt x="4802" y="34131"/>
                  <a:pt x="46872" y="8467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3F15AF-9283-2B15-ECD4-AF9E37BCAFC4}"/>
              </a:ext>
            </a:extLst>
          </p:cNvPr>
          <p:cNvSpPr/>
          <p:nvPr/>
        </p:nvSpPr>
        <p:spPr>
          <a:xfrm>
            <a:off x="1253062" y="4346576"/>
            <a:ext cx="1845768" cy="1160396"/>
          </a:xfrm>
          <a:custGeom>
            <a:avLst/>
            <a:gdLst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32838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96313 w 1845768"/>
              <a:gd name="connsiteY45" fmla="*/ 396875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32838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43938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56638 w 1845768"/>
              <a:gd name="connsiteY31" fmla="*/ 1130300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20426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53463 w 1845768"/>
              <a:gd name="connsiteY44" fmla="*/ 409575 h 1178579"/>
              <a:gd name="connsiteX45" fmla="*/ 102663 w 1845768"/>
              <a:gd name="connsiteY45" fmla="*/ 401108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53463 w 1845768"/>
              <a:gd name="connsiteY44" fmla="*/ 409575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2405 w 1845768"/>
              <a:gd name="connsiteY39" fmla="*/ 688975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197913 w 1845768"/>
              <a:gd name="connsiteY40" fmla="*/ 663575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01263 w 1845768"/>
              <a:gd name="connsiteY13" fmla="*/ 44767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677463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66363 w 1845768"/>
              <a:gd name="connsiteY11" fmla="*/ 485775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17138 w 1845768"/>
              <a:gd name="connsiteY16" fmla="*/ 733425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79038 w 1845768"/>
              <a:gd name="connsiteY15" fmla="*/ 647700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79038 w 1845768"/>
              <a:gd name="connsiteY14" fmla="*/ 54927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64750 w 1845768"/>
              <a:gd name="connsiteY14" fmla="*/ 54292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15563 w 1845768"/>
              <a:gd name="connsiteY23" fmla="*/ 1092200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8579"/>
              <a:gd name="connsiteX1" fmla="*/ 782113 w 1845768"/>
              <a:gd name="connsiteY1" fmla="*/ 6350 h 1178579"/>
              <a:gd name="connsiteX2" fmla="*/ 1156763 w 1845768"/>
              <a:gd name="connsiteY2" fmla="*/ 12700 h 1178579"/>
              <a:gd name="connsiteX3" fmla="*/ 1385363 w 1845768"/>
              <a:gd name="connsiteY3" fmla="*/ 22225 h 1178579"/>
              <a:gd name="connsiteX4" fmla="*/ 1604438 w 1845768"/>
              <a:gd name="connsiteY4" fmla="*/ 22225 h 1178579"/>
              <a:gd name="connsiteX5" fmla="*/ 1648888 w 1845768"/>
              <a:gd name="connsiteY5" fmla="*/ 25400 h 1178579"/>
              <a:gd name="connsiteX6" fmla="*/ 1709213 w 1845768"/>
              <a:gd name="connsiteY6" fmla="*/ 107950 h 1178579"/>
              <a:gd name="connsiteX7" fmla="*/ 1753663 w 1845768"/>
              <a:gd name="connsiteY7" fmla="*/ 219075 h 1178579"/>
              <a:gd name="connsiteX8" fmla="*/ 1794938 w 1845768"/>
              <a:gd name="connsiteY8" fmla="*/ 311150 h 1178579"/>
              <a:gd name="connsiteX9" fmla="*/ 1829863 w 1845768"/>
              <a:gd name="connsiteY9" fmla="*/ 422275 h 1178579"/>
              <a:gd name="connsiteX10" fmla="*/ 1833038 w 1845768"/>
              <a:gd name="connsiteY10" fmla="*/ 511175 h 1178579"/>
              <a:gd name="connsiteX11" fmla="*/ 1774300 w 1845768"/>
              <a:gd name="connsiteY11" fmla="*/ 477838 h 1178579"/>
              <a:gd name="connsiteX12" fmla="*/ 1701275 w 1845768"/>
              <a:gd name="connsiteY12" fmla="*/ 434975 h 1178579"/>
              <a:gd name="connsiteX13" fmla="*/ 1615550 w 1845768"/>
              <a:gd name="connsiteY13" fmla="*/ 454025 h 1178579"/>
              <a:gd name="connsiteX14" fmla="*/ 1564750 w 1845768"/>
              <a:gd name="connsiteY14" fmla="*/ 542925 h 1178579"/>
              <a:gd name="connsiteX15" fmla="*/ 1566338 w 1845768"/>
              <a:gd name="connsiteY15" fmla="*/ 646112 h 1178579"/>
              <a:gd name="connsiteX16" fmla="*/ 1631426 w 1845768"/>
              <a:gd name="connsiteY16" fmla="*/ 735012 h 1178579"/>
              <a:gd name="connsiteX17" fmla="*/ 1712388 w 1845768"/>
              <a:gd name="connsiteY17" fmla="*/ 736600 h 1178579"/>
              <a:gd name="connsiteX18" fmla="*/ 1766363 w 1845768"/>
              <a:gd name="connsiteY18" fmla="*/ 711200 h 1178579"/>
              <a:gd name="connsiteX19" fmla="*/ 1826688 w 1845768"/>
              <a:gd name="connsiteY19" fmla="*/ 682625 h 1178579"/>
              <a:gd name="connsiteX20" fmla="*/ 1845738 w 1845768"/>
              <a:gd name="connsiteY20" fmla="*/ 733425 h 1178579"/>
              <a:gd name="connsiteX21" fmla="*/ 1823513 w 1845768"/>
              <a:gd name="connsiteY21" fmla="*/ 847725 h 1178579"/>
              <a:gd name="connsiteX22" fmla="*/ 1763188 w 1845768"/>
              <a:gd name="connsiteY22" fmla="*/ 1000125 h 1178579"/>
              <a:gd name="connsiteX23" fmla="*/ 1728263 w 1845768"/>
              <a:gd name="connsiteY23" fmla="*/ 1069975 h 1178579"/>
              <a:gd name="connsiteX24" fmla="*/ 1658413 w 1845768"/>
              <a:gd name="connsiteY24" fmla="*/ 1146175 h 1178579"/>
              <a:gd name="connsiteX25" fmla="*/ 1537763 w 1845768"/>
              <a:gd name="connsiteY25" fmla="*/ 1177925 h 1178579"/>
              <a:gd name="connsiteX26" fmla="*/ 1217088 w 1845768"/>
              <a:gd name="connsiteY26" fmla="*/ 1168400 h 1178579"/>
              <a:gd name="connsiteX27" fmla="*/ 823388 w 1845768"/>
              <a:gd name="connsiteY27" fmla="*/ 1155700 h 1178579"/>
              <a:gd name="connsiteX28" fmla="*/ 496363 w 1845768"/>
              <a:gd name="connsiteY28" fmla="*/ 1146175 h 1178579"/>
              <a:gd name="connsiteX29" fmla="*/ 343963 w 1845768"/>
              <a:gd name="connsiteY29" fmla="*/ 1146175 h 1178579"/>
              <a:gd name="connsiteX30" fmla="*/ 261413 w 1845768"/>
              <a:gd name="connsiteY30" fmla="*/ 1139825 h 1178579"/>
              <a:gd name="connsiteX31" fmla="*/ 169338 w 1845768"/>
              <a:gd name="connsiteY31" fmla="*/ 1132417 h 1178579"/>
              <a:gd name="connsiteX32" fmla="*/ 131238 w 1845768"/>
              <a:gd name="connsiteY32" fmla="*/ 1073150 h 1178579"/>
              <a:gd name="connsiteX33" fmla="*/ 77263 w 1845768"/>
              <a:gd name="connsiteY33" fmla="*/ 955675 h 1178579"/>
              <a:gd name="connsiteX34" fmla="*/ 77263 w 1845768"/>
              <a:gd name="connsiteY34" fmla="*/ 955675 h 1178579"/>
              <a:gd name="connsiteX35" fmla="*/ 48688 w 1845768"/>
              <a:gd name="connsiteY35" fmla="*/ 831850 h 1178579"/>
              <a:gd name="connsiteX36" fmla="*/ 35988 w 1845768"/>
              <a:gd name="connsiteY36" fmla="*/ 727075 h 1178579"/>
              <a:gd name="connsiteX37" fmla="*/ 35988 w 1845768"/>
              <a:gd name="connsiteY37" fmla="*/ 644525 h 1178579"/>
              <a:gd name="connsiteX38" fmla="*/ 93138 w 1845768"/>
              <a:gd name="connsiteY38" fmla="*/ 682625 h 1178579"/>
              <a:gd name="connsiteX39" fmla="*/ 155580 w 1845768"/>
              <a:gd name="connsiteY39" fmla="*/ 693737 h 1178579"/>
              <a:gd name="connsiteX40" fmla="*/ 204263 w 1845768"/>
              <a:gd name="connsiteY40" fmla="*/ 665162 h 1178579"/>
              <a:gd name="connsiteX41" fmla="*/ 236013 w 1845768"/>
              <a:gd name="connsiteY41" fmla="*/ 600075 h 1178579"/>
              <a:gd name="connsiteX42" fmla="*/ 228605 w 1845768"/>
              <a:gd name="connsiteY42" fmla="*/ 498475 h 1178579"/>
              <a:gd name="connsiteX43" fmla="*/ 197913 w 1845768"/>
              <a:gd name="connsiteY43" fmla="*/ 447675 h 1178579"/>
              <a:gd name="connsiteX44" fmla="*/ 161400 w 1845768"/>
              <a:gd name="connsiteY44" fmla="*/ 414337 h 1178579"/>
              <a:gd name="connsiteX45" fmla="*/ 107425 w 1845768"/>
              <a:gd name="connsiteY45" fmla="*/ 404283 h 1178579"/>
              <a:gd name="connsiteX46" fmla="*/ 45513 w 1845768"/>
              <a:gd name="connsiteY46" fmla="*/ 447675 h 1178579"/>
              <a:gd name="connsiteX47" fmla="*/ 20113 w 1845768"/>
              <a:gd name="connsiteY47" fmla="*/ 485775 h 1178579"/>
              <a:gd name="connsiteX48" fmla="*/ 1063 w 1845768"/>
              <a:gd name="connsiteY48" fmla="*/ 403225 h 1178579"/>
              <a:gd name="connsiteX49" fmla="*/ 7413 w 1845768"/>
              <a:gd name="connsiteY49" fmla="*/ 295275 h 1178579"/>
              <a:gd name="connsiteX50" fmla="*/ 48688 w 1845768"/>
              <a:gd name="connsiteY50" fmla="*/ 177800 h 1178579"/>
              <a:gd name="connsiteX51" fmla="*/ 74088 w 1845768"/>
              <a:gd name="connsiteY51" fmla="*/ 114300 h 1178579"/>
              <a:gd name="connsiteX52" fmla="*/ 102663 w 1845768"/>
              <a:gd name="connsiteY52" fmla="*/ 53975 h 1178579"/>
              <a:gd name="connsiteX53" fmla="*/ 118538 w 1845768"/>
              <a:gd name="connsiteY53" fmla="*/ 0 h 1178579"/>
              <a:gd name="connsiteX0" fmla="*/ 118538 w 1845768"/>
              <a:gd name="connsiteY0" fmla="*/ 0 h 1179610"/>
              <a:gd name="connsiteX1" fmla="*/ 782113 w 1845768"/>
              <a:gd name="connsiteY1" fmla="*/ 6350 h 1179610"/>
              <a:gd name="connsiteX2" fmla="*/ 1156763 w 1845768"/>
              <a:gd name="connsiteY2" fmla="*/ 12700 h 1179610"/>
              <a:gd name="connsiteX3" fmla="*/ 1385363 w 1845768"/>
              <a:gd name="connsiteY3" fmla="*/ 22225 h 1179610"/>
              <a:gd name="connsiteX4" fmla="*/ 1604438 w 1845768"/>
              <a:gd name="connsiteY4" fmla="*/ 22225 h 1179610"/>
              <a:gd name="connsiteX5" fmla="*/ 1648888 w 1845768"/>
              <a:gd name="connsiteY5" fmla="*/ 25400 h 1179610"/>
              <a:gd name="connsiteX6" fmla="*/ 1709213 w 1845768"/>
              <a:gd name="connsiteY6" fmla="*/ 107950 h 1179610"/>
              <a:gd name="connsiteX7" fmla="*/ 1753663 w 1845768"/>
              <a:gd name="connsiteY7" fmla="*/ 219075 h 1179610"/>
              <a:gd name="connsiteX8" fmla="*/ 1794938 w 1845768"/>
              <a:gd name="connsiteY8" fmla="*/ 311150 h 1179610"/>
              <a:gd name="connsiteX9" fmla="*/ 1829863 w 1845768"/>
              <a:gd name="connsiteY9" fmla="*/ 422275 h 1179610"/>
              <a:gd name="connsiteX10" fmla="*/ 1833038 w 1845768"/>
              <a:gd name="connsiteY10" fmla="*/ 511175 h 1179610"/>
              <a:gd name="connsiteX11" fmla="*/ 1774300 w 1845768"/>
              <a:gd name="connsiteY11" fmla="*/ 477838 h 1179610"/>
              <a:gd name="connsiteX12" fmla="*/ 1701275 w 1845768"/>
              <a:gd name="connsiteY12" fmla="*/ 434975 h 1179610"/>
              <a:gd name="connsiteX13" fmla="*/ 1615550 w 1845768"/>
              <a:gd name="connsiteY13" fmla="*/ 454025 h 1179610"/>
              <a:gd name="connsiteX14" fmla="*/ 1564750 w 1845768"/>
              <a:gd name="connsiteY14" fmla="*/ 542925 h 1179610"/>
              <a:gd name="connsiteX15" fmla="*/ 1566338 w 1845768"/>
              <a:gd name="connsiteY15" fmla="*/ 646112 h 1179610"/>
              <a:gd name="connsiteX16" fmla="*/ 1631426 w 1845768"/>
              <a:gd name="connsiteY16" fmla="*/ 735012 h 1179610"/>
              <a:gd name="connsiteX17" fmla="*/ 1712388 w 1845768"/>
              <a:gd name="connsiteY17" fmla="*/ 736600 h 1179610"/>
              <a:gd name="connsiteX18" fmla="*/ 1766363 w 1845768"/>
              <a:gd name="connsiteY18" fmla="*/ 711200 h 1179610"/>
              <a:gd name="connsiteX19" fmla="*/ 1826688 w 1845768"/>
              <a:gd name="connsiteY19" fmla="*/ 682625 h 1179610"/>
              <a:gd name="connsiteX20" fmla="*/ 1845738 w 1845768"/>
              <a:gd name="connsiteY20" fmla="*/ 733425 h 1179610"/>
              <a:gd name="connsiteX21" fmla="*/ 1823513 w 1845768"/>
              <a:gd name="connsiteY21" fmla="*/ 847725 h 1179610"/>
              <a:gd name="connsiteX22" fmla="*/ 1763188 w 1845768"/>
              <a:gd name="connsiteY22" fmla="*/ 1000125 h 1179610"/>
              <a:gd name="connsiteX23" fmla="*/ 1728263 w 1845768"/>
              <a:gd name="connsiteY23" fmla="*/ 1069975 h 1179610"/>
              <a:gd name="connsiteX24" fmla="*/ 1664763 w 1845768"/>
              <a:gd name="connsiteY24" fmla="*/ 1127125 h 1179610"/>
              <a:gd name="connsiteX25" fmla="*/ 1537763 w 1845768"/>
              <a:gd name="connsiteY25" fmla="*/ 1177925 h 1179610"/>
              <a:gd name="connsiteX26" fmla="*/ 1217088 w 1845768"/>
              <a:gd name="connsiteY26" fmla="*/ 1168400 h 1179610"/>
              <a:gd name="connsiteX27" fmla="*/ 823388 w 1845768"/>
              <a:gd name="connsiteY27" fmla="*/ 1155700 h 1179610"/>
              <a:gd name="connsiteX28" fmla="*/ 496363 w 1845768"/>
              <a:gd name="connsiteY28" fmla="*/ 1146175 h 1179610"/>
              <a:gd name="connsiteX29" fmla="*/ 343963 w 1845768"/>
              <a:gd name="connsiteY29" fmla="*/ 1146175 h 1179610"/>
              <a:gd name="connsiteX30" fmla="*/ 261413 w 1845768"/>
              <a:gd name="connsiteY30" fmla="*/ 1139825 h 1179610"/>
              <a:gd name="connsiteX31" fmla="*/ 169338 w 1845768"/>
              <a:gd name="connsiteY31" fmla="*/ 1132417 h 1179610"/>
              <a:gd name="connsiteX32" fmla="*/ 131238 w 1845768"/>
              <a:gd name="connsiteY32" fmla="*/ 1073150 h 1179610"/>
              <a:gd name="connsiteX33" fmla="*/ 77263 w 1845768"/>
              <a:gd name="connsiteY33" fmla="*/ 955675 h 1179610"/>
              <a:gd name="connsiteX34" fmla="*/ 77263 w 1845768"/>
              <a:gd name="connsiteY34" fmla="*/ 955675 h 1179610"/>
              <a:gd name="connsiteX35" fmla="*/ 48688 w 1845768"/>
              <a:gd name="connsiteY35" fmla="*/ 831850 h 1179610"/>
              <a:gd name="connsiteX36" fmla="*/ 35988 w 1845768"/>
              <a:gd name="connsiteY36" fmla="*/ 727075 h 1179610"/>
              <a:gd name="connsiteX37" fmla="*/ 35988 w 1845768"/>
              <a:gd name="connsiteY37" fmla="*/ 644525 h 1179610"/>
              <a:gd name="connsiteX38" fmla="*/ 93138 w 1845768"/>
              <a:gd name="connsiteY38" fmla="*/ 682625 h 1179610"/>
              <a:gd name="connsiteX39" fmla="*/ 155580 w 1845768"/>
              <a:gd name="connsiteY39" fmla="*/ 693737 h 1179610"/>
              <a:gd name="connsiteX40" fmla="*/ 204263 w 1845768"/>
              <a:gd name="connsiteY40" fmla="*/ 665162 h 1179610"/>
              <a:gd name="connsiteX41" fmla="*/ 236013 w 1845768"/>
              <a:gd name="connsiteY41" fmla="*/ 600075 h 1179610"/>
              <a:gd name="connsiteX42" fmla="*/ 228605 w 1845768"/>
              <a:gd name="connsiteY42" fmla="*/ 498475 h 1179610"/>
              <a:gd name="connsiteX43" fmla="*/ 197913 w 1845768"/>
              <a:gd name="connsiteY43" fmla="*/ 447675 h 1179610"/>
              <a:gd name="connsiteX44" fmla="*/ 161400 w 1845768"/>
              <a:gd name="connsiteY44" fmla="*/ 414337 h 1179610"/>
              <a:gd name="connsiteX45" fmla="*/ 107425 w 1845768"/>
              <a:gd name="connsiteY45" fmla="*/ 404283 h 1179610"/>
              <a:gd name="connsiteX46" fmla="*/ 45513 w 1845768"/>
              <a:gd name="connsiteY46" fmla="*/ 447675 h 1179610"/>
              <a:gd name="connsiteX47" fmla="*/ 20113 w 1845768"/>
              <a:gd name="connsiteY47" fmla="*/ 485775 h 1179610"/>
              <a:gd name="connsiteX48" fmla="*/ 1063 w 1845768"/>
              <a:gd name="connsiteY48" fmla="*/ 403225 h 1179610"/>
              <a:gd name="connsiteX49" fmla="*/ 7413 w 1845768"/>
              <a:gd name="connsiteY49" fmla="*/ 295275 h 1179610"/>
              <a:gd name="connsiteX50" fmla="*/ 48688 w 1845768"/>
              <a:gd name="connsiteY50" fmla="*/ 177800 h 1179610"/>
              <a:gd name="connsiteX51" fmla="*/ 74088 w 1845768"/>
              <a:gd name="connsiteY51" fmla="*/ 114300 h 1179610"/>
              <a:gd name="connsiteX52" fmla="*/ 102663 w 1845768"/>
              <a:gd name="connsiteY52" fmla="*/ 53975 h 1179610"/>
              <a:gd name="connsiteX53" fmla="*/ 118538 w 1845768"/>
              <a:gd name="connsiteY53" fmla="*/ 0 h 1179610"/>
              <a:gd name="connsiteX0" fmla="*/ 118538 w 1845768"/>
              <a:gd name="connsiteY0" fmla="*/ 0 h 1168400"/>
              <a:gd name="connsiteX1" fmla="*/ 782113 w 1845768"/>
              <a:gd name="connsiteY1" fmla="*/ 6350 h 1168400"/>
              <a:gd name="connsiteX2" fmla="*/ 1156763 w 1845768"/>
              <a:gd name="connsiteY2" fmla="*/ 12700 h 1168400"/>
              <a:gd name="connsiteX3" fmla="*/ 1385363 w 1845768"/>
              <a:gd name="connsiteY3" fmla="*/ 22225 h 1168400"/>
              <a:gd name="connsiteX4" fmla="*/ 1604438 w 1845768"/>
              <a:gd name="connsiteY4" fmla="*/ 22225 h 1168400"/>
              <a:gd name="connsiteX5" fmla="*/ 1648888 w 1845768"/>
              <a:gd name="connsiteY5" fmla="*/ 25400 h 1168400"/>
              <a:gd name="connsiteX6" fmla="*/ 1709213 w 1845768"/>
              <a:gd name="connsiteY6" fmla="*/ 107950 h 1168400"/>
              <a:gd name="connsiteX7" fmla="*/ 1753663 w 1845768"/>
              <a:gd name="connsiteY7" fmla="*/ 219075 h 1168400"/>
              <a:gd name="connsiteX8" fmla="*/ 1794938 w 1845768"/>
              <a:gd name="connsiteY8" fmla="*/ 311150 h 1168400"/>
              <a:gd name="connsiteX9" fmla="*/ 1829863 w 1845768"/>
              <a:gd name="connsiteY9" fmla="*/ 422275 h 1168400"/>
              <a:gd name="connsiteX10" fmla="*/ 1833038 w 1845768"/>
              <a:gd name="connsiteY10" fmla="*/ 511175 h 1168400"/>
              <a:gd name="connsiteX11" fmla="*/ 1774300 w 1845768"/>
              <a:gd name="connsiteY11" fmla="*/ 477838 h 1168400"/>
              <a:gd name="connsiteX12" fmla="*/ 1701275 w 1845768"/>
              <a:gd name="connsiteY12" fmla="*/ 434975 h 1168400"/>
              <a:gd name="connsiteX13" fmla="*/ 1615550 w 1845768"/>
              <a:gd name="connsiteY13" fmla="*/ 454025 h 1168400"/>
              <a:gd name="connsiteX14" fmla="*/ 1564750 w 1845768"/>
              <a:gd name="connsiteY14" fmla="*/ 542925 h 1168400"/>
              <a:gd name="connsiteX15" fmla="*/ 1566338 w 1845768"/>
              <a:gd name="connsiteY15" fmla="*/ 646112 h 1168400"/>
              <a:gd name="connsiteX16" fmla="*/ 1631426 w 1845768"/>
              <a:gd name="connsiteY16" fmla="*/ 735012 h 1168400"/>
              <a:gd name="connsiteX17" fmla="*/ 1712388 w 1845768"/>
              <a:gd name="connsiteY17" fmla="*/ 736600 h 1168400"/>
              <a:gd name="connsiteX18" fmla="*/ 1766363 w 1845768"/>
              <a:gd name="connsiteY18" fmla="*/ 711200 h 1168400"/>
              <a:gd name="connsiteX19" fmla="*/ 1826688 w 1845768"/>
              <a:gd name="connsiteY19" fmla="*/ 682625 h 1168400"/>
              <a:gd name="connsiteX20" fmla="*/ 1845738 w 1845768"/>
              <a:gd name="connsiteY20" fmla="*/ 733425 h 1168400"/>
              <a:gd name="connsiteX21" fmla="*/ 1823513 w 1845768"/>
              <a:gd name="connsiteY21" fmla="*/ 847725 h 1168400"/>
              <a:gd name="connsiteX22" fmla="*/ 1763188 w 1845768"/>
              <a:gd name="connsiteY22" fmla="*/ 1000125 h 1168400"/>
              <a:gd name="connsiteX23" fmla="*/ 1728263 w 1845768"/>
              <a:gd name="connsiteY23" fmla="*/ 1069975 h 1168400"/>
              <a:gd name="connsiteX24" fmla="*/ 1664763 w 1845768"/>
              <a:gd name="connsiteY24" fmla="*/ 1127125 h 1168400"/>
              <a:gd name="connsiteX25" fmla="*/ 1537763 w 1845768"/>
              <a:gd name="connsiteY25" fmla="*/ 1158875 h 1168400"/>
              <a:gd name="connsiteX26" fmla="*/ 1217088 w 1845768"/>
              <a:gd name="connsiteY26" fmla="*/ 1168400 h 1168400"/>
              <a:gd name="connsiteX27" fmla="*/ 823388 w 1845768"/>
              <a:gd name="connsiteY27" fmla="*/ 1155700 h 1168400"/>
              <a:gd name="connsiteX28" fmla="*/ 496363 w 1845768"/>
              <a:gd name="connsiteY28" fmla="*/ 1146175 h 1168400"/>
              <a:gd name="connsiteX29" fmla="*/ 343963 w 1845768"/>
              <a:gd name="connsiteY29" fmla="*/ 1146175 h 1168400"/>
              <a:gd name="connsiteX30" fmla="*/ 261413 w 1845768"/>
              <a:gd name="connsiteY30" fmla="*/ 1139825 h 1168400"/>
              <a:gd name="connsiteX31" fmla="*/ 169338 w 1845768"/>
              <a:gd name="connsiteY31" fmla="*/ 1132417 h 1168400"/>
              <a:gd name="connsiteX32" fmla="*/ 131238 w 1845768"/>
              <a:gd name="connsiteY32" fmla="*/ 1073150 h 1168400"/>
              <a:gd name="connsiteX33" fmla="*/ 77263 w 1845768"/>
              <a:gd name="connsiteY33" fmla="*/ 955675 h 1168400"/>
              <a:gd name="connsiteX34" fmla="*/ 77263 w 1845768"/>
              <a:gd name="connsiteY34" fmla="*/ 955675 h 1168400"/>
              <a:gd name="connsiteX35" fmla="*/ 48688 w 1845768"/>
              <a:gd name="connsiteY35" fmla="*/ 831850 h 1168400"/>
              <a:gd name="connsiteX36" fmla="*/ 35988 w 1845768"/>
              <a:gd name="connsiteY36" fmla="*/ 727075 h 1168400"/>
              <a:gd name="connsiteX37" fmla="*/ 35988 w 1845768"/>
              <a:gd name="connsiteY37" fmla="*/ 644525 h 1168400"/>
              <a:gd name="connsiteX38" fmla="*/ 93138 w 1845768"/>
              <a:gd name="connsiteY38" fmla="*/ 682625 h 1168400"/>
              <a:gd name="connsiteX39" fmla="*/ 155580 w 1845768"/>
              <a:gd name="connsiteY39" fmla="*/ 693737 h 1168400"/>
              <a:gd name="connsiteX40" fmla="*/ 204263 w 1845768"/>
              <a:gd name="connsiteY40" fmla="*/ 665162 h 1168400"/>
              <a:gd name="connsiteX41" fmla="*/ 236013 w 1845768"/>
              <a:gd name="connsiteY41" fmla="*/ 600075 h 1168400"/>
              <a:gd name="connsiteX42" fmla="*/ 228605 w 1845768"/>
              <a:gd name="connsiteY42" fmla="*/ 498475 h 1168400"/>
              <a:gd name="connsiteX43" fmla="*/ 197913 w 1845768"/>
              <a:gd name="connsiteY43" fmla="*/ 447675 h 1168400"/>
              <a:gd name="connsiteX44" fmla="*/ 161400 w 1845768"/>
              <a:gd name="connsiteY44" fmla="*/ 414337 h 1168400"/>
              <a:gd name="connsiteX45" fmla="*/ 107425 w 1845768"/>
              <a:gd name="connsiteY45" fmla="*/ 404283 h 1168400"/>
              <a:gd name="connsiteX46" fmla="*/ 45513 w 1845768"/>
              <a:gd name="connsiteY46" fmla="*/ 447675 h 1168400"/>
              <a:gd name="connsiteX47" fmla="*/ 20113 w 1845768"/>
              <a:gd name="connsiteY47" fmla="*/ 485775 h 1168400"/>
              <a:gd name="connsiteX48" fmla="*/ 1063 w 1845768"/>
              <a:gd name="connsiteY48" fmla="*/ 403225 h 1168400"/>
              <a:gd name="connsiteX49" fmla="*/ 7413 w 1845768"/>
              <a:gd name="connsiteY49" fmla="*/ 295275 h 1168400"/>
              <a:gd name="connsiteX50" fmla="*/ 48688 w 1845768"/>
              <a:gd name="connsiteY50" fmla="*/ 177800 h 1168400"/>
              <a:gd name="connsiteX51" fmla="*/ 74088 w 1845768"/>
              <a:gd name="connsiteY51" fmla="*/ 114300 h 1168400"/>
              <a:gd name="connsiteX52" fmla="*/ 102663 w 1845768"/>
              <a:gd name="connsiteY52" fmla="*/ 53975 h 1168400"/>
              <a:gd name="connsiteX53" fmla="*/ 118538 w 1845768"/>
              <a:gd name="connsiteY53" fmla="*/ 0 h 1168400"/>
              <a:gd name="connsiteX0" fmla="*/ 118538 w 1845768"/>
              <a:gd name="connsiteY0" fmla="*/ 0 h 1160396"/>
              <a:gd name="connsiteX1" fmla="*/ 782113 w 1845768"/>
              <a:gd name="connsiteY1" fmla="*/ 6350 h 1160396"/>
              <a:gd name="connsiteX2" fmla="*/ 1156763 w 1845768"/>
              <a:gd name="connsiteY2" fmla="*/ 12700 h 1160396"/>
              <a:gd name="connsiteX3" fmla="*/ 1385363 w 1845768"/>
              <a:gd name="connsiteY3" fmla="*/ 22225 h 1160396"/>
              <a:gd name="connsiteX4" fmla="*/ 1604438 w 1845768"/>
              <a:gd name="connsiteY4" fmla="*/ 22225 h 1160396"/>
              <a:gd name="connsiteX5" fmla="*/ 1648888 w 1845768"/>
              <a:gd name="connsiteY5" fmla="*/ 25400 h 1160396"/>
              <a:gd name="connsiteX6" fmla="*/ 1709213 w 1845768"/>
              <a:gd name="connsiteY6" fmla="*/ 107950 h 1160396"/>
              <a:gd name="connsiteX7" fmla="*/ 1753663 w 1845768"/>
              <a:gd name="connsiteY7" fmla="*/ 219075 h 1160396"/>
              <a:gd name="connsiteX8" fmla="*/ 1794938 w 1845768"/>
              <a:gd name="connsiteY8" fmla="*/ 311150 h 1160396"/>
              <a:gd name="connsiteX9" fmla="*/ 1829863 w 1845768"/>
              <a:gd name="connsiteY9" fmla="*/ 422275 h 1160396"/>
              <a:gd name="connsiteX10" fmla="*/ 1833038 w 1845768"/>
              <a:gd name="connsiteY10" fmla="*/ 511175 h 1160396"/>
              <a:gd name="connsiteX11" fmla="*/ 1774300 w 1845768"/>
              <a:gd name="connsiteY11" fmla="*/ 477838 h 1160396"/>
              <a:gd name="connsiteX12" fmla="*/ 1701275 w 1845768"/>
              <a:gd name="connsiteY12" fmla="*/ 434975 h 1160396"/>
              <a:gd name="connsiteX13" fmla="*/ 1615550 w 1845768"/>
              <a:gd name="connsiteY13" fmla="*/ 454025 h 1160396"/>
              <a:gd name="connsiteX14" fmla="*/ 1564750 w 1845768"/>
              <a:gd name="connsiteY14" fmla="*/ 542925 h 1160396"/>
              <a:gd name="connsiteX15" fmla="*/ 1566338 w 1845768"/>
              <a:gd name="connsiteY15" fmla="*/ 646112 h 1160396"/>
              <a:gd name="connsiteX16" fmla="*/ 1631426 w 1845768"/>
              <a:gd name="connsiteY16" fmla="*/ 735012 h 1160396"/>
              <a:gd name="connsiteX17" fmla="*/ 1712388 w 1845768"/>
              <a:gd name="connsiteY17" fmla="*/ 736600 h 1160396"/>
              <a:gd name="connsiteX18" fmla="*/ 1766363 w 1845768"/>
              <a:gd name="connsiteY18" fmla="*/ 711200 h 1160396"/>
              <a:gd name="connsiteX19" fmla="*/ 1826688 w 1845768"/>
              <a:gd name="connsiteY19" fmla="*/ 682625 h 1160396"/>
              <a:gd name="connsiteX20" fmla="*/ 1845738 w 1845768"/>
              <a:gd name="connsiteY20" fmla="*/ 733425 h 1160396"/>
              <a:gd name="connsiteX21" fmla="*/ 1823513 w 1845768"/>
              <a:gd name="connsiteY21" fmla="*/ 847725 h 1160396"/>
              <a:gd name="connsiteX22" fmla="*/ 1763188 w 1845768"/>
              <a:gd name="connsiteY22" fmla="*/ 1000125 h 1160396"/>
              <a:gd name="connsiteX23" fmla="*/ 1728263 w 1845768"/>
              <a:gd name="connsiteY23" fmla="*/ 1069975 h 1160396"/>
              <a:gd name="connsiteX24" fmla="*/ 1664763 w 1845768"/>
              <a:gd name="connsiteY24" fmla="*/ 1127125 h 1160396"/>
              <a:gd name="connsiteX25" fmla="*/ 1537763 w 1845768"/>
              <a:gd name="connsiteY25" fmla="*/ 1158875 h 1160396"/>
              <a:gd name="connsiteX26" fmla="*/ 1207563 w 1845768"/>
              <a:gd name="connsiteY26" fmla="*/ 1155700 h 1160396"/>
              <a:gd name="connsiteX27" fmla="*/ 823388 w 1845768"/>
              <a:gd name="connsiteY27" fmla="*/ 1155700 h 1160396"/>
              <a:gd name="connsiteX28" fmla="*/ 496363 w 1845768"/>
              <a:gd name="connsiteY28" fmla="*/ 1146175 h 1160396"/>
              <a:gd name="connsiteX29" fmla="*/ 343963 w 1845768"/>
              <a:gd name="connsiteY29" fmla="*/ 1146175 h 1160396"/>
              <a:gd name="connsiteX30" fmla="*/ 261413 w 1845768"/>
              <a:gd name="connsiteY30" fmla="*/ 1139825 h 1160396"/>
              <a:gd name="connsiteX31" fmla="*/ 169338 w 1845768"/>
              <a:gd name="connsiteY31" fmla="*/ 1132417 h 1160396"/>
              <a:gd name="connsiteX32" fmla="*/ 131238 w 1845768"/>
              <a:gd name="connsiteY32" fmla="*/ 1073150 h 1160396"/>
              <a:gd name="connsiteX33" fmla="*/ 77263 w 1845768"/>
              <a:gd name="connsiteY33" fmla="*/ 955675 h 1160396"/>
              <a:gd name="connsiteX34" fmla="*/ 77263 w 1845768"/>
              <a:gd name="connsiteY34" fmla="*/ 955675 h 1160396"/>
              <a:gd name="connsiteX35" fmla="*/ 48688 w 1845768"/>
              <a:gd name="connsiteY35" fmla="*/ 831850 h 1160396"/>
              <a:gd name="connsiteX36" fmla="*/ 35988 w 1845768"/>
              <a:gd name="connsiteY36" fmla="*/ 727075 h 1160396"/>
              <a:gd name="connsiteX37" fmla="*/ 35988 w 1845768"/>
              <a:gd name="connsiteY37" fmla="*/ 644525 h 1160396"/>
              <a:gd name="connsiteX38" fmla="*/ 93138 w 1845768"/>
              <a:gd name="connsiteY38" fmla="*/ 682625 h 1160396"/>
              <a:gd name="connsiteX39" fmla="*/ 155580 w 1845768"/>
              <a:gd name="connsiteY39" fmla="*/ 693737 h 1160396"/>
              <a:gd name="connsiteX40" fmla="*/ 204263 w 1845768"/>
              <a:gd name="connsiteY40" fmla="*/ 665162 h 1160396"/>
              <a:gd name="connsiteX41" fmla="*/ 236013 w 1845768"/>
              <a:gd name="connsiteY41" fmla="*/ 600075 h 1160396"/>
              <a:gd name="connsiteX42" fmla="*/ 228605 w 1845768"/>
              <a:gd name="connsiteY42" fmla="*/ 498475 h 1160396"/>
              <a:gd name="connsiteX43" fmla="*/ 197913 w 1845768"/>
              <a:gd name="connsiteY43" fmla="*/ 447675 h 1160396"/>
              <a:gd name="connsiteX44" fmla="*/ 161400 w 1845768"/>
              <a:gd name="connsiteY44" fmla="*/ 414337 h 1160396"/>
              <a:gd name="connsiteX45" fmla="*/ 107425 w 1845768"/>
              <a:gd name="connsiteY45" fmla="*/ 404283 h 1160396"/>
              <a:gd name="connsiteX46" fmla="*/ 45513 w 1845768"/>
              <a:gd name="connsiteY46" fmla="*/ 447675 h 1160396"/>
              <a:gd name="connsiteX47" fmla="*/ 20113 w 1845768"/>
              <a:gd name="connsiteY47" fmla="*/ 485775 h 1160396"/>
              <a:gd name="connsiteX48" fmla="*/ 1063 w 1845768"/>
              <a:gd name="connsiteY48" fmla="*/ 403225 h 1160396"/>
              <a:gd name="connsiteX49" fmla="*/ 7413 w 1845768"/>
              <a:gd name="connsiteY49" fmla="*/ 295275 h 1160396"/>
              <a:gd name="connsiteX50" fmla="*/ 48688 w 1845768"/>
              <a:gd name="connsiteY50" fmla="*/ 177800 h 1160396"/>
              <a:gd name="connsiteX51" fmla="*/ 74088 w 1845768"/>
              <a:gd name="connsiteY51" fmla="*/ 114300 h 1160396"/>
              <a:gd name="connsiteX52" fmla="*/ 102663 w 1845768"/>
              <a:gd name="connsiteY52" fmla="*/ 53975 h 1160396"/>
              <a:gd name="connsiteX53" fmla="*/ 118538 w 1845768"/>
              <a:gd name="connsiteY53" fmla="*/ 0 h 1160396"/>
              <a:gd name="connsiteX0" fmla="*/ 118538 w 1845768"/>
              <a:gd name="connsiteY0" fmla="*/ 0 h 1160396"/>
              <a:gd name="connsiteX1" fmla="*/ 782113 w 1845768"/>
              <a:gd name="connsiteY1" fmla="*/ 6350 h 1160396"/>
              <a:gd name="connsiteX2" fmla="*/ 1156763 w 1845768"/>
              <a:gd name="connsiteY2" fmla="*/ 12700 h 1160396"/>
              <a:gd name="connsiteX3" fmla="*/ 1385363 w 1845768"/>
              <a:gd name="connsiteY3" fmla="*/ 22225 h 1160396"/>
              <a:gd name="connsiteX4" fmla="*/ 1604438 w 1845768"/>
              <a:gd name="connsiteY4" fmla="*/ 22225 h 1160396"/>
              <a:gd name="connsiteX5" fmla="*/ 1648888 w 1845768"/>
              <a:gd name="connsiteY5" fmla="*/ 33866 h 1160396"/>
              <a:gd name="connsiteX6" fmla="*/ 1709213 w 1845768"/>
              <a:gd name="connsiteY6" fmla="*/ 107950 h 1160396"/>
              <a:gd name="connsiteX7" fmla="*/ 1753663 w 1845768"/>
              <a:gd name="connsiteY7" fmla="*/ 219075 h 1160396"/>
              <a:gd name="connsiteX8" fmla="*/ 1794938 w 1845768"/>
              <a:gd name="connsiteY8" fmla="*/ 311150 h 1160396"/>
              <a:gd name="connsiteX9" fmla="*/ 1829863 w 1845768"/>
              <a:gd name="connsiteY9" fmla="*/ 422275 h 1160396"/>
              <a:gd name="connsiteX10" fmla="*/ 1833038 w 1845768"/>
              <a:gd name="connsiteY10" fmla="*/ 511175 h 1160396"/>
              <a:gd name="connsiteX11" fmla="*/ 1774300 w 1845768"/>
              <a:gd name="connsiteY11" fmla="*/ 477838 h 1160396"/>
              <a:gd name="connsiteX12" fmla="*/ 1701275 w 1845768"/>
              <a:gd name="connsiteY12" fmla="*/ 434975 h 1160396"/>
              <a:gd name="connsiteX13" fmla="*/ 1615550 w 1845768"/>
              <a:gd name="connsiteY13" fmla="*/ 454025 h 1160396"/>
              <a:gd name="connsiteX14" fmla="*/ 1564750 w 1845768"/>
              <a:gd name="connsiteY14" fmla="*/ 542925 h 1160396"/>
              <a:gd name="connsiteX15" fmla="*/ 1566338 w 1845768"/>
              <a:gd name="connsiteY15" fmla="*/ 646112 h 1160396"/>
              <a:gd name="connsiteX16" fmla="*/ 1631426 w 1845768"/>
              <a:gd name="connsiteY16" fmla="*/ 735012 h 1160396"/>
              <a:gd name="connsiteX17" fmla="*/ 1712388 w 1845768"/>
              <a:gd name="connsiteY17" fmla="*/ 736600 h 1160396"/>
              <a:gd name="connsiteX18" fmla="*/ 1766363 w 1845768"/>
              <a:gd name="connsiteY18" fmla="*/ 711200 h 1160396"/>
              <a:gd name="connsiteX19" fmla="*/ 1826688 w 1845768"/>
              <a:gd name="connsiteY19" fmla="*/ 682625 h 1160396"/>
              <a:gd name="connsiteX20" fmla="*/ 1845738 w 1845768"/>
              <a:gd name="connsiteY20" fmla="*/ 733425 h 1160396"/>
              <a:gd name="connsiteX21" fmla="*/ 1823513 w 1845768"/>
              <a:gd name="connsiteY21" fmla="*/ 847725 h 1160396"/>
              <a:gd name="connsiteX22" fmla="*/ 1763188 w 1845768"/>
              <a:gd name="connsiteY22" fmla="*/ 1000125 h 1160396"/>
              <a:gd name="connsiteX23" fmla="*/ 1728263 w 1845768"/>
              <a:gd name="connsiteY23" fmla="*/ 1069975 h 1160396"/>
              <a:gd name="connsiteX24" fmla="*/ 1664763 w 1845768"/>
              <a:gd name="connsiteY24" fmla="*/ 1127125 h 1160396"/>
              <a:gd name="connsiteX25" fmla="*/ 1537763 w 1845768"/>
              <a:gd name="connsiteY25" fmla="*/ 1158875 h 1160396"/>
              <a:gd name="connsiteX26" fmla="*/ 1207563 w 1845768"/>
              <a:gd name="connsiteY26" fmla="*/ 1155700 h 1160396"/>
              <a:gd name="connsiteX27" fmla="*/ 823388 w 1845768"/>
              <a:gd name="connsiteY27" fmla="*/ 1155700 h 1160396"/>
              <a:gd name="connsiteX28" fmla="*/ 496363 w 1845768"/>
              <a:gd name="connsiteY28" fmla="*/ 1146175 h 1160396"/>
              <a:gd name="connsiteX29" fmla="*/ 343963 w 1845768"/>
              <a:gd name="connsiteY29" fmla="*/ 1146175 h 1160396"/>
              <a:gd name="connsiteX30" fmla="*/ 261413 w 1845768"/>
              <a:gd name="connsiteY30" fmla="*/ 1139825 h 1160396"/>
              <a:gd name="connsiteX31" fmla="*/ 169338 w 1845768"/>
              <a:gd name="connsiteY31" fmla="*/ 1132417 h 1160396"/>
              <a:gd name="connsiteX32" fmla="*/ 131238 w 1845768"/>
              <a:gd name="connsiteY32" fmla="*/ 1073150 h 1160396"/>
              <a:gd name="connsiteX33" fmla="*/ 77263 w 1845768"/>
              <a:gd name="connsiteY33" fmla="*/ 955675 h 1160396"/>
              <a:gd name="connsiteX34" fmla="*/ 77263 w 1845768"/>
              <a:gd name="connsiteY34" fmla="*/ 955675 h 1160396"/>
              <a:gd name="connsiteX35" fmla="*/ 48688 w 1845768"/>
              <a:gd name="connsiteY35" fmla="*/ 831850 h 1160396"/>
              <a:gd name="connsiteX36" fmla="*/ 35988 w 1845768"/>
              <a:gd name="connsiteY36" fmla="*/ 727075 h 1160396"/>
              <a:gd name="connsiteX37" fmla="*/ 35988 w 1845768"/>
              <a:gd name="connsiteY37" fmla="*/ 644525 h 1160396"/>
              <a:gd name="connsiteX38" fmla="*/ 93138 w 1845768"/>
              <a:gd name="connsiteY38" fmla="*/ 682625 h 1160396"/>
              <a:gd name="connsiteX39" fmla="*/ 155580 w 1845768"/>
              <a:gd name="connsiteY39" fmla="*/ 693737 h 1160396"/>
              <a:gd name="connsiteX40" fmla="*/ 204263 w 1845768"/>
              <a:gd name="connsiteY40" fmla="*/ 665162 h 1160396"/>
              <a:gd name="connsiteX41" fmla="*/ 236013 w 1845768"/>
              <a:gd name="connsiteY41" fmla="*/ 600075 h 1160396"/>
              <a:gd name="connsiteX42" fmla="*/ 228605 w 1845768"/>
              <a:gd name="connsiteY42" fmla="*/ 498475 h 1160396"/>
              <a:gd name="connsiteX43" fmla="*/ 197913 w 1845768"/>
              <a:gd name="connsiteY43" fmla="*/ 447675 h 1160396"/>
              <a:gd name="connsiteX44" fmla="*/ 161400 w 1845768"/>
              <a:gd name="connsiteY44" fmla="*/ 414337 h 1160396"/>
              <a:gd name="connsiteX45" fmla="*/ 107425 w 1845768"/>
              <a:gd name="connsiteY45" fmla="*/ 404283 h 1160396"/>
              <a:gd name="connsiteX46" fmla="*/ 45513 w 1845768"/>
              <a:gd name="connsiteY46" fmla="*/ 447675 h 1160396"/>
              <a:gd name="connsiteX47" fmla="*/ 20113 w 1845768"/>
              <a:gd name="connsiteY47" fmla="*/ 485775 h 1160396"/>
              <a:gd name="connsiteX48" fmla="*/ 1063 w 1845768"/>
              <a:gd name="connsiteY48" fmla="*/ 403225 h 1160396"/>
              <a:gd name="connsiteX49" fmla="*/ 7413 w 1845768"/>
              <a:gd name="connsiteY49" fmla="*/ 295275 h 1160396"/>
              <a:gd name="connsiteX50" fmla="*/ 48688 w 1845768"/>
              <a:gd name="connsiteY50" fmla="*/ 177800 h 1160396"/>
              <a:gd name="connsiteX51" fmla="*/ 74088 w 1845768"/>
              <a:gd name="connsiteY51" fmla="*/ 114300 h 1160396"/>
              <a:gd name="connsiteX52" fmla="*/ 102663 w 1845768"/>
              <a:gd name="connsiteY52" fmla="*/ 53975 h 1160396"/>
              <a:gd name="connsiteX53" fmla="*/ 118538 w 1845768"/>
              <a:gd name="connsiteY53" fmla="*/ 0 h 1160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845768" h="1160396">
                <a:moveTo>
                  <a:pt x="118538" y="0"/>
                </a:moveTo>
                <a:lnTo>
                  <a:pt x="782113" y="6350"/>
                </a:lnTo>
                <a:lnTo>
                  <a:pt x="1156763" y="12700"/>
                </a:lnTo>
                <a:cubicBezTo>
                  <a:pt x="1257305" y="15346"/>
                  <a:pt x="1310751" y="20638"/>
                  <a:pt x="1385363" y="22225"/>
                </a:cubicBezTo>
                <a:cubicBezTo>
                  <a:pt x="1459975" y="23812"/>
                  <a:pt x="1560517" y="20285"/>
                  <a:pt x="1604438" y="22225"/>
                </a:cubicBezTo>
                <a:cubicBezTo>
                  <a:pt x="1648359" y="24165"/>
                  <a:pt x="1631426" y="19579"/>
                  <a:pt x="1648888" y="33866"/>
                </a:cubicBezTo>
                <a:cubicBezTo>
                  <a:pt x="1666350" y="48153"/>
                  <a:pt x="1691751" y="77082"/>
                  <a:pt x="1709213" y="107950"/>
                </a:cubicBezTo>
                <a:cubicBezTo>
                  <a:pt x="1726676" y="138818"/>
                  <a:pt x="1739375" y="185208"/>
                  <a:pt x="1753663" y="219075"/>
                </a:cubicBezTo>
                <a:cubicBezTo>
                  <a:pt x="1767951" y="252942"/>
                  <a:pt x="1782238" y="277283"/>
                  <a:pt x="1794938" y="311150"/>
                </a:cubicBezTo>
                <a:cubicBezTo>
                  <a:pt x="1807638" y="345017"/>
                  <a:pt x="1823513" y="388938"/>
                  <a:pt x="1829863" y="422275"/>
                </a:cubicBezTo>
                <a:cubicBezTo>
                  <a:pt x="1836213" y="455613"/>
                  <a:pt x="1842298" y="501915"/>
                  <a:pt x="1833038" y="511175"/>
                </a:cubicBezTo>
                <a:cubicBezTo>
                  <a:pt x="1823778" y="520435"/>
                  <a:pt x="1796260" y="490538"/>
                  <a:pt x="1774300" y="477838"/>
                </a:cubicBezTo>
                <a:cubicBezTo>
                  <a:pt x="1752340" y="465138"/>
                  <a:pt x="1727733" y="438944"/>
                  <a:pt x="1701275" y="434975"/>
                </a:cubicBezTo>
                <a:cubicBezTo>
                  <a:pt x="1674817" y="431006"/>
                  <a:pt x="1638304" y="436033"/>
                  <a:pt x="1615550" y="454025"/>
                </a:cubicBezTo>
                <a:cubicBezTo>
                  <a:pt x="1592796" y="472017"/>
                  <a:pt x="1572952" y="510911"/>
                  <a:pt x="1564750" y="542925"/>
                </a:cubicBezTo>
                <a:cubicBezTo>
                  <a:pt x="1556548" y="574939"/>
                  <a:pt x="1555225" y="614098"/>
                  <a:pt x="1566338" y="646112"/>
                </a:cubicBezTo>
                <a:cubicBezTo>
                  <a:pt x="1577451" y="678126"/>
                  <a:pt x="1607084" y="719931"/>
                  <a:pt x="1631426" y="735012"/>
                </a:cubicBezTo>
                <a:cubicBezTo>
                  <a:pt x="1655768" y="750093"/>
                  <a:pt x="1689899" y="740569"/>
                  <a:pt x="1712388" y="736600"/>
                </a:cubicBezTo>
                <a:cubicBezTo>
                  <a:pt x="1734877" y="732631"/>
                  <a:pt x="1766363" y="711200"/>
                  <a:pt x="1766363" y="711200"/>
                </a:cubicBezTo>
                <a:cubicBezTo>
                  <a:pt x="1785413" y="702204"/>
                  <a:pt x="1813459" y="678921"/>
                  <a:pt x="1826688" y="682625"/>
                </a:cubicBezTo>
                <a:cubicBezTo>
                  <a:pt x="1839917" y="686329"/>
                  <a:pt x="1846267" y="705908"/>
                  <a:pt x="1845738" y="733425"/>
                </a:cubicBezTo>
                <a:cubicBezTo>
                  <a:pt x="1845209" y="760942"/>
                  <a:pt x="1837271" y="803275"/>
                  <a:pt x="1823513" y="847725"/>
                </a:cubicBezTo>
                <a:cubicBezTo>
                  <a:pt x="1809755" y="892175"/>
                  <a:pt x="1779063" y="963083"/>
                  <a:pt x="1763188" y="1000125"/>
                </a:cubicBezTo>
                <a:cubicBezTo>
                  <a:pt x="1747313" y="1037167"/>
                  <a:pt x="1744667" y="1048808"/>
                  <a:pt x="1728263" y="1069975"/>
                </a:cubicBezTo>
                <a:cubicBezTo>
                  <a:pt x="1711859" y="1091142"/>
                  <a:pt x="1696513" y="1112308"/>
                  <a:pt x="1664763" y="1127125"/>
                </a:cubicBezTo>
                <a:cubicBezTo>
                  <a:pt x="1633013" y="1141942"/>
                  <a:pt x="1613963" y="1154113"/>
                  <a:pt x="1537763" y="1158875"/>
                </a:cubicBezTo>
                <a:cubicBezTo>
                  <a:pt x="1461563" y="1163637"/>
                  <a:pt x="1207563" y="1155700"/>
                  <a:pt x="1207563" y="1155700"/>
                </a:cubicBezTo>
                <a:lnTo>
                  <a:pt x="823388" y="1155700"/>
                </a:lnTo>
                <a:lnTo>
                  <a:pt x="496363" y="1146175"/>
                </a:lnTo>
                <a:cubicBezTo>
                  <a:pt x="416459" y="1144588"/>
                  <a:pt x="383121" y="1147233"/>
                  <a:pt x="343963" y="1146175"/>
                </a:cubicBezTo>
                <a:cubicBezTo>
                  <a:pt x="304805" y="1145117"/>
                  <a:pt x="290517" y="1142118"/>
                  <a:pt x="261413" y="1139825"/>
                </a:cubicBezTo>
                <a:cubicBezTo>
                  <a:pt x="232309" y="1137532"/>
                  <a:pt x="191034" y="1143529"/>
                  <a:pt x="169338" y="1132417"/>
                </a:cubicBezTo>
                <a:cubicBezTo>
                  <a:pt x="147642" y="1121305"/>
                  <a:pt x="146584" y="1102607"/>
                  <a:pt x="131238" y="1073150"/>
                </a:cubicBezTo>
                <a:cubicBezTo>
                  <a:pt x="115892" y="1043693"/>
                  <a:pt x="77263" y="955675"/>
                  <a:pt x="77263" y="955675"/>
                </a:cubicBezTo>
                <a:lnTo>
                  <a:pt x="77263" y="955675"/>
                </a:lnTo>
                <a:cubicBezTo>
                  <a:pt x="72501" y="935038"/>
                  <a:pt x="55567" y="869950"/>
                  <a:pt x="48688" y="831850"/>
                </a:cubicBezTo>
                <a:cubicBezTo>
                  <a:pt x="41809" y="793750"/>
                  <a:pt x="38105" y="758296"/>
                  <a:pt x="35988" y="727075"/>
                </a:cubicBezTo>
                <a:cubicBezTo>
                  <a:pt x="33871" y="695854"/>
                  <a:pt x="26463" y="651933"/>
                  <a:pt x="35988" y="644525"/>
                </a:cubicBezTo>
                <a:cubicBezTo>
                  <a:pt x="45513" y="637117"/>
                  <a:pt x="73206" y="674423"/>
                  <a:pt x="93138" y="682625"/>
                </a:cubicBezTo>
                <a:cubicBezTo>
                  <a:pt x="113070" y="690827"/>
                  <a:pt x="137059" y="696647"/>
                  <a:pt x="155580" y="693737"/>
                </a:cubicBezTo>
                <a:cubicBezTo>
                  <a:pt x="174101" y="690827"/>
                  <a:pt x="190858" y="680772"/>
                  <a:pt x="204263" y="665162"/>
                </a:cubicBezTo>
                <a:cubicBezTo>
                  <a:pt x="217669" y="649552"/>
                  <a:pt x="231956" y="627856"/>
                  <a:pt x="236013" y="600075"/>
                </a:cubicBezTo>
                <a:cubicBezTo>
                  <a:pt x="240070" y="572294"/>
                  <a:pt x="234955" y="523875"/>
                  <a:pt x="228605" y="498475"/>
                </a:cubicBezTo>
                <a:cubicBezTo>
                  <a:pt x="222255" y="473075"/>
                  <a:pt x="209114" y="461698"/>
                  <a:pt x="197913" y="447675"/>
                </a:cubicBezTo>
                <a:cubicBezTo>
                  <a:pt x="186712" y="433652"/>
                  <a:pt x="176481" y="421569"/>
                  <a:pt x="161400" y="414337"/>
                </a:cubicBezTo>
                <a:cubicBezTo>
                  <a:pt x="146319" y="407105"/>
                  <a:pt x="126739" y="398727"/>
                  <a:pt x="107425" y="404283"/>
                </a:cubicBezTo>
                <a:cubicBezTo>
                  <a:pt x="88111" y="409839"/>
                  <a:pt x="60065" y="434093"/>
                  <a:pt x="45513" y="447675"/>
                </a:cubicBezTo>
                <a:cubicBezTo>
                  <a:pt x="30961" y="461257"/>
                  <a:pt x="27521" y="493183"/>
                  <a:pt x="20113" y="485775"/>
                </a:cubicBezTo>
                <a:cubicBezTo>
                  <a:pt x="12705" y="478367"/>
                  <a:pt x="3180" y="434975"/>
                  <a:pt x="1063" y="403225"/>
                </a:cubicBezTo>
                <a:cubicBezTo>
                  <a:pt x="-1054" y="371475"/>
                  <a:pt x="-524" y="332846"/>
                  <a:pt x="7413" y="295275"/>
                </a:cubicBezTo>
                <a:cubicBezTo>
                  <a:pt x="15350" y="257704"/>
                  <a:pt x="37576" y="207962"/>
                  <a:pt x="48688" y="177800"/>
                </a:cubicBezTo>
                <a:cubicBezTo>
                  <a:pt x="59800" y="147638"/>
                  <a:pt x="65092" y="134938"/>
                  <a:pt x="74088" y="114300"/>
                </a:cubicBezTo>
                <a:cubicBezTo>
                  <a:pt x="83084" y="93663"/>
                  <a:pt x="96842" y="68262"/>
                  <a:pt x="102663" y="53975"/>
                </a:cubicBezTo>
                <a:cubicBezTo>
                  <a:pt x="108484" y="39688"/>
                  <a:pt x="108748" y="34131"/>
                  <a:pt x="118538" y="0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F2F482-E7CA-56E7-F237-F6A7B920BE16}"/>
              </a:ext>
            </a:extLst>
          </p:cNvPr>
          <p:cNvSpPr/>
          <p:nvPr/>
        </p:nvSpPr>
        <p:spPr>
          <a:xfrm>
            <a:off x="2808389" y="4376209"/>
            <a:ext cx="1836754" cy="1148770"/>
          </a:xfrm>
          <a:custGeom>
            <a:avLst/>
            <a:gdLst>
              <a:gd name="connsiteX0" fmla="*/ 88165 w 1825008"/>
              <a:gd name="connsiteY0" fmla="*/ 3484 h 1155429"/>
              <a:gd name="connsiteX1" fmla="*/ 1091465 w 1825008"/>
              <a:gd name="connsiteY1" fmla="*/ 11951 h 1155429"/>
              <a:gd name="connsiteX2" fmla="*/ 1442832 w 1825008"/>
              <a:gd name="connsiteY2" fmla="*/ 11951 h 1155429"/>
              <a:gd name="connsiteX3" fmla="*/ 1633332 w 1825008"/>
              <a:gd name="connsiteY3" fmla="*/ 28884 h 1155429"/>
              <a:gd name="connsiteX4" fmla="*/ 1701065 w 1825008"/>
              <a:gd name="connsiteY4" fmla="*/ 134718 h 1155429"/>
              <a:gd name="connsiteX5" fmla="*/ 1747632 w 1825008"/>
              <a:gd name="connsiteY5" fmla="*/ 274418 h 1155429"/>
              <a:gd name="connsiteX6" fmla="*/ 1789965 w 1825008"/>
              <a:gd name="connsiteY6" fmla="*/ 397184 h 1155429"/>
              <a:gd name="connsiteX7" fmla="*/ 1815365 w 1825008"/>
              <a:gd name="connsiteY7" fmla="*/ 507251 h 1155429"/>
              <a:gd name="connsiteX8" fmla="*/ 1760332 w 1825008"/>
              <a:gd name="connsiteY8" fmla="*/ 477618 h 1155429"/>
              <a:gd name="connsiteX9" fmla="*/ 1650265 w 1825008"/>
              <a:gd name="connsiteY9" fmla="*/ 439518 h 1155429"/>
              <a:gd name="connsiteX10" fmla="*/ 1569832 w 1825008"/>
              <a:gd name="connsiteY10" fmla="*/ 473384 h 1155429"/>
              <a:gd name="connsiteX11" fmla="*/ 1535965 w 1825008"/>
              <a:gd name="connsiteY11" fmla="*/ 579218 h 1155429"/>
              <a:gd name="connsiteX12" fmla="*/ 1561365 w 1825008"/>
              <a:gd name="connsiteY12" fmla="*/ 710451 h 1155429"/>
              <a:gd name="connsiteX13" fmla="*/ 1624865 w 1825008"/>
              <a:gd name="connsiteY13" fmla="*/ 752784 h 1155429"/>
              <a:gd name="connsiteX14" fmla="*/ 1734932 w 1825008"/>
              <a:gd name="connsiteY14" fmla="*/ 744318 h 1155429"/>
              <a:gd name="connsiteX15" fmla="*/ 1802665 w 1825008"/>
              <a:gd name="connsiteY15" fmla="*/ 710451 h 1155429"/>
              <a:gd name="connsiteX16" fmla="*/ 1823832 w 1825008"/>
              <a:gd name="connsiteY16" fmla="*/ 735851 h 1155429"/>
              <a:gd name="connsiteX17" fmla="*/ 1773032 w 1825008"/>
              <a:gd name="connsiteY17" fmla="*/ 909418 h 1155429"/>
              <a:gd name="connsiteX18" fmla="*/ 1726465 w 1825008"/>
              <a:gd name="connsiteY18" fmla="*/ 1023718 h 1155429"/>
              <a:gd name="connsiteX19" fmla="*/ 1654498 w 1825008"/>
              <a:gd name="connsiteY19" fmla="*/ 1138018 h 1155429"/>
              <a:gd name="connsiteX20" fmla="*/ 1430132 w 1825008"/>
              <a:gd name="connsiteY20" fmla="*/ 1154951 h 1155429"/>
              <a:gd name="connsiteX21" fmla="*/ 1061832 w 1825008"/>
              <a:gd name="connsiteY21" fmla="*/ 1146484 h 1155429"/>
              <a:gd name="connsiteX22" fmla="*/ 727398 w 1825008"/>
              <a:gd name="connsiteY22" fmla="*/ 1142251 h 1155429"/>
              <a:gd name="connsiteX23" fmla="*/ 397198 w 1825008"/>
              <a:gd name="connsiteY23" fmla="*/ 1129551 h 1155429"/>
              <a:gd name="connsiteX24" fmla="*/ 274432 w 1825008"/>
              <a:gd name="connsiteY24" fmla="*/ 1133784 h 1155429"/>
              <a:gd name="connsiteX25" fmla="*/ 160132 w 1825008"/>
              <a:gd name="connsiteY25" fmla="*/ 1125318 h 1155429"/>
              <a:gd name="connsiteX26" fmla="*/ 155898 w 1825008"/>
              <a:gd name="connsiteY26" fmla="*/ 1070284 h 1155429"/>
              <a:gd name="connsiteX27" fmla="*/ 219398 w 1825008"/>
              <a:gd name="connsiteY27" fmla="*/ 926351 h 1155429"/>
              <a:gd name="connsiteX28" fmla="*/ 265965 w 1825008"/>
              <a:gd name="connsiteY28" fmla="*/ 795118 h 1155429"/>
              <a:gd name="connsiteX29" fmla="*/ 278665 w 1825008"/>
              <a:gd name="connsiteY29" fmla="*/ 655418 h 1155429"/>
              <a:gd name="connsiteX30" fmla="*/ 198232 w 1825008"/>
              <a:gd name="connsiteY30" fmla="*/ 689284 h 1155429"/>
              <a:gd name="connsiteX31" fmla="*/ 105098 w 1825008"/>
              <a:gd name="connsiteY31" fmla="*/ 710451 h 1155429"/>
              <a:gd name="connsiteX32" fmla="*/ 11965 w 1825008"/>
              <a:gd name="connsiteY32" fmla="*/ 663884 h 1155429"/>
              <a:gd name="connsiteX33" fmla="*/ 3498 w 1825008"/>
              <a:gd name="connsiteY33" fmla="*/ 536884 h 1155429"/>
              <a:gd name="connsiteX34" fmla="*/ 33132 w 1825008"/>
              <a:gd name="connsiteY34" fmla="*/ 422584 h 1155429"/>
              <a:gd name="connsiteX35" fmla="*/ 109332 w 1825008"/>
              <a:gd name="connsiteY35" fmla="*/ 397184 h 1155429"/>
              <a:gd name="connsiteX36" fmla="*/ 181298 w 1825008"/>
              <a:gd name="connsiteY36" fmla="*/ 435284 h 1155429"/>
              <a:gd name="connsiteX37" fmla="*/ 244798 w 1825008"/>
              <a:gd name="connsiteY37" fmla="*/ 490318 h 1155429"/>
              <a:gd name="connsiteX38" fmla="*/ 274432 w 1825008"/>
              <a:gd name="connsiteY38" fmla="*/ 443751 h 1155429"/>
              <a:gd name="connsiteX39" fmla="*/ 223632 w 1825008"/>
              <a:gd name="connsiteY39" fmla="*/ 265951 h 1155429"/>
              <a:gd name="connsiteX40" fmla="*/ 172832 w 1825008"/>
              <a:gd name="connsiteY40" fmla="*/ 168584 h 1155429"/>
              <a:gd name="connsiteX41" fmla="*/ 134732 w 1825008"/>
              <a:gd name="connsiteY41" fmla="*/ 79684 h 1155429"/>
              <a:gd name="connsiteX42" fmla="*/ 88165 w 1825008"/>
              <a:gd name="connsiteY42" fmla="*/ 3484 h 1155429"/>
              <a:gd name="connsiteX0" fmla="*/ 196115 w 1825008"/>
              <a:gd name="connsiteY0" fmla="*/ 4068 h 1152838"/>
              <a:gd name="connsiteX1" fmla="*/ 1091465 w 1825008"/>
              <a:gd name="connsiteY1" fmla="*/ 9360 h 1152838"/>
              <a:gd name="connsiteX2" fmla="*/ 1442832 w 1825008"/>
              <a:gd name="connsiteY2" fmla="*/ 9360 h 1152838"/>
              <a:gd name="connsiteX3" fmla="*/ 1633332 w 1825008"/>
              <a:gd name="connsiteY3" fmla="*/ 26293 h 1152838"/>
              <a:gd name="connsiteX4" fmla="*/ 1701065 w 1825008"/>
              <a:gd name="connsiteY4" fmla="*/ 132127 h 1152838"/>
              <a:gd name="connsiteX5" fmla="*/ 1747632 w 1825008"/>
              <a:gd name="connsiteY5" fmla="*/ 271827 h 1152838"/>
              <a:gd name="connsiteX6" fmla="*/ 1789965 w 1825008"/>
              <a:gd name="connsiteY6" fmla="*/ 394593 h 1152838"/>
              <a:gd name="connsiteX7" fmla="*/ 1815365 w 1825008"/>
              <a:gd name="connsiteY7" fmla="*/ 504660 h 1152838"/>
              <a:gd name="connsiteX8" fmla="*/ 1760332 w 1825008"/>
              <a:gd name="connsiteY8" fmla="*/ 475027 h 1152838"/>
              <a:gd name="connsiteX9" fmla="*/ 1650265 w 1825008"/>
              <a:gd name="connsiteY9" fmla="*/ 436927 h 1152838"/>
              <a:gd name="connsiteX10" fmla="*/ 1569832 w 1825008"/>
              <a:gd name="connsiteY10" fmla="*/ 470793 h 1152838"/>
              <a:gd name="connsiteX11" fmla="*/ 1535965 w 1825008"/>
              <a:gd name="connsiteY11" fmla="*/ 576627 h 1152838"/>
              <a:gd name="connsiteX12" fmla="*/ 1561365 w 1825008"/>
              <a:gd name="connsiteY12" fmla="*/ 707860 h 1152838"/>
              <a:gd name="connsiteX13" fmla="*/ 1624865 w 1825008"/>
              <a:gd name="connsiteY13" fmla="*/ 750193 h 1152838"/>
              <a:gd name="connsiteX14" fmla="*/ 1734932 w 1825008"/>
              <a:gd name="connsiteY14" fmla="*/ 741727 h 1152838"/>
              <a:gd name="connsiteX15" fmla="*/ 1802665 w 1825008"/>
              <a:gd name="connsiteY15" fmla="*/ 707860 h 1152838"/>
              <a:gd name="connsiteX16" fmla="*/ 1823832 w 1825008"/>
              <a:gd name="connsiteY16" fmla="*/ 733260 h 1152838"/>
              <a:gd name="connsiteX17" fmla="*/ 1773032 w 1825008"/>
              <a:gd name="connsiteY17" fmla="*/ 906827 h 1152838"/>
              <a:gd name="connsiteX18" fmla="*/ 1726465 w 1825008"/>
              <a:gd name="connsiteY18" fmla="*/ 1021127 h 1152838"/>
              <a:gd name="connsiteX19" fmla="*/ 1654498 w 1825008"/>
              <a:gd name="connsiteY19" fmla="*/ 1135427 h 1152838"/>
              <a:gd name="connsiteX20" fmla="*/ 1430132 w 1825008"/>
              <a:gd name="connsiteY20" fmla="*/ 1152360 h 1152838"/>
              <a:gd name="connsiteX21" fmla="*/ 1061832 w 1825008"/>
              <a:gd name="connsiteY21" fmla="*/ 1143893 h 1152838"/>
              <a:gd name="connsiteX22" fmla="*/ 727398 w 1825008"/>
              <a:gd name="connsiteY22" fmla="*/ 1139660 h 1152838"/>
              <a:gd name="connsiteX23" fmla="*/ 397198 w 1825008"/>
              <a:gd name="connsiteY23" fmla="*/ 1126960 h 1152838"/>
              <a:gd name="connsiteX24" fmla="*/ 274432 w 1825008"/>
              <a:gd name="connsiteY24" fmla="*/ 1131193 h 1152838"/>
              <a:gd name="connsiteX25" fmla="*/ 160132 w 1825008"/>
              <a:gd name="connsiteY25" fmla="*/ 1122727 h 1152838"/>
              <a:gd name="connsiteX26" fmla="*/ 155898 w 1825008"/>
              <a:gd name="connsiteY26" fmla="*/ 1067693 h 1152838"/>
              <a:gd name="connsiteX27" fmla="*/ 219398 w 1825008"/>
              <a:gd name="connsiteY27" fmla="*/ 923760 h 1152838"/>
              <a:gd name="connsiteX28" fmla="*/ 265965 w 1825008"/>
              <a:gd name="connsiteY28" fmla="*/ 792527 h 1152838"/>
              <a:gd name="connsiteX29" fmla="*/ 278665 w 1825008"/>
              <a:gd name="connsiteY29" fmla="*/ 652827 h 1152838"/>
              <a:gd name="connsiteX30" fmla="*/ 198232 w 1825008"/>
              <a:gd name="connsiteY30" fmla="*/ 686693 h 1152838"/>
              <a:gd name="connsiteX31" fmla="*/ 105098 w 1825008"/>
              <a:gd name="connsiteY31" fmla="*/ 707860 h 1152838"/>
              <a:gd name="connsiteX32" fmla="*/ 11965 w 1825008"/>
              <a:gd name="connsiteY32" fmla="*/ 661293 h 1152838"/>
              <a:gd name="connsiteX33" fmla="*/ 3498 w 1825008"/>
              <a:gd name="connsiteY33" fmla="*/ 534293 h 1152838"/>
              <a:gd name="connsiteX34" fmla="*/ 33132 w 1825008"/>
              <a:gd name="connsiteY34" fmla="*/ 419993 h 1152838"/>
              <a:gd name="connsiteX35" fmla="*/ 109332 w 1825008"/>
              <a:gd name="connsiteY35" fmla="*/ 394593 h 1152838"/>
              <a:gd name="connsiteX36" fmla="*/ 181298 w 1825008"/>
              <a:gd name="connsiteY36" fmla="*/ 432693 h 1152838"/>
              <a:gd name="connsiteX37" fmla="*/ 244798 w 1825008"/>
              <a:gd name="connsiteY37" fmla="*/ 487727 h 1152838"/>
              <a:gd name="connsiteX38" fmla="*/ 274432 w 1825008"/>
              <a:gd name="connsiteY38" fmla="*/ 441160 h 1152838"/>
              <a:gd name="connsiteX39" fmla="*/ 223632 w 1825008"/>
              <a:gd name="connsiteY39" fmla="*/ 263360 h 1152838"/>
              <a:gd name="connsiteX40" fmla="*/ 172832 w 1825008"/>
              <a:gd name="connsiteY40" fmla="*/ 165993 h 1152838"/>
              <a:gd name="connsiteX41" fmla="*/ 134732 w 1825008"/>
              <a:gd name="connsiteY41" fmla="*/ 77093 h 1152838"/>
              <a:gd name="connsiteX42" fmla="*/ 196115 w 1825008"/>
              <a:gd name="connsiteY42" fmla="*/ 4068 h 1152838"/>
              <a:gd name="connsiteX0" fmla="*/ 196115 w 1825008"/>
              <a:gd name="connsiteY0" fmla="*/ 4068 h 1152838"/>
              <a:gd name="connsiteX1" fmla="*/ 1091465 w 1825008"/>
              <a:gd name="connsiteY1" fmla="*/ 9360 h 1152838"/>
              <a:gd name="connsiteX2" fmla="*/ 1442832 w 1825008"/>
              <a:gd name="connsiteY2" fmla="*/ 9360 h 1152838"/>
              <a:gd name="connsiteX3" fmla="*/ 1633332 w 1825008"/>
              <a:gd name="connsiteY3" fmla="*/ 26293 h 1152838"/>
              <a:gd name="connsiteX4" fmla="*/ 1701065 w 1825008"/>
              <a:gd name="connsiteY4" fmla="*/ 132127 h 1152838"/>
              <a:gd name="connsiteX5" fmla="*/ 1747632 w 1825008"/>
              <a:gd name="connsiteY5" fmla="*/ 271827 h 1152838"/>
              <a:gd name="connsiteX6" fmla="*/ 1789965 w 1825008"/>
              <a:gd name="connsiteY6" fmla="*/ 394593 h 1152838"/>
              <a:gd name="connsiteX7" fmla="*/ 1815365 w 1825008"/>
              <a:gd name="connsiteY7" fmla="*/ 504660 h 1152838"/>
              <a:gd name="connsiteX8" fmla="*/ 1760332 w 1825008"/>
              <a:gd name="connsiteY8" fmla="*/ 475027 h 1152838"/>
              <a:gd name="connsiteX9" fmla="*/ 1650265 w 1825008"/>
              <a:gd name="connsiteY9" fmla="*/ 436927 h 1152838"/>
              <a:gd name="connsiteX10" fmla="*/ 1569832 w 1825008"/>
              <a:gd name="connsiteY10" fmla="*/ 470793 h 1152838"/>
              <a:gd name="connsiteX11" fmla="*/ 1535965 w 1825008"/>
              <a:gd name="connsiteY11" fmla="*/ 576627 h 1152838"/>
              <a:gd name="connsiteX12" fmla="*/ 1561365 w 1825008"/>
              <a:gd name="connsiteY12" fmla="*/ 707860 h 1152838"/>
              <a:gd name="connsiteX13" fmla="*/ 1624865 w 1825008"/>
              <a:gd name="connsiteY13" fmla="*/ 750193 h 1152838"/>
              <a:gd name="connsiteX14" fmla="*/ 1734932 w 1825008"/>
              <a:gd name="connsiteY14" fmla="*/ 741727 h 1152838"/>
              <a:gd name="connsiteX15" fmla="*/ 1802665 w 1825008"/>
              <a:gd name="connsiteY15" fmla="*/ 707860 h 1152838"/>
              <a:gd name="connsiteX16" fmla="*/ 1823832 w 1825008"/>
              <a:gd name="connsiteY16" fmla="*/ 733260 h 1152838"/>
              <a:gd name="connsiteX17" fmla="*/ 1773032 w 1825008"/>
              <a:gd name="connsiteY17" fmla="*/ 906827 h 1152838"/>
              <a:gd name="connsiteX18" fmla="*/ 1726465 w 1825008"/>
              <a:gd name="connsiteY18" fmla="*/ 1021127 h 1152838"/>
              <a:gd name="connsiteX19" fmla="*/ 1654498 w 1825008"/>
              <a:gd name="connsiteY19" fmla="*/ 1135427 h 1152838"/>
              <a:gd name="connsiteX20" fmla="*/ 1430132 w 1825008"/>
              <a:gd name="connsiteY20" fmla="*/ 1152360 h 1152838"/>
              <a:gd name="connsiteX21" fmla="*/ 1061832 w 1825008"/>
              <a:gd name="connsiteY21" fmla="*/ 1143893 h 1152838"/>
              <a:gd name="connsiteX22" fmla="*/ 727398 w 1825008"/>
              <a:gd name="connsiteY22" fmla="*/ 1139660 h 1152838"/>
              <a:gd name="connsiteX23" fmla="*/ 397198 w 1825008"/>
              <a:gd name="connsiteY23" fmla="*/ 1126960 h 1152838"/>
              <a:gd name="connsiteX24" fmla="*/ 274432 w 1825008"/>
              <a:gd name="connsiteY24" fmla="*/ 1131193 h 1152838"/>
              <a:gd name="connsiteX25" fmla="*/ 160132 w 1825008"/>
              <a:gd name="connsiteY25" fmla="*/ 1122727 h 1152838"/>
              <a:gd name="connsiteX26" fmla="*/ 155898 w 1825008"/>
              <a:gd name="connsiteY26" fmla="*/ 1067693 h 1152838"/>
              <a:gd name="connsiteX27" fmla="*/ 219398 w 1825008"/>
              <a:gd name="connsiteY27" fmla="*/ 923760 h 1152838"/>
              <a:gd name="connsiteX28" fmla="*/ 265965 w 1825008"/>
              <a:gd name="connsiteY28" fmla="*/ 792527 h 1152838"/>
              <a:gd name="connsiteX29" fmla="*/ 278665 w 1825008"/>
              <a:gd name="connsiteY29" fmla="*/ 652827 h 1152838"/>
              <a:gd name="connsiteX30" fmla="*/ 198232 w 1825008"/>
              <a:gd name="connsiteY30" fmla="*/ 686693 h 1152838"/>
              <a:gd name="connsiteX31" fmla="*/ 105098 w 1825008"/>
              <a:gd name="connsiteY31" fmla="*/ 707860 h 1152838"/>
              <a:gd name="connsiteX32" fmla="*/ 11965 w 1825008"/>
              <a:gd name="connsiteY32" fmla="*/ 661293 h 1152838"/>
              <a:gd name="connsiteX33" fmla="*/ 3498 w 1825008"/>
              <a:gd name="connsiteY33" fmla="*/ 534293 h 1152838"/>
              <a:gd name="connsiteX34" fmla="*/ 33132 w 1825008"/>
              <a:gd name="connsiteY34" fmla="*/ 419993 h 1152838"/>
              <a:gd name="connsiteX35" fmla="*/ 109332 w 1825008"/>
              <a:gd name="connsiteY35" fmla="*/ 394593 h 1152838"/>
              <a:gd name="connsiteX36" fmla="*/ 181298 w 1825008"/>
              <a:gd name="connsiteY36" fmla="*/ 432693 h 1152838"/>
              <a:gd name="connsiteX37" fmla="*/ 244798 w 1825008"/>
              <a:gd name="connsiteY37" fmla="*/ 487727 h 1152838"/>
              <a:gd name="connsiteX38" fmla="*/ 274432 w 1825008"/>
              <a:gd name="connsiteY38" fmla="*/ 441160 h 1152838"/>
              <a:gd name="connsiteX39" fmla="*/ 223632 w 1825008"/>
              <a:gd name="connsiteY39" fmla="*/ 263360 h 1152838"/>
              <a:gd name="connsiteX40" fmla="*/ 172832 w 1825008"/>
              <a:gd name="connsiteY40" fmla="*/ 165993 h 1152838"/>
              <a:gd name="connsiteX41" fmla="*/ 134732 w 1825008"/>
              <a:gd name="connsiteY41" fmla="*/ 77093 h 1152838"/>
              <a:gd name="connsiteX42" fmla="*/ 196115 w 1825008"/>
              <a:gd name="connsiteY42" fmla="*/ 4068 h 1152838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115 w 1825008"/>
              <a:gd name="connsiteY0" fmla="*/ 0 h 1148770"/>
              <a:gd name="connsiteX1" fmla="*/ 1091465 w 1825008"/>
              <a:gd name="connsiteY1" fmla="*/ 5292 h 1148770"/>
              <a:gd name="connsiteX2" fmla="*/ 1442832 w 1825008"/>
              <a:gd name="connsiteY2" fmla="*/ 5292 h 1148770"/>
              <a:gd name="connsiteX3" fmla="*/ 1633332 w 1825008"/>
              <a:gd name="connsiteY3" fmla="*/ 22225 h 1148770"/>
              <a:gd name="connsiteX4" fmla="*/ 1701065 w 1825008"/>
              <a:gd name="connsiteY4" fmla="*/ 128059 h 1148770"/>
              <a:gd name="connsiteX5" fmla="*/ 1747632 w 1825008"/>
              <a:gd name="connsiteY5" fmla="*/ 267759 h 1148770"/>
              <a:gd name="connsiteX6" fmla="*/ 1789965 w 1825008"/>
              <a:gd name="connsiteY6" fmla="*/ 390525 h 1148770"/>
              <a:gd name="connsiteX7" fmla="*/ 1815365 w 1825008"/>
              <a:gd name="connsiteY7" fmla="*/ 500592 h 1148770"/>
              <a:gd name="connsiteX8" fmla="*/ 1760332 w 1825008"/>
              <a:gd name="connsiteY8" fmla="*/ 470959 h 1148770"/>
              <a:gd name="connsiteX9" fmla="*/ 1650265 w 1825008"/>
              <a:gd name="connsiteY9" fmla="*/ 432859 h 1148770"/>
              <a:gd name="connsiteX10" fmla="*/ 1569832 w 1825008"/>
              <a:gd name="connsiteY10" fmla="*/ 466725 h 1148770"/>
              <a:gd name="connsiteX11" fmla="*/ 1535965 w 1825008"/>
              <a:gd name="connsiteY11" fmla="*/ 572559 h 1148770"/>
              <a:gd name="connsiteX12" fmla="*/ 1561365 w 1825008"/>
              <a:gd name="connsiteY12" fmla="*/ 703792 h 1148770"/>
              <a:gd name="connsiteX13" fmla="*/ 1624865 w 1825008"/>
              <a:gd name="connsiteY13" fmla="*/ 746125 h 1148770"/>
              <a:gd name="connsiteX14" fmla="*/ 1734932 w 1825008"/>
              <a:gd name="connsiteY14" fmla="*/ 737659 h 1148770"/>
              <a:gd name="connsiteX15" fmla="*/ 1802665 w 1825008"/>
              <a:gd name="connsiteY15" fmla="*/ 703792 h 1148770"/>
              <a:gd name="connsiteX16" fmla="*/ 1823832 w 1825008"/>
              <a:gd name="connsiteY16" fmla="*/ 729192 h 1148770"/>
              <a:gd name="connsiteX17" fmla="*/ 1773032 w 1825008"/>
              <a:gd name="connsiteY17" fmla="*/ 902759 h 1148770"/>
              <a:gd name="connsiteX18" fmla="*/ 1726465 w 1825008"/>
              <a:gd name="connsiteY18" fmla="*/ 1017059 h 1148770"/>
              <a:gd name="connsiteX19" fmla="*/ 1654498 w 1825008"/>
              <a:gd name="connsiteY19" fmla="*/ 1131359 h 1148770"/>
              <a:gd name="connsiteX20" fmla="*/ 1430132 w 1825008"/>
              <a:gd name="connsiteY20" fmla="*/ 1148292 h 1148770"/>
              <a:gd name="connsiteX21" fmla="*/ 1061832 w 1825008"/>
              <a:gd name="connsiteY21" fmla="*/ 1139825 h 1148770"/>
              <a:gd name="connsiteX22" fmla="*/ 727398 w 1825008"/>
              <a:gd name="connsiteY22" fmla="*/ 1135592 h 1148770"/>
              <a:gd name="connsiteX23" fmla="*/ 397198 w 1825008"/>
              <a:gd name="connsiteY23" fmla="*/ 1122892 h 1148770"/>
              <a:gd name="connsiteX24" fmla="*/ 274432 w 1825008"/>
              <a:gd name="connsiteY24" fmla="*/ 1127125 h 1148770"/>
              <a:gd name="connsiteX25" fmla="*/ 160132 w 1825008"/>
              <a:gd name="connsiteY25" fmla="*/ 1118659 h 1148770"/>
              <a:gd name="connsiteX26" fmla="*/ 155898 w 1825008"/>
              <a:gd name="connsiteY26" fmla="*/ 1063625 h 1148770"/>
              <a:gd name="connsiteX27" fmla="*/ 219398 w 1825008"/>
              <a:gd name="connsiteY27" fmla="*/ 919692 h 1148770"/>
              <a:gd name="connsiteX28" fmla="*/ 265965 w 1825008"/>
              <a:gd name="connsiteY28" fmla="*/ 788459 h 1148770"/>
              <a:gd name="connsiteX29" fmla="*/ 278665 w 1825008"/>
              <a:gd name="connsiteY29" fmla="*/ 648759 h 1148770"/>
              <a:gd name="connsiteX30" fmla="*/ 198232 w 1825008"/>
              <a:gd name="connsiteY30" fmla="*/ 682625 h 1148770"/>
              <a:gd name="connsiteX31" fmla="*/ 105098 w 1825008"/>
              <a:gd name="connsiteY31" fmla="*/ 703792 h 1148770"/>
              <a:gd name="connsiteX32" fmla="*/ 11965 w 1825008"/>
              <a:gd name="connsiteY32" fmla="*/ 657225 h 1148770"/>
              <a:gd name="connsiteX33" fmla="*/ 3498 w 1825008"/>
              <a:gd name="connsiteY33" fmla="*/ 530225 h 1148770"/>
              <a:gd name="connsiteX34" fmla="*/ 33132 w 1825008"/>
              <a:gd name="connsiteY34" fmla="*/ 415925 h 1148770"/>
              <a:gd name="connsiteX35" fmla="*/ 109332 w 1825008"/>
              <a:gd name="connsiteY35" fmla="*/ 390525 h 1148770"/>
              <a:gd name="connsiteX36" fmla="*/ 181298 w 1825008"/>
              <a:gd name="connsiteY36" fmla="*/ 428625 h 1148770"/>
              <a:gd name="connsiteX37" fmla="*/ 244798 w 1825008"/>
              <a:gd name="connsiteY37" fmla="*/ 483659 h 1148770"/>
              <a:gd name="connsiteX38" fmla="*/ 274432 w 1825008"/>
              <a:gd name="connsiteY38" fmla="*/ 437092 h 1148770"/>
              <a:gd name="connsiteX39" fmla="*/ 223632 w 1825008"/>
              <a:gd name="connsiteY39" fmla="*/ 259292 h 1148770"/>
              <a:gd name="connsiteX40" fmla="*/ 172832 w 1825008"/>
              <a:gd name="connsiteY40" fmla="*/ 161925 h 1148770"/>
              <a:gd name="connsiteX41" fmla="*/ 134732 w 1825008"/>
              <a:gd name="connsiteY41" fmla="*/ 73025 h 1148770"/>
              <a:gd name="connsiteX42" fmla="*/ 196115 w 1825008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09910 w 1825586"/>
              <a:gd name="connsiteY35" fmla="*/ 390525 h 1148770"/>
              <a:gd name="connsiteX36" fmla="*/ 181876 w 1825586"/>
              <a:gd name="connsiteY36" fmla="*/ 42862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81876 w 1825586"/>
              <a:gd name="connsiteY36" fmla="*/ 42862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92460 w 1825586"/>
              <a:gd name="connsiteY36" fmla="*/ 434975 h 1148770"/>
              <a:gd name="connsiteX37" fmla="*/ 245376 w 1825586"/>
              <a:gd name="connsiteY37" fmla="*/ 483659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196693 w 1825586"/>
              <a:gd name="connsiteY0" fmla="*/ 0 h 1148770"/>
              <a:gd name="connsiteX1" fmla="*/ 1092043 w 1825586"/>
              <a:gd name="connsiteY1" fmla="*/ 5292 h 1148770"/>
              <a:gd name="connsiteX2" fmla="*/ 1443410 w 1825586"/>
              <a:gd name="connsiteY2" fmla="*/ 5292 h 1148770"/>
              <a:gd name="connsiteX3" fmla="*/ 1633910 w 1825586"/>
              <a:gd name="connsiteY3" fmla="*/ 22225 h 1148770"/>
              <a:gd name="connsiteX4" fmla="*/ 1701643 w 1825586"/>
              <a:gd name="connsiteY4" fmla="*/ 128059 h 1148770"/>
              <a:gd name="connsiteX5" fmla="*/ 1748210 w 1825586"/>
              <a:gd name="connsiteY5" fmla="*/ 267759 h 1148770"/>
              <a:gd name="connsiteX6" fmla="*/ 1790543 w 1825586"/>
              <a:gd name="connsiteY6" fmla="*/ 390525 h 1148770"/>
              <a:gd name="connsiteX7" fmla="*/ 1815943 w 1825586"/>
              <a:gd name="connsiteY7" fmla="*/ 500592 h 1148770"/>
              <a:gd name="connsiteX8" fmla="*/ 1760910 w 1825586"/>
              <a:gd name="connsiteY8" fmla="*/ 470959 h 1148770"/>
              <a:gd name="connsiteX9" fmla="*/ 1650843 w 1825586"/>
              <a:gd name="connsiteY9" fmla="*/ 432859 h 1148770"/>
              <a:gd name="connsiteX10" fmla="*/ 1570410 w 1825586"/>
              <a:gd name="connsiteY10" fmla="*/ 466725 h 1148770"/>
              <a:gd name="connsiteX11" fmla="*/ 1536543 w 1825586"/>
              <a:gd name="connsiteY11" fmla="*/ 572559 h 1148770"/>
              <a:gd name="connsiteX12" fmla="*/ 1561943 w 1825586"/>
              <a:gd name="connsiteY12" fmla="*/ 703792 h 1148770"/>
              <a:gd name="connsiteX13" fmla="*/ 1625443 w 1825586"/>
              <a:gd name="connsiteY13" fmla="*/ 746125 h 1148770"/>
              <a:gd name="connsiteX14" fmla="*/ 1735510 w 1825586"/>
              <a:gd name="connsiteY14" fmla="*/ 737659 h 1148770"/>
              <a:gd name="connsiteX15" fmla="*/ 1803243 w 1825586"/>
              <a:gd name="connsiteY15" fmla="*/ 703792 h 1148770"/>
              <a:gd name="connsiteX16" fmla="*/ 1824410 w 1825586"/>
              <a:gd name="connsiteY16" fmla="*/ 729192 h 1148770"/>
              <a:gd name="connsiteX17" fmla="*/ 1773610 w 1825586"/>
              <a:gd name="connsiteY17" fmla="*/ 902759 h 1148770"/>
              <a:gd name="connsiteX18" fmla="*/ 1727043 w 1825586"/>
              <a:gd name="connsiteY18" fmla="*/ 1017059 h 1148770"/>
              <a:gd name="connsiteX19" fmla="*/ 1655076 w 1825586"/>
              <a:gd name="connsiteY19" fmla="*/ 1131359 h 1148770"/>
              <a:gd name="connsiteX20" fmla="*/ 1430710 w 1825586"/>
              <a:gd name="connsiteY20" fmla="*/ 1148292 h 1148770"/>
              <a:gd name="connsiteX21" fmla="*/ 1062410 w 1825586"/>
              <a:gd name="connsiteY21" fmla="*/ 1139825 h 1148770"/>
              <a:gd name="connsiteX22" fmla="*/ 727976 w 1825586"/>
              <a:gd name="connsiteY22" fmla="*/ 1135592 h 1148770"/>
              <a:gd name="connsiteX23" fmla="*/ 397776 w 1825586"/>
              <a:gd name="connsiteY23" fmla="*/ 1122892 h 1148770"/>
              <a:gd name="connsiteX24" fmla="*/ 275010 w 1825586"/>
              <a:gd name="connsiteY24" fmla="*/ 1127125 h 1148770"/>
              <a:gd name="connsiteX25" fmla="*/ 160710 w 1825586"/>
              <a:gd name="connsiteY25" fmla="*/ 1118659 h 1148770"/>
              <a:gd name="connsiteX26" fmla="*/ 156476 w 1825586"/>
              <a:gd name="connsiteY26" fmla="*/ 1063625 h 1148770"/>
              <a:gd name="connsiteX27" fmla="*/ 219976 w 1825586"/>
              <a:gd name="connsiteY27" fmla="*/ 919692 h 1148770"/>
              <a:gd name="connsiteX28" fmla="*/ 266543 w 1825586"/>
              <a:gd name="connsiteY28" fmla="*/ 788459 h 1148770"/>
              <a:gd name="connsiteX29" fmla="*/ 279243 w 1825586"/>
              <a:gd name="connsiteY29" fmla="*/ 648759 h 1148770"/>
              <a:gd name="connsiteX30" fmla="*/ 198810 w 1825586"/>
              <a:gd name="connsiteY30" fmla="*/ 682625 h 1148770"/>
              <a:gd name="connsiteX31" fmla="*/ 105676 w 1825586"/>
              <a:gd name="connsiteY31" fmla="*/ 703792 h 1148770"/>
              <a:gd name="connsiteX32" fmla="*/ 12543 w 1825586"/>
              <a:gd name="connsiteY32" fmla="*/ 657225 h 1148770"/>
              <a:gd name="connsiteX33" fmla="*/ 4076 w 1825586"/>
              <a:gd name="connsiteY33" fmla="*/ 530225 h 1148770"/>
              <a:gd name="connsiteX34" fmla="*/ 42176 w 1825586"/>
              <a:gd name="connsiteY34" fmla="*/ 428625 h 1148770"/>
              <a:gd name="connsiteX35" fmla="*/ 116260 w 1825586"/>
              <a:gd name="connsiteY35" fmla="*/ 392641 h 1148770"/>
              <a:gd name="connsiteX36" fmla="*/ 192460 w 1825586"/>
              <a:gd name="connsiteY36" fmla="*/ 434975 h 1148770"/>
              <a:gd name="connsiteX37" fmla="*/ 251726 w 1825586"/>
              <a:gd name="connsiteY37" fmla="*/ 481542 h 1148770"/>
              <a:gd name="connsiteX38" fmla="*/ 275010 w 1825586"/>
              <a:gd name="connsiteY38" fmla="*/ 437092 h 1148770"/>
              <a:gd name="connsiteX39" fmla="*/ 224210 w 1825586"/>
              <a:gd name="connsiteY39" fmla="*/ 259292 h 1148770"/>
              <a:gd name="connsiteX40" fmla="*/ 173410 w 1825586"/>
              <a:gd name="connsiteY40" fmla="*/ 161925 h 1148770"/>
              <a:gd name="connsiteX41" fmla="*/ 135310 w 1825586"/>
              <a:gd name="connsiteY41" fmla="*/ 73025 h 1148770"/>
              <a:gd name="connsiteX42" fmla="*/ 196693 w 1825586"/>
              <a:gd name="connsiteY42" fmla="*/ 0 h 1148770"/>
              <a:gd name="connsiteX0" fmla="*/ 201345 w 1830238"/>
              <a:gd name="connsiteY0" fmla="*/ 0 h 1148770"/>
              <a:gd name="connsiteX1" fmla="*/ 1096695 w 1830238"/>
              <a:gd name="connsiteY1" fmla="*/ 5292 h 1148770"/>
              <a:gd name="connsiteX2" fmla="*/ 1448062 w 1830238"/>
              <a:gd name="connsiteY2" fmla="*/ 5292 h 1148770"/>
              <a:gd name="connsiteX3" fmla="*/ 1638562 w 1830238"/>
              <a:gd name="connsiteY3" fmla="*/ 22225 h 1148770"/>
              <a:gd name="connsiteX4" fmla="*/ 1706295 w 1830238"/>
              <a:gd name="connsiteY4" fmla="*/ 128059 h 1148770"/>
              <a:gd name="connsiteX5" fmla="*/ 1752862 w 1830238"/>
              <a:gd name="connsiteY5" fmla="*/ 267759 h 1148770"/>
              <a:gd name="connsiteX6" fmla="*/ 1795195 w 1830238"/>
              <a:gd name="connsiteY6" fmla="*/ 390525 h 1148770"/>
              <a:gd name="connsiteX7" fmla="*/ 1820595 w 1830238"/>
              <a:gd name="connsiteY7" fmla="*/ 500592 h 1148770"/>
              <a:gd name="connsiteX8" fmla="*/ 1765562 w 1830238"/>
              <a:gd name="connsiteY8" fmla="*/ 470959 h 1148770"/>
              <a:gd name="connsiteX9" fmla="*/ 1655495 w 1830238"/>
              <a:gd name="connsiteY9" fmla="*/ 432859 h 1148770"/>
              <a:gd name="connsiteX10" fmla="*/ 1575062 w 1830238"/>
              <a:gd name="connsiteY10" fmla="*/ 466725 h 1148770"/>
              <a:gd name="connsiteX11" fmla="*/ 1541195 w 1830238"/>
              <a:gd name="connsiteY11" fmla="*/ 572559 h 1148770"/>
              <a:gd name="connsiteX12" fmla="*/ 1566595 w 1830238"/>
              <a:gd name="connsiteY12" fmla="*/ 703792 h 1148770"/>
              <a:gd name="connsiteX13" fmla="*/ 1630095 w 1830238"/>
              <a:gd name="connsiteY13" fmla="*/ 746125 h 1148770"/>
              <a:gd name="connsiteX14" fmla="*/ 1740162 w 1830238"/>
              <a:gd name="connsiteY14" fmla="*/ 737659 h 1148770"/>
              <a:gd name="connsiteX15" fmla="*/ 1807895 w 1830238"/>
              <a:gd name="connsiteY15" fmla="*/ 703792 h 1148770"/>
              <a:gd name="connsiteX16" fmla="*/ 1829062 w 1830238"/>
              <a:gd name="connsiteY16" fmla="*/ 729192 h 1148770"/>
              <a:gd name="connsiteX17" fmla="*/ 1778262 w 1830238"/>
              <a:gd name="connsiteY17" fmla="*/ 902759 h 1148770"/>
              <a:gd name="connsiteX18" fmla="*/ 1731695 w 1830238"/>
              <a:gd name="connsiteY18" fmla="*/ 1017059 h 1148770"/>
              <a:gd name="connsiteX19" fmla="*/ 1659728 w 1830238"/>
              <a:gd name="connsiteY19" fmla="*/ 1131359 h 1148770"/>
              <a:gd name="connsiteX20" fmla="*/ 1435362 w 1830238"/>
              <a:gd name="connsiteY20" fmla="*/ 1148292 h 1148770"/>
              <a:gd name="connsiteX21" fmla="*/ 1067062 w 1830238"/>
              <a:gd name="connsiteY21" fmla="*/ 1139825 h 1148770"/>
              <a:gd name="connsiteX22" fmla="*/ 732628 w 1830238"/>
              <a:gd name="connsiteY22" fmla="*/ 1135592 h 1148770"/>
              <a:gd name="connsiteX23" fmla="*/ 402428 w 1830238"/>
              <a:gd name="connsiteY23" fmla="*/ 1122892 h 1148770"/>
              <a:gd name="connsiteX24" fmla="*/ 279662 w 1830238"/>
              <a:gd name="connsiteY24" fmla="*/ 1127125 h 1148770"/>
              <a:gd name="connsiteX25" fmla="*/ 165362 w 1830238"/>
              <a:gd name="connsiteY25" fmla="*/ 1118659 h 1148770"/>
              <a:gd name="connsiteX26" fmla="*/ 161128 w 1830238"/>
              <a:gd name="connsiteY26" fmla="*/ 1063625 h 1148770"/>
              <a:gd name="connsiteX27" fmla="*/ 224628 w 1830238"/>
              <a:gd name="connsiteY27" fmla="*/ 919692 h 1148770"/>
              <a:gd name="connsiteX28" fmla="*/ 271195 w 1830238"/>
              <a:gd name="connsiteY28" fmla="*/ 788459 h 1148770"/>
              <a:gd name="connsiteX29" fmla="*/ 283895 w 1830238"/>
              <a:gd name="connsiteY29" fmla="*/ 648759 h 1148770"/>
              <a:gd name="connsiteX30" fmla="*/ 203462 w 1830238"/>
              <a:gd name="connsiteY30" fmla="*/ 682625 h 1148770"/>
              <a:gd name="connsiteX31" fmla="*/ 110328 w 1830238"/>
              <a:gd name="connsiteY31" fmla="*/ 703792 h 1148770"/>
              <a:gd name="connsiteX32" fmla="*/ 17195 w 1830238"/>
              <a:gd name="connsiteY32" fmla="*/ 657225 h 1148770"/>
              <a:gd name="connsiteX33" fmla="*/ 2378 w 1830238"/>
              <a:gd name="connsiteY33" fmla="*/ 530225 h 1148770"/>
              <a:gd name="connsiteX34" fmla="*/ 46828 w 1830238"/>
              <a:gd name="connsiteY34" fmla="*/ 428625 h 1148770"/>
              <a:gd name="connsiteX35" fmla="*/ 120912 w 1830238"/>
              <a:gd name="connsiteY35" fmla="*/ 392641 h 1148770"/>
              <a:gd name="connsiteX36" fmla="*/ 197112 w 1830238"/>
              <a:gd name="connsiteY36" fmla="*/ 434975 h 1148770"/>
              <a:gd name="connsiteX37" fmla="*/ 256378 w 1830238"/>
              <a:gd name="connsiteY37" fmla="*/ 481542 h 1148770"/>
              <a:gd name="connsiteX38" fmla="*/ 279662 w 1830238"/>
              <a:gd name="connsiteY38" fmla="*/ 437092 h 1148770"/>
              <a:gd name="connsiteX39" fmla="*/ 228862 w 1830238"/>
              <a:gd name="connsiteY39" fmla="*/ 259292 h 1148770"/>
              <a:gd name="connsiteX40" fmla="*/ 178062 w 1830238"/>
              <a:gd name="connsiteY40" fmla="*/ 161925 h 1148770"/>
              <a:gd name="connsiteX41" fmla="*/ 139962 w 1830238"/>
              <a:gd name="connsiteY41" fmla="*/ 73025 h 1148770"/>
              <a:gd name="connsiteX42" fmla="*/ 201345 w 1830238"/>
              <a:gd name="connsiteY42" fmla="*/ 0 h 1148770"/>
              <a:gd name="connsiteX0" fmla="*/ 201414 w 1830307"/>
              <a:gd name="connsiteY0" fmla="*/ 0 h 1148770"/>
              <a:gd name="connsiteX1" fmla="*/ 1096764 w 1830307"/>
              <a:gd name="connsiteY1" fmla="*/ 5292 h 1148770"/>
              <a:gd name="connsiteX2" fmla="*/ 1448131 w 1830307"/>
              <a:gd name="connsiteY2" fmla="*/ 5292 h 1148770"/>
              <a:gd name="connsiteX3" fmla="*/ 1638631 w 1830307"/>
              <a:gd name="connsiteY3" fmla="*/ 22225 h 1148770"/>
              <a:gd name="connsiteX4" fmla="*/ 1706364 w 1830307"/>
              <a:gd name="connsiteY4" fmla="*/ 128059 h 1148770"/>
              <a:gd name="connsiteX5" fmla="*/ 1752931 w 1830307"/>
              <a:gd name="connsiteY5" fmla="*/ 267759 h 1148770"/>
              <a:gd name="connsiteX6" fmla="*/ 1795264 w 1830307"/>
              <a:gd name="connsiteY6" fmla="*/ 390525 h 1148770"/>
              <a:gd name="connsiteX7" fmla="*/ 1820664 w 1830307"/>
              <a:gd name="connsiteY7" fmla="*/ 500592 h 1148770"/>
              <a:gd name="connsiteX8" fmla="*/ 1765631 w 1830307"/>
              <a:gd name="connsiteY8" fmla="*/ 470959 h 1148770"/>
              <a:gd name="connsiteX9" fmla="*/ 1655564 w 1830307"/>
              <a:gd name="connsiteY9" fmla="*/ 432859 h 1148770"/>
              <a:gd name="connsiteX10" fmla="*/ 1575131 w 1830307"/>
              <a:gd name="connsiteY10" fmla="*/ 466725 h 1148770"/>
              <a:gd name="connsiteX11" fmla="*/ 1541264 w 1830307"/>
              <a:gd name="connsiteY11" fmla="*/ 572559 h 1148770"/>
              <a:gd name="connsiteX12" fmla="*/ 1566664 w 1830307"/>
              <a:gd name="connsiteY12" fmla="*/ 703792 h 1148770"/>
              <a:gd name="connsiteX13" fmla="*/ 1630164 w 1830307"/>
              <a:gd name="connsiteY13" fmla="*/ 746125 h 1148770"/>
              <a:gd name="connsiteX14" fmla="*/ 1740231 w 1830307"/>
              <a:gd name="connsiteY14" fmla="*/ 737659 h 1148770"/>
              <a:gd name="connsiteX15" fmla="*/ 1807964 w 1830307"/>
              <a:gd name="connsiteY15" fmla="*/ 703792 h 1148770"/>
              <a:gd name="connsiteX16" fmla="*/ 1829131 w 1830307"/>
              <a:gd name="connsiteY16" fmla="*/ 729192 h 1148770"/>
              <a:gd name="connsiteX17" fmla="*/ 1778331 w 1830307"/>
              <a:gd name="connsiteY17" fmla="*/ 902759 h 1148770"/>
              <a:gd name="connsiteX18" fmla="*/ 1731764 w 1830307"/>
              <a:gd name="connsiteY18" fmla="*/ 1017059 h 1148770"/>
              <a:gd name="connsiteX19" fmla="*/ 1659797 w 1830307"/>
              <a:gd name="connsiteY19" fmla="*/ 1131359 h 1148770"/>
              <a:gd name="connsiteX20" fmla="*/ 1435431 w 1830307"/>
              <a:gd name="connsiteY20" fmla="*/ 1148292 h 1148770"/>
              <a:gd name="connsiteX21" fmla="*/ 1067131 w 1830307"/>
              <a:gd name="connsiteY21" fmla="*/ 1139825 h 1148770"/>
              <a:gd name="connsiteX22" fmla="*/ 732697 w 1830307"/>
              <a:gd name="connsiteY22" fmla="*/ 1135592 h 1148770"/>
              <a:gd name="connsiteX23" fmla="*/ 402497 w 1830307"/>
              <a:gd name="connsiteY23" fmla="*/ 1122892 h 1148770"/>
              <a:gd name="connsiteX24" fmla="*/ 279731 w 1830307"/>
              <a:gd name="connsiteY24" fmla="*/ 1127125 h 1148770"/>
              <a:gd name="connsiteX25" fmla="*/ 165431 w 1830307"/>
              <a:gd name="connsiteY25" fmla="*/ 1118659 h 1148770"/>
              <a:gd name="connsiteX26" fmla="*/ 161197 w 1830307"/>
              <a:gd name="connsiteY26" fmla="*/ 1063625 h 1148770"/>
              <a:gd name="connsiteX27" fmla="*/ 224697 w 1830307"/>
              <a:gd name="connsiteY27" fmla="*/ 919692 h 1148770"/>
              <a:gd name="connsiteX28" fmla="*/ 271264 w 1830307"/>
              <a:gd name="connsiteY28" fmla="*/ 788459 h 1148770"/>
              <a:gd name="connsiteX29" fmla="*/ 283964 w 1830307"/>
              <a:gd name="connsiteY29" fmla="*/ 648759 h 1148770"/>
              <a:gd name="connsiteX30" fmla="*/ 203531 w 1830307"/>
              <a:gd name="connsiteY30" fmla="*/ 682625 h 1148770"/>
              <a:gd name="connsiteX31" fmla="*/ 112513 w 1830307"/>
              <a:gd name="connsiteY31" fmla="*/ 710142 h 1148770"/>
              <a:gd name="connsiteX32" fmla="*/ 17264 w 1830307"/>
              <a:gd name="connsiteY32" fmla="*/ 657225 h 1148770"/>
              <a:gd name="connsiteX33" fmla="*/ 2447 w 1830307"/>
              <a:gd name="connsiteY33" fmla="*/ 530225 h 1148770"/>
              <a:gd name="connsiteX34" fmla="*/ 46897 w 1830307"/>
              <a:gd name="connsiteY34" fmla="*/ 428625 h 1148770"/>
              <a:gd name="connsiteX35" fmla="*/ 120981 w 1830307"/>
              <a:gd name="connsiteY35" fmla="*/ 392641 h 1148770"/>
              <a:gd name="connsiteX36" fmla="*/ 197181 w 1830307"/>
              <a:gd name="connsiteY36" fmla="*/ 434975 h 1148770"/>
              <a:gd name="connsiteX37" fmla="*/ 256447 w 1830307"/>
              <a:gd name="connsiteY37" fmla="*/ 481542 h 1148770"/>
              <a:gd name="connsiteX38" fmla="*/ 279731 w 1830307"/>
              <a:gd name="connsiteY38" fmla="*/ 437092 h 1148770"/>
              <a:gd name="connsiteX39" fmla="*/ 228931 w 1830307"/>
              <a:gd name="connsiteY39" fmla="*/ 259292 h 1148770"/>
              <a:gd name="connsiteX40" fmla="*/ 178131 w 1830307"/>
              <a:gd name="connsiteY40" fmla="*/ 161925 h 1148770"/>
              <a:gd name="connsiteX41" fmla="*/ 140031 w 1830307"/>
              <a:gd name="connsiteY41" fmla="*/ 73025 h 1148770"/>
              <a:gd name="connsiteX42" fmla="*/ 201414 w 1830307"/>
              <a:gd name="connsiteY42" fmla="*/ 0 h 1148770"/>
              <a:gd name="connsiteX0" fmla="*/ 199753 w 1828646"/>
              <a:gd name="connsiteY0" fmla="*/ 0 h 1148770"/>
              <a:gd name="connsiteX1" fmla="*/ 1095103 w 1828646"/>
              <a:gd name="connsiteY1" fmla="*/ 5292 h 1148770"/>
              <a:gd name="connsiteX2" fmla="*/ 1446470 w 1828646"/>
              <a:gd name="connsiteY2" fmla="*/ 5292 h 1148770"/>
              <a:gd name="connsiteX3" fmla="*/ 1636970 w 1828646"/>
              <a:gd name="connsiteY3" fmla="*/ 22225 h 1148770"/>
              <a:gd name="connsiteX4" fmla="*/ 1704703 w 1828646"/>
              <a:gd name="connsiteY4" fmla="*/ 128059 h 1148770"/>
              <a:gd name="connsiteX5" fmla="*/ 1751270 w 1828646"/>
              <a:gd name="connsiteY5" fmla="*/ 267759 h 1148770"/>
              <a:gd name="connsiteX6" fmla="*/ 1793603 w 1828646"/>
              <a:gd name="connsiteY6" fmla="*/ 390525 h 1148770"/>
              <a:gd name="connsiteX7" fmla="*/ 1819003 w 1828646"/>
              <a:gd name="connsiteY7" fmla="*/ 500592 h 1148770"/>
              <a:gd name="connsiteX8" fmla="*/ 1763970 w 1828646"/>
              <a:gd name="connsiteY8" fmla="*/ 470959 h 1148770"/>
              <a:gd name="connsiteX9" fmla="*/ 1653903 w 1828646"/>
              <a:gd name="connsiteY9" fmla="*/ 432859 h 1148770"/>
              <a:gd name="connsiteX10" fmla="*/ 1573470 w 1828646"/>
              <a:gd name="connsiteY10" fmla="*/ 466725 h 1148770"/>
              <a:gd name="connsiteX11" fmla="*/ 1539603 w 1828646"/>
              <a:gd name="connsiteY11" fmla="*/ 572559 h 1148770"/>
              <a:gd name="connsiteX12" fmla="*/ 1565003 w 1828646"/>
              <a:gd name="connsiteY12" fmla="*/ 703792 h 1148770"/>
              <a:gd name="connsiteX13" fmla="*/ 1628503 w 1828646"/>
              <a:gd name="connsiteY13" fmla="*/ 746125 h 1148770"/>
              <a:gd name="connsiteX14" fmla="*/ 1738570 w 1828646"/>
              <a:gd name="connsiteY14" fmla="*/ 737659 h 1148770"/>
              <a:gd name="connsiteX15" fmla="*/ 1806303 w 1828646"/>
              <a:gd name="connsiteY15" fmla="*/ 703792 h 1148770"/>
              <a:gd name="connsiteX16" fmla="*/ 1827470 w 1828646"/>
              <a:gd name="connsiteY16" fmla="*/ 729192 h 1148770"/>
              <a:gd name="connsiteX17" fmla="*/ 1776670 w 1828646"/>
              <a:gd name="connsiteY17" fmla="*/ 902759 h 1148770"/>
              <a:gd name="connsiteX18" fmla="*/ 1730103 w 1828646"/>
              <a:gd name="connsiteY18" fmla="*/ 1017059 h 1148770"/>
              <a:gd name="connsiteX19" fmla="*/ 1658136 w 1828646"/>
              <a:gd name="connsiteY19" fmla="*/ 1131359 h 1148770"/>
              <a:gd name="connsiteX20" fmla="*/ 1433770 w 1828646"/>
              <a:gd name="connsiteY20" fmla="*/ 1148292 h 1148770"/>
              <a:gd name="connsiteX21" fmla="*/ 1065470 w 1828646"/>
              <a:gd name="connsiteY21" fmla="*/ 1139825 h 1148770"/>
              <a:gd name="connsiteX22" fmla="*/ 731036 w 1828646"/>
              <a:gd name="connsiteY22" fmla="*/ 1135592 h 1148770"/>
              <a:gd name="connsiteX23" fmla="*/ 400836 w 1828646"/>
              <a:gd name="connsiteY23" fmla="*/ 1122892 h 1148770"/>
              <a:gd name="connsiteX24" fmla="*/ 278070 w 1828646"/>
              <a:gd name="connsiteY24" fmla="*/ 1127125 h 1148770"/>
              <a:gd name="connsiteX25" fmla="*/ 163770 w 1828646"/>
              <a:gd name="connsiteY25" fmla="*/ 1118659 h 1148770"/>
              <a:gd name="connsiteX26" fmla="*/ 159536 w 1828646"/>
              <a:gd name="connsiteY26" fmla="*/ 1063625 h 1148770"/>
              <a:gd name="connsiteX27" fmla="*/ 223036 w 1828646"/>
              <a:gd name="connsiteY27" fmla="*/ 919692 h 1148770"/>
              <a:gd name="connsiteX28" fmla="*/ 269603 w 1828646"/>
              <a:gd name="connsiteY28" fmla="*/ 788459 h 1148770"/>
              <a:gd name="connsiteX29" fmla="*/ 282303 w 1828646"/>
              <a:gd name="connsiteY29" fmla="*/ 648759 h 1148770"/>
              <a:gd name="connsiteX30" fmla="*/ 201870 w 1828646"/>
              <a:gd name="connsiteY30" fmla="*/ 682625 h 1148770"/>
              <a:gd name="connsiteX31" fmla="*/ 110852 w 1828646"/>
              <a:gd name="connsiteY31" fmla="*/ 710142 h 1148770"/>
              <a:gd name="connsiteX32" fmla="*/ 24070 w 1828646"/>
              <a:gd name="connsiteY32" fmla="*/ 659342 h 1148770"/>
              <a:gd name="connsiteX33" fmla="*/ 786 w 1828646"/>
              <a:gd name="connsiteY33" fmla="*/ 530225 h 1148770"/>
              <a:gd name="connsiteX34" fmla="*/ 45236 w 1828646"/>
              <a:gd name="connsiteY34" fmla="*/ 428625 h 1148770"/>
              <a:gd name="connsiteX35" fmla="*/ 119320 w 1828646"/>
              <a:gd name="connsiteY35" fmla="*/ 392641 h 1148770"/>
              <a:gd name="connsiteX36" fmla="*/ 195520 w 1828646"/>
              <a:gd name="connsiteY36" fmla="*/ 434975 h 1148770"/>
              <a:gd name="connsiteX37" fmla="*/ 254786 w 1828646"/>
              <a:gd name="connsiteY37" fmla="*/ 481542 h 1148770"/>
              <a:gd name="connsiteX38" fmla="*/ 278070 w 1828646"/>
              <a:gd name="connsiteY38" fmla="*/ 437092 h 1148770"/>
              <a:gd name="connsiteX39" fmla="*/ 227270 w 1828646"/>
              <a:gd name="connsiteY39" fmla="*/ 259292 h 1148770"/>
              <a:gd name="connsiteX40" fmla="*/ 176470 w 1828646"/>
              <a:gd name="connsiteY40" fmla="*/ 161925 h 1148770"/>
              <a:gd name="connsiteX41" fmla="*/ 138370 w 1828646"/>
              <a:gd name="connsiteY41" fmla="*/ 73025 h 1148770"/>
              <a:gd name="connsiteX42" fmla="*/ 199753 w 1828646"/>
              <a:gd name="connsiteY42" fmla="*/ 0 h 1148770"/>
              <a:gd name="connsiteX0" fmla="*/ 207936 w 1836829"/>
              <a:gd name="connsiteY0" fmla="*/ 0 h 1148770"/>
              <a:gd name="connsiteX1" fmla="*/ 1103286 w 1836829"/>
              <a:gd name="connsiteY1" fmla="*/ 5292 h 1148770"/>
              <a:gd name="connsiteX2" fmla="*/ 1454653 w 1836829"/>
              <a:gd name="connsiteY2" fmla="*/ 5292 h 1148770"/>
              <a:gd name="connsiteX3" fmla="*/ 1645153 w 1836829"/>
              <a:gd name="connsiteY3" fmla="*/ 22225 h 1148770"/>
              <a:gd name="connsiteX4" fmla="*/ 1712886 w 1836829"/>
              <a:gd name="connsiteY4" fmla="*/ 128059 h 1148770"/>
              <a:gd name="connsiteX5" fmla="*/ 1759453 w 1836829"/>
              <a:gd name="connsiteY5" fmla="*/ 267759 h 1148770"/>
              <a:gd name="connsiteX6" fmla="*/ 1801786 w 1836829"/>
              <a:gd name="connsiteY6" fmla="*/ 390525 h 1148770"/>
              <a:gd name="connsiteX7" fmla="*/ 1827186 w 1836829"/>
              <a:gd name="connsiteY7" fmla="*/ 500592 h 1148770"/>
              <a:gd name="connsiteX8" fmla="*/ 1772153 w 1836829"/>
              <a:gd name="connsiteY8" fmla="*/ 470959 h 1148770"/>
              <a:gd name="connsiteX9" fmla="*/ 1662086 w 1836829"/>
              <a:gd name="connsiteY9" fmla="*/ 432859 h 1148770"/>
              <a:gd name="connsiteX10" fmla="*/ 1581653 w 1836829"/>
              <a:gd name="connsiteY10" fmla="*/ 466725 h 1148770"/>
              <a:gd name="connsiteX11" fmla="*/ 1547786 w 1836829"/>
              <a:gd name="connsiteY11" fmla="*/ 572559 h 1148770"/>
              <a:gd name="connsiteX12" fmla="*/ 1573186 w 1836829"/>
              <a:gd name="connsiteY12" fmla="*/ 703792 h 1148770"/>
              <a:gd name="connsiteX13" fmla="*/ 1636686 w 1836829"/>
              <a:gd name="connsiteY13" fmla="*/ 746125 h 1148770"/>
              <a:gd name="connsiteX14" fmla="*/ 1746753 w 1836829"/>
              <a:gd name="connsiteY14" fmla="*/ 737659 h 1148770"/>
              <a:gd name="connsiteX15" fmla="*/ 1814486 w 1836829"/>
              <a:gd name="connsiteY15" fmla="*/ 703792 h 1148770"/>
              <a:gd name="connsiteX16" fmla="*/ 1835653 w 1836829"/>
              <a:gd name="connsiteY16" fmla="*/ 729192 h 1148770"/>
              <a:gd name="connsiteX17" fmla="*/ 1784853 w 1836829"/>
              <a:gd name="connsiteY17" fmla="*/ 902759 h 1148770"/>
              <a:gd name="connsiteX18" fmla="*/ 1738286 w 1836829"/>
              <a:gd name="connsiteY18" fmla="*/ 1017059 h 1148770"/>
              <a:gd name="connsiteX19" fmla="*/ 1666319 w 1836829"/>
              <a:gd name="connsiteY19" fmla="*/ 1131359 h 1148770"/>
              <a:gd name="connsiteX20" fmla="*/ 1441953 w 1836829"/>
              <a:gd name="connsiteY20" fmla="*/ 1148292 h 1148770"/>
              <a:gd name="connsiteX21" fmla="*/ 1073653 w 1836829"/>
              <a:gd name="connsiteY21" fmla="*/ 1139825 h 1148770"/>
              <a:gd name="connsiteX22" fmla="*/ 739219 w 1836829"/>
              <a:gd name="connsiteY22" fmla="*/ 1135592 h 1148770"/>
              <a:gd name="connsiteX23" fmla="*/ 409019 w 1836829"/>
              <a:gd name="connsiteY23" fmla="*/ 1122892 h 1148770"/>
              <a:gd name="connsiteX24" fmla="*/ 286253 w 1836829"/>
              <a:gd name="connsiteY24" fmla="*/ 1127125 h 1148770"/>
              <a:gd name="connsiteX25" fmla="*/ 171953 w 1836829"/>
              <a:gd name="connsiteY25" fmla="*/ 1118659 h 1148770"/>
              <a:gd name="connsiteX26" fmla="*/ 167719 w 1836829"/>
              <a:gd name="connsiteY26" fmla="*/ 1063625 h 1148770"/>
              <a:gd name="connsiteX27" fmla="*/ 231219 w 1836829"/>
              <a:gd name="connsiteY27" fmla="*/ 919692 h 1148770"/>
              <a:gd name="connsiteX28" fmla="*/ 277786 w 1836829"/>
              <a:gd name="connsiteY28" fmla="*/ 788459 h 1148770"/>
              <a:gd name="connsiteX29" fmla="*/ 290486 w 1836829"/>
              <a:gd name="connsiteY29" fmla="*/ 648759 h 1148770"/>
              <a:gd name="connsiteX30" fmla="*/ 210053 w 1836829"/>
              <a:gd name="connsiteY30" fmla="*/ 682625 h 1148770"/>
              <a:gd name="connsiteX31" fmla="*/ 119035 w 1836829"/>
              <a:gd name="connsiteY31" fmla="*/ 710142 h 1148770"/>
              <a:gd name="connsiteX32" fmla="*/ 32253 w 1836829"/>
              <a:gd name="connsiteY32" fmla="*/ 659342 h 1148770"/>
              <a:gd name="connsiteX33" fmla="*/ 502 w 1836829"/>
              <a:gd name="connsiteY33" fmla="*/ 547159 h 1148770"/>
              <a:gd name="connsiteX34" fmla="*/ 53419 w 1836829"/>
              <a:gd name="connsiteY34" fmla="*/ 428625 h 1148770"/>
              <a:gd name="connsiteX35" fmla="*/ 127503 w 1836829"/>
              <a:gd name="connsiteY35" fmla="*/ 392641 h 1148770"/>
              <a:gd name="connsiteX36" fmla="*/ 203703 w 1836829"/>
              <a:gd name="connsiteY36" fmla="*/ 434975 h 1148770"/>
              <a:gd name="connsiteX37" fmla="*/ 262969 w 1836829"/>
              <a:gd name="connsiteY37" fmla="*/ 481542 h 1148770"/>
              <a:gd name="connsiteX38" fmla="*/ 286253 w 1836829"/>
              <a:gd name="connsiteY38" fmla="*/ 437092 h 1148770"/>
              <a:gd name="connsiteX39" fmla="*/ 235453 w 1836829"/>
              <a:gd name="connsiteY39" fmla="*/ 259292 h 1148770"/>
              <a:gd name="connsiteX40" fmla="*/ 184653 w 1836829"/>
              <a:gd name="connsiteY40" fmla="*/ 161925 h 1148770"/>
              <a:gd name="connsiteX41" fmla="*/ 146553 w 1836829"/>
              <a:gd name="connsiteY41" fmla="*/ 73025 h 1148770"/>
              <a:gd name="connsiteX42" fmla="*/ 207936 w 1836829"/>
              <a:gd name="connsiteY42" fmla="*/ 0 h 1148770"/>
              <a:gd name="connsiteX0" fmla="*/ 207936 w 1836829"/>
              <a:gd name="connsiteY0" fmla="*/ 0 h 1148770"/>
              <a:gd name="connsiteX1" fmla="*/ 1103286 w 1836829"/>
              <a:gd name="connsiteY1" fmla="*/ 5292 h 1148770"/>
              <a:gd name="connsiteX2" fmla="*/ 1454653 w 1836829"/>
              <a:gd name="connsiteY2" fmla="*/ 5292 h 1148770"/>
              <a:gd name="connsiteX3" fmla="*/ 1645153 w 1836829"/>
              <a:gd name="connsiteY3" fmla="*/ 22225 h 1148770"/>
              <a:gd name="connsiteX4" fmla="*/ 1712886 w 1836829"/>
              <a:gd name="connsiteY4" fmla="*/ 128059 h 1148770"/>
              <a:gd name="connsiteX5" fmla="*/ 1759453 w 1836829"/>
              <a:gd name="connsiteY5" fmla="*/ 267759 h 1148770"/>
              <a:gd name="connsiteX6" fmla="*/ 1801786 w 1836829"/>
              <a:gd name="connsiteY6" fmla="*/ 390525 h 1148770"/>
              <a:gd name="connsiteX7" fmla="*/ 1827186 w 1836829"/>
              <a:gd name="connsiteY7" fmla="*/ 500592 h 1148770"/>
              <a:gd name="connsiteX8" fmla="*/ 1772153 w 1836829"/>
              <a:gd name="connsiteY8" fmla="*/ 470959 h 1148770"/>
              <a:gd name="connsiteX9" fmla="*/ 1662086 w 1836829"/>
              <a:gd name="connsiteY9" fmla="*/ 432859 h 1148770"/>
              <a:gd name="connsiteX10" fmla="*/ 1581653 w 1836829"/>
              <a:gd name="connsiteY10" fmla="*/ 466725 h 1148770"/>
              <a:gd name="connsiteX11" fmla="*/ 1547786 w 1836829"/>
              <a:gd name="connsiteY11" fmla="*/ 572559 h 1148770"/>
              <a:gd name="connsiteX12" fmla="*/ 1573186 w 1836829"/>
              <a:gd name="connsiteY12" fmla="*/ 703792 h 1148770"/>
              <a:gd name="connsiteX13" fmla="*/ 1636686 w 1836829"/>
              <a:gd name="connsiteY13" fmla="*/ 746125 h 1148770"/>
              <a:gd name="connsiteX14" fmla="*/ 1746753 w 1836829"/>
              <a:gd name="connsiteY14" fmla="*/ 737659 h 1148770"/>
              <a:gd name="connsiteX15" fmla="*/ 1814486 w 1836829"/>
              <a:gd name="connsiteY15" fmla="*/ 703792 h 1148770"/>
              <a:gd name="connsiteX16" fmla="*/ 1835653 w 1836829"/>
              <a:gd name="connsiteY16" fmla="*/ 729192 h 1148770"/>
              <a:gd name="connsiteX17" fmla="*/ 1784853 w 1836829"/>
              <a:gd name="connsiteY17" fmla="*/ 902759 h 1148770"/>
              <a:gd name="connsiteX18" fmla="*/ 1738286 w 1836829"/>
              <a:gd name="connsiteY18" fmla="*/ 1017059 h 1148770"/>
              <a:gd name="connsiteX19" fmla="*/ 1666319 w 1836829"/>
              <a:gd name="connsiteY19" fmla="*/ 1131359 h 1148770"/>
              <a:gd name="connsiteX20" fmla="*/ 1441953 w 1836829"/>
              <a:gd name="connsiteY20" fmla="*/ 1148292 h 1148770"/>
              <a:gd name="connsiteX21" fmla="*/ 1073653 w 1836829"/>
              <a:gd name="connsiteY21" fmla="*/ 1139825 h 1148770"/>
              <a:gd name="connsiteX22" fmla="*/ 739219 w 1836829"/>
              <a:gd name="connsiteY22" fmla="*/ 1135592 h 1148770"/>
              <a:gd name="connsiteX23" fmla="*/ 409019 w 1836829"/>
              <a:gd name="connsiteY23" fmla="*/ 1122892 h 1148770"/>
              <a:gd name="connsiteX24" fmla="*/ 286253 w 1836829"/>
              <a:gd name="connsiteY24" fmla="*/ 1127125 h 1148770"/>
              <a:gd name="connsiteX25" fmla="*/ 171953 w 1836829"/>
              <a:gd name="connsiteY25" fmla="*/ 1118659 h 1148770"/>
              <a:gd name="connsiteX26" fmla="*/ 167719 w 1836829"/>
              <a:gd name="connsiteY26" fmla="*/ 1063625 h 1148770"/>
              <a:gd name="connsiteX27" fmla="*/ 231219 w 1836829"/>
              <a:gd name="connsiteY27" fmla="*/ 919692 h 1148770"/>
              <a:gd name="connsiteX28" fmla="*/ 277786 w 1836829"/>
              <a:gd name="connsiteY28" fmla="*/ 788459 h 1148770"/>
              <a:gd name="connsiteX29" fmla="*/ 290486 w 1836829"/>
              <a:gd name="connsiteY29" fmla="*/ 648759 h 1148770"/>
              <a:gd name="connsiteX30" fmla="*/ 210053 w 1836829"/>
              <a:gd name="connsiteY30" fmla="*/ 682625 h 1148770"/>
              <a:gd name="connsiteX31" fmla="*/ 119035 w 1836829"/>
              <a:gd name="connsiteY31" fmla="*/ 710142 h 1148770"/>
              <a:gd name="connsiteX32" fmla="*/ 32253 w 1836829"/>
              <a:gd name="connsiteY32" fmla="*/ 659342 h 1148770"/>
              <a:gd name="connsiteX33" fmla="*/ 502 w 1836829"/>
              <a:gd name="connsiteY33" fmla="*/ 547159 h 1148770"/>
              <a:gd name="connsiteX34" fmla="*/ 53419 w 1836829"/>
              <a:gd name="connsiteY34" fmla="*/ 428625 h 1148770"/>
              <a:gd name="connsiteX35" fmla="*/ 129620 w 1836829"/>
              <a:gd name="connsiteY35" fmla="*/ 398991 h 1148770"/>
              <a:gd name="connsiteX36" fmla="*/ 203703 w 1836829"/>
              <a:gd name="connsiteY36" fmla="*/ 434975 h 1148770"/>
              <a:gd name="connsiteX37" fmla="*/ 262969 w 1836829"/>
              <a:gd name="connsiteY37" fmla="*/ 481542 h 1148770"/>
              <a:gd name="connsiteX38" fmla="*/ 286253 w 1836829"/>
              <a:gd name="connsiteY38" fmla="*/ 437092 h 1148770"/>
              <a:gd name="connsiteX39" fmla="*/ 235453 w 1836829"/>
              <a:gd name="connsiteY39" fmla="*/ 259292 h 1148770"/>
              <a:gd name="connsiteX40" fmla="*/ 184653 w 1836829"/>
              <a:gd name="connsiteY40" fmla="*/ 161925 h 1148770"/>
              <a:gd name="connsiteX41" fmla="*/ 146553 w 1836829"/>
              <a:gd name="connsiteY41" fmla="*/ 73025 h 1148770"/>
              <a:gd name="connsiteX42" fmla="*/ 207936 w 1836829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90411 w 1836754"/>
              <a:gd name="connsiteY29" fmla="*/ 648759 h 1148770"/>
              <a:gd name="connsiteX30" fmla="*/ 209978 w 1836754"/>
              <a:gd name="connsiteY30" fmla="*/ 68262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90411 w 1836754"/>
              <a:gd name="connsiteY29" fmla="*/ 648759 h 1148770"/>
              <a:gd name="connsiteX30" fmla="*/ 197278 w 1836754"/>
              <a:gd name="connsiteY30" fmla="*/ 68897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  <a:gd name="connsiteX0" fmla="*/ 207861 w 1836754"/>
              <a:gd name="connsiteY0" fmla="*/ 0 h 1148770"/>
              <a:gd name="connsiteX1" fmla="*/ 1103211 w 1836754"/>
              <a:gd name="connsiteY1" fmla="*/ 5292 h 1148770"/>
              <a:gd name="connsiteX2" fmla="*/ 1454578 w 1836754"/>
              <a:gd name="connsiteY2" fmla="*/ 5292 h 1148770"/>
              <a:gd name="connsiteX3" fmla="*/ 1645078 w 1836754"/>
              <a:gd name="connsiteY3" fmla="*/ 22225 h 1148770"/>
              <a:gd name="connsiteX4" fmla="*/ 1712811 w 1836754"/>
              <a:gd name="connsiteY4" fmla="*/ 128059 h 1148770"/>
              <a:gd name="connsiteX5" fmla="*/ 1759378 w 1836754"/>
              <a:gd name="connsiteY5" fmla="*/ 267759 h 1148770"/>
              <a:gd name="connsiteX6" fmla="*/ 1801711 w 1836754"/>
              <a:gd name="connsiteY6" fmla="*/ 390525 h 1148770"/>
              <a:gd name="connsiteX7" fmla="*/ 1827111 w 1836754"/>
              <a:gd name="connsiteY7" fmla="*/ 500592 h 1148770"/>
              <a:gd name="connsiteX8" fmla="*/ 1772078 w 1836754"/>
              <a:gd name="connsiteY8" fmla="*/ 470959 h 1148770"/>
              <a:gd name="connsiteX9" fmla="*/ 1662011 w 1836754"/>
              <a:gd name="connsiteY9" fmla="*/ 432859 h 1148770"/>
              <a:gd name="connsiteX10" fmla="*/ 1581578 w 1836754"/>
              <a:gd name="connsiteY10" fmla="*/ 466725 h 1148770"/>
              <a:gd name="connsiteX11" fmla="*/ 1547711 w 1836754"/>
              <a:gd name="connsiteY11" fmla="*/ 572559 h 1148770"/>
              <a:gd name="connsiteX12" fmla="*/ 1573111 w 1836754"/>
              <a:gd name="connsiteY12" fmla="*/ 703792 h 1148770"/>
              <a:gd name="connsiteX13" fmla="*/ 1636611 w 1836754"/>
              <a:gd name="connsiteY13" fmla="*/ 746125 h 1148770"/>
              <a:gd name="connsiteX14" fmla="*/ 1746678 w 1836754"/>
              <a:gd name="connsiteY14" fmla="*/ 737659 h 1148770"/>
              <a:gd name="connsiteX15" fmla="*/ 1814411 w 1836754"/>
              <a:gd name="connsiteY15" fmla="*/ 703792 h 1148770"/>
              <a:gd name="connsiteX16" fmla="*/ 1835578 w 1836754"/>
              <a:gd name="connsiteY16" fmla="*/ 729192 h 1148770"/>
              <a:gd name="connsiteX17" fmla="*/ 1784778 w 1836754"/>
              <a:gd name="connsiteY17" fmla="*/ 902759 h 1148770"/>
              <a:gd name="connsiteX18" fmla="*/ 1738211 w 1836754"/>
              <a:gd name="connsiteY18" fmla="*/ 1017059 h 1148770"/>
              <a:gd name="connsiteX19" fmla="*/ 1666244 w 1836754"/>
              <a:gd name="connsiteY19" fmla="*/ 1131359 h 1148770"/>
              <a:gd name="connsiteX20" fmla="*/ 1441878 w 1836754"/>
              <a:gd name="connsiteY20" fmla="*/ 1148292 h 1148770"/>
              <a:gd name="connsiteX21" fmla="*/ 1073578 w 1836754"/>
              <a:gd name="connsiteY21" fmla="*/ 1139825 h 1148770"/>
              <a:gd name="connsiteX22" fmla="*/ 739144 w 1836754"/>
              <a:gd name="connsiteY22" fmla="*/ 1135592 h 1148770"/>
              <a:gd name="connsiteX23" fmla="*/ 408944 w 1836754"/>
              <a:gd name="connsiteY23" fmla="*/ 1122892 h 1148770"/>
              <a:gd name="connsiteX24" fmla="*/ 286178 w 1836754"/>
              <a:gd name="connsiteY24" fmla="*/ 1127125 h 1148770"/>
              <a:gd name="connsiteX25" fmla="*/ 171878 w 1836754"/>
              <a:gd name="connsiteY25" fmla="*/ 1118659 h 1148770"/>
              <a:gd name="connsiteX26" fmla="*/ 167644 w 1836754"/>
              <a:gd name="connsiteY26" fmla="*/ 1063625 h 1148770"/>
              <a:gd name="connsiteX27" fmla="*/ 231144 w 1836754"/>
              <a:gd name="connsiteY27" fmla="*/ 919692 h 1148770"/>
              <a:gd name="connsiteX28" fmla="*/ 277711 w 1836754"/>
              <a:gd name="connsiteY28" fmla="*/ 788459 h 1148770"/>
              <a:gd name="connsiteX29" fmla="*/ 286178 w 1836754"/>
              <a:gd name="connsiteY29" fmla="*/ 652992 h 1148770"/>
              <a:gd name="connsiteX30" fmla="*/ 197278 w 1836754"/>
              <a:gd name="connsiteY30" fmla="*/ 688975 h 1148770"/>
              <a:gd name="connsiteX31" fmla="*/ 97793 w 1836754"/>
              <a:gd name="connsiteY31" fmla="*/ 708026 h 1148770"/>
              <a:gd name="connsiteX32" fmla="*/ 32178 w 1836754"/>
              <a:gd name="connsiteY32" fmla="*/ 659342 h 1148770"/>
              <a:gd name="connsiteX33" fmla="*/ 427 w 1836754"/>
              <a:gd name="connsiteY33" fmla="*/ 547159 h 1148770"/>
              <a:gd name="connsiteX34" fmla="*/ 53344 w 1836754"/>
              <a:gd name="connsiteY34" fmla="*/ 428625 h 1148770"/>
              <a:gd name="connsiteX35" fmla="*/ 129545 w 1836754"/>
              <a:gd name="connsiteY35" fmla="*/ 398991 h 1148770"/>
              <a:gd name="connsiteX36" fmla="*/ 203628 w 1836754"/>
              <a:gd name="connsiteY36" fmla="*/ 434975 h 1148770"/>
              <a:gd name="connsiteX37" fmla="*/ 262894 w 1836754"/>
              <a:gd name="connsiteY37" fmla="*/ 481542 h 1148770"/>
              <a:gd name="connsiteX38" fmla="*/ 286178 w 1836754"/>
              <a:gd name="connsiteY38" fmla="*/ 437092 h 1148770"/>
              <a:gd name="connsiteX39" fmla="*/ 235378 w 1836754"/>
              <a:gd name="connsiteY39" fmla="*/ 259292 h 1148770"/>
              <a:gd name="connsiteX40" fmla="*/ 184578 w 1836754"/>
              <a:gd name="connsiteY40" fmla="*/ 161925 h 1148770"/>
              <a:gd name="connsiteX41" fmla="*/ 146478 w 1836754"/>
              <a:gd name="connsiteY41" fmla="*/ 73025 h 1148770"/>
              <a:gd name="connsiteX42" fmla="*/ 207861 w 1836754"/>
              <a:gd name="connsiteY42" fmla="*/ 0 h 1148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36754" h="1148770">
                <a:moveTo>
                  <a:pt x="207861" y="0"/>
                </a:moveTo>
                <a:lnTo>
                  <a:pt x="1103211" y="5292"/>
                </a:lnTo>
                <a:cubicBezTo>
                  <a:pt x="1310997" y="6174"/>
                  <a:pt x="1364267" y="2470"/>
                  <a:pt x="1454578" y="5292"/>
                </a:cubicBezTo>
                <a:cubicBezTo>
                  <a:pt x="1544889" y="8114"/>
                  <a:pt x="1602039" y="1764"/>
                  <a:pt x="1645078" y="22225"/>
                </a:cubicBezTo>
                <a:cubicBezTo>
                  <a:pt x="1688117" y="42686"/>
                  <a:pt x="1693761" y="87137"/>
                  <a:pt x="1712811" y="128059"/>
                </a:cubicBezTo>
                <a:cubicBezTo>
                  <a:pt x="1731861" y="168981"/>
                  <a:pt x="1744561" y="224015"/>
                  <a:pt x="1759378" y="267759"/>
                </a:cubicBezTo>
                <a:cubicBezTo>
                  <a:pt x="1774195" y="311503"/>
                  <a:pt x="1790422" y="351720"/>
                  <a:pt x="1801711" y="390525"/>
                </a:cubicBezTo>
                <a:cubicBezTo>
                  <a:pt x="1813000" y="429331"/>
                  <a:pt x="1832050" y="487186"/>
                  <a:pt x="1827111" y="500592"/>
                </a:cubicBezTo>
                <a:cubicBezTo>
                  <a:pt x="1822172" y="513998"/>
                  <a:pt x="1799595" y="482248"/>
                  <a:pt x="1772078" y="470959"/>
                </a:cubicBezTo>
                <a:cubicBezTo>
                  <a:pt x="1744561" y="459670"/>
                  <a:pt x="1693761" y="433565"/>
                  <a:pt x="1662011" y="432859"/>
                </a:cubicBezTo>
                <a:cubicBezTo>
                  <a:pt x="1630261" y="432153"/>
                  <a:pt x="1600628" y="443442"/>
                  <a:pt x="1581578" y="466725"/>
                </a:cubicBezTo>
                <a:cubicBezTo>
                  <a:pt x="1562528" y="490008"/>
                  <a:pt x="1549122" y="533048"/>
                  <a:pt x="1547711" y="572559"/>
                </a:cubicBezTo>
                <a:cubicBezTo>
                  <a:pt x="1546300" y="612070"/>
                  <a:pt x="1558294" y="674864"/>
                  <a:pt x="1573111" y="703792"/>
                </a:cubicBezTo>
                <a:cubicBezTo>
                  <a:pt x="1587928" y="732720"/>
                  <a:pt x="1607683" y="740481"/>
                  <a:pt x="1636611" y="746125"/>
                </a:cubicBezTo>
                <a:cubicBezTo>
                  <a:pt x="1665539" y="751770"/>
                  <a:pt x="1717045" y="744714"/>
                  <a:pt x="1746678" y="737659"/>
                </a:cubicBezTo>
                <a:cubicBezTo>
                  <a:pt x="1776311" y="730604"/>
                  <a:pt x="1799595" y="705203"/>
                  <a:pt x="1814411" y="703792"/>
                </a:cubicBezTo>
                <a:cubicBezTo>
                  <a:pt x="1829227" y="702381"/>
                  <a:pt x="1840517" y="696031"/>
                  <a:pt x="1835578" y="729192"/>
                </a:cubicBezTo>
                <a:cubicBezTo>
                  <a:pt x="1830639" y="762353"/>
                  <a:pt x="1801006" y="854781"/>
                  <a:pt x="1784778" y="902759"/>
                </a:cubicBezTo>
                <a:cubicBezTo>
                  <a:pt x="1768550" y="950737"/>
                  <a:pt x="1757967" y="978959"/>
                  <a:pt x="1738211" y="1017059"/>
                </a:cubicBezTo>
                <a:cubicBezTo>
                  <a:pt x="1718455" y="1055159"/>
                  <a:pt x="1715633" y="1109487"/>
                  <a:pt x="1666244" y="1131359"/>
                </a:cubicBezTo>
                <a:cubicBezTo>
                  <a:pt x="1616855" y="1153231"/>
                  <a:pt x="1441878" y="1148292"/>
                  <a:pt x="1441878" y="1148292"/>
                </a:cubicBezTo>
                <a:lnTo>
                  <a:pt x="1073578" y="1139825"/>
                </a:lnTo>
                <a:lnTo>
                  <a:pt x="739144" y="1135592"/>
                </a:lnTo>
                <a:cubicBezTo>
                  <a:pt x="628372" y="1132770"/>
                  <a:pt x="484438" y="1124303"/>
                  <a:pt x="408944" y="1122892"/>
                </a:cubicBezTo>
                <a:cubicBezTo>
                  <a:pt x="333450" y="1121481"/>
                  <a:pt x="325689" y="1127831"/>
                  <a:pt x="286178" y="1127125"/>
                </a:cubicBezTo>
                <a:cubicBezTo>
                  <a:pt x="246667" y="1126419"/>
                  <a:pt x="191633" y="1129242"/>
                  <a:pt x="171878" y="1118659"/>
                </a:cubicBezTo>
                <a:cubicBezTo>
                  <a:pt x="152123" y="1108076"/>
                  <a:pt x="157766" y="1096786"/>
                  <a:pt x="167644" y="1063625"/>
                </a:cubicBezTo>
                <a:cubicBezTo>
                  <a:pt x="177522" y="1030464"/>
                  <a:pt x="212799" y="965553"/>
                  <a:pt x="231144" y="919692"/>
                </a:cubicBezTo>
                <a:cubicBezTo>
                  <a:pt x="249489" y="873831"/>
                  <a:pt x="268539" y="832909"/>
                  <a:pt x="277711" y="788459"/>
                </a:cubicBezTo>
                <a:cubicBezTo>
                  <a:pt x="286883" y="744009"/>
                  <a:pt x="299583" y="669573"/>
                  <a:pt x="286178" y="652992"/>
                </a:cubicBezTo>
                <a:cubicBezTo>
                  <a:pt x="272773" y="636411"/>
                  <a:pt x="228676" y="679803"/>
                  <a:pt x="197278" y="688975"/>
                </a:cubicBezTo>
                <a:cubicBezTo>
                  <a:pt x="165880" y="698147"/>
                  <a:pt x="125310" y="712965"/>
                  <a:pt x="97793" y="708026"/>
                </a:cubicBezTo>
                <a:cubicBezTo>
                  <a:pt x="70276" y="703087"/>
                  <a:pt x="48406" y="686153"/>
                  <a:pt x="32178" y="659342"/>
                </a:cubicBezTo>
                <a:cubicBezTo>
                  <a:pt x="15950" y="632531"/>
                  <a:pt x="-3101" y="585612"/>
                  <a:pt x="427" y="547159"/>
                </a:cubicBezTo>
                <a:cubicBezTo>
                  <a:pt x="3955" y="508706"/>
                  <a:pt x="31824" y="453320"/>
                  <a:pt x="53344" y="428625"/>
                </a:cubicBezTo>
                <a:cubicBezTo>
                  <a:pt x="74864" y="403930"/>
                  <a:pt x="104498" y="397933"/>
                  <a:pt x="129545" y="398991"/>
                </a:cubicBezTo>
                <a:cubicBezTo>
                  <a:pt x="154592" y="400049"/>
                  <a:pt x="181403" y="421217"/>
                  <a:pt x="203628" y="434975"/>
                </a:cubicBezTo>
                <a:cubicBezTo>
                  <a:pt x="225853" y="448733"/>
                  <a:pt x="249136" y="481189"/>
                  <a:pt x="262894" y="481542"/>
                </a:cubicBezTo>
                <a:cubicBezTo>
                  <a:pt x="276652" y="481895"/>
                  <a:pt x="290764" y="474134"/>
                  <a:pt x="286178" y="437092"/>
                </a:cubicBezTo>
                <a:cubicBezTo>
                  <a:pt x="281592" y="400050"/>
                  <a:pt x="252311" y="305153"/>
                  <a:pt x="235378" y="259292"/>
                </a:cubicBezTo>
                <a:cubicBezTo>
                  <a:pt x="218445" y="213431"/>
                  <a:pt x="199395" y="192969"/>
                  <a:pt x="184578" y="161925"/>
                </a:cubicBezTo>
                <a:cubicBezTo>
                  <a:pt x="186694" y="130881"/>
                  <a:pt x="161647" y="102128"/>
                  <a:pt x="146478" y="73025"/>
                </a:cubicBezTo>
                <a:cubicBezTo>
                  <a:pt x="131309" y="43922"/>
                  <a:pt x="82272" y="706"/>
                  <a:pt x="20786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ACE3C9F-26A5-1F72-0106-4E8277113427}"/>
              </a:ext>
            </a:extLst>
          </p:cNvPr>
          <p:cNvSpPr/>
          <p:nvPr/>
        </p:nvSpPr>
        <p:spPr>
          <a:xfrm>
            <a:off x="4355868" y="4385474"/>
            <a:ext cx="1976414" cy="1152969"/>
          </a:xfrm>
          <a:custGeom>
            <a:avLst/>
            <a:gdLst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35699 w 1976414"/>
              <a:gd name="connsiteY16" fmla="*/ 1109134 h 1172634"/>
              <a:gd name="connsiteX17" fmla="*/ 182265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82265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78031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58465 w 1976414"/>
              <a:gd name="connsiteY27" fmla="*/ 499534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4234 h 1172634"/>
              <a:gd name="connsiteX1" fmla="*/ 800332 w 1976414"/>
              <a:gd name="connsiteY1" fmla="*/ 12701 h 1172634"/>
              <a:gd name="connsiteX2" fmla="*/ 1232132 w 1976414"/>
              <a:gd name="connsiteY2" fmla="*/ 25401 h 1172634"/>
              <a:gd name="connsiteX3" fmla="*/ 1553865 w 1976414"/>
              <a:gd name="connsiteY3" fmla="*/ 29634 h 1172634"/>
              <a:gd name="connsiteX4" fmla="*/ 1812099 w 1976414"/>
              <a:gd name="connsiteY4" fmla="*/ 33868 h 1172634"/>
              <a:gd name="connsiteX5" fmla="*/ 1926399 w 1976414"/>
              <a:gd name="connsiteY5" fmla="*/ 84668 h 1172634"/>
              <a:gd name="connsiteX6" fmla="*/ 1972965 w 1976414"/>
              <a:gd name="connsiteY6" fmla="*/ 292101 h 1172634"/>
              <a:gd name="connsiteX7" fmla="*/ 1972965 w 1976414"/>
              <a:gd name="connsiteY7" fmla="*/ 605368 h 1172634"/>
              <a:gd name="connsiteX8" fmla="*/ 1972965 w 1976414"/>
              <a:gd name="connsiteY8" fmla="*/ 897468 h 1172634"/>
              <a:gd name="connsiteX9" fmla="*/ 1943332 w 1976414"/>
              <a:gd name="connsiteY9" fmla="*/ 1087968 h 1172634"/>
              <a:gd name="connsiteX10" fmla="*/ 1854432 w 1976414"/>
              <a:gd name="connsiteY10" fmla="*/ 1151468 h 1172634"/>
              <a:gd name="connsiteX11" fmla="*/ 1549632 w 1976414"/>
              <a:gd name="connsiteY11" fmla="*/ 1168401 h 1172634"/>
              <a:gd name="connsiteX12" fmla="*/ 1117832 w 1976414"/>
              <a:gd name="connsiteY12" fmla="*/ 1172634 h 1172634"/>
              <a:gd name="connsiteX13" fmla="*/ 804565 w 1976414"/>
              <a:gd name="connsiteY13" fmla="*/ 1168401 h 1172634"/>
              <a:gd name="connsiteX14" fmla="*/ 537865 w 1976414"/>
              <a:gd name="connsiteY14" fmla="*/ 1147234 h 1172634"/>
              <a:gd name="connsiteX15" fmla="*/ 275399 w 1976414"/>
              <a:gd name="connsiteY15" fmla="*/ 1138768 h 1172634"/>
              <a:gd name="connsiteX16" fmla="*/ 146282 w 1976414"/>
              <a:gd name="connsiteY16" fmla="*/ 1126067 h 1172634"/>
              <a:gd name="connsiteX17" fmla="*/ 178031 w 1976414"/>
              <a:gd name="connsiteY17" fmla="*/ 1045634 h 1172634"/>
              <a:gd name="connsiteX18" fmla="*/ 249999 w 1976414"/>
              <a:gd name="connsiteY18" fmla="*/ 859368 h 1172634"/>
              <a:gd name="connsiteX19" fmla="*/ 296565 w 1976414"/>
              <a:gd name="connsiteY19" fmla="*/ 698501 h 1172634"/>
              <a:gd name="connsiteX20" fmla="*/ 211899 w 1976414"/>
              <a:gd name="connsiteY20" fmla="*/ 728134 h 1172634"/>
              <a:gd name="connsiteX21" fmla="*/ 93365 w 1976414"/>
              <a:gd name="connsiteY21" fmla="*/ 736601 h 1172634"/>
              <a:gd name="connsiteX22" fmla="*/ 25632 w 1976414"/>
              <a:gd name="connsiteY22" fmla="*/ 702734 h 1172634"/>
              <a:gd name="connsiteX23" fmla="*/ 232 w 1976414"/>
              <a:gd name="connsiteY23" fmla="*/ 584201 h 1172634"/>
              <a:gd name="connsiteX24" fmla="*/ 17165 w 1976414"/>
              <a:gd name="connsiteY24" fmla="*/ 499534 h 1172634"/>
              <a:gd name="connsiteX25" fmla="*/ 80665 w 1976414"/>
              <a:gd name="connsiteY25" fmla="*/ 423334 h 1172634"/>
              <a:gd name="connsiteX26" fmla="*/ 186499 w 1976414"/>
              <a:gd name="connsiteY26" fmla="*/ 444501 h 1172634"/>
              <a:gd name="connsiteX27" fmla="*/ 264815 w 1976414"/>
              <a:gd name="connsiteY27" fmla="*/ 491068 h 1172634"/>
              <a:gd name="connsiteX28" fmla="*/ 279632 w 1976414"/>
              <a:gd name="connsiteY28" fmla="*/ 457201 h 1172634"/>
              <a:gd name="connsiteX29" fmla="*/ 228832 w 1976414"/>
              <a:gd name="connsiteY29" fmla="*/ 296334 h 1172634"/>
              <a:gd name="connsiteX30" fmla="*/ 211899 w 1976414"/>
              <a:gd name="connsiteY30" fmla="*/ 215901 h 1172634"/>
              <a:gd name="connsiteX31" fmla="*/ 156865 w 1976414"/>
              <a:gd name="connsiteY31" fmla="*/ 84668 h 1172634"/>
              <a:gd name="connsiteX32" fmla="*/ 101832 w 1976414"/>
              <a:gd name="connsiteY32" fmla="*/ 4234 h 1172634"/>
              <a:gd name="connsiteX0" fmla="*/ 101832 w 1976414"/>
              <a:gd name="connsiteY0" fmla="*/ 9738 h 1178138"/>
              <a:gd name="connsiteX1" fmla="*/ 800332 w 1976414"/>
              <a:gd name="connsiteY1" fmla="*/ 18205 h 1178138"/>
              <a:gd name="connsiteX2" fmla="*/ 1232132 w 1976414"/>
              <a:gd name="connsiteY2" fmla="*/ 30905 h 1178138"/>
              <a:gd name="connsiteX3" fmla="*/ 1553865 w 1976414"/>
              <a:gd name="connsiteY3" fmla="*/ 35138 h 1178138"/>
              <a:gd name="connsiteX4" fmla="*/ 1812099 w 1976414"/>
              <a:gd name="connsiteY4" fmla="*/ 39372 h 1178138"/>
              <a:gd name="connsiteX5" fmla="*/ 1926399 w 1976414"/>
              <a:gd name="connsiteY5" fmla="*/ 90172 h 1178138"/>
              <a:gd name="connsiteX6" fmla="*/ 1972965 w 1976414"/>
              <a:gd name="connsiteY6" fmla="*/ 297605 h 1178138"/>
              <a:gd name="connsiteX7" fmla="*/ 1972965 w 1976414"/>
              <a:gd name="connsiteY7" fmla="*/ 610872 h 1178138"/>
              <a:gd name="connsiteX8" fmla="*/ 1972965 w 1976414"/>
              <a:gd name="connsiteY8" fmla="*/ 902972 h 1178138"/>
              <a:gd name="connsiteX9" fmla="*/ 1943332 w 1976414"/>
              <a:gd name="connsiteY9" fmla="*/ 1093472 h 1178138"/>
              <a:gd name="connsiteX10" fmla="*/ 1854432 w 1976414"/>
              <a:gd name="connsiteY10" fmla="*/ 1156972 h 1178138"/>
              <a:gd name="connsiteX11" fmla="*/ 1549632 w 1976414"/>
              <a:gd name="connsiteY11" fmla="*/ 1173905 h 1178138"/>
              <a:gd name="connsiteX12" fmla="*/ 1117832 w 1976414"/>
              <a:gd name="connsiteY12" fmla="*/ 1178138 h 1178138"/>
              <a:gd name="connsiteX13" fmla="*/ 804565 w 1976414"/>
              <a:gd name="connsiteY13" fmla="*/ 1173905 h 1178138"/>
              <a:gd name="connsiteX14" fmla="*/ 537865 w 1976414"/>
              <a:gd name="connsiteY14" fmla="*/ 1152738 h 1178138"/>
              <a:gd name="connsiteX15" fmla="*/ 275399 w 1976414"/>
              <a:gd name="connsiteY15" fmla="*/ 1144272 h 1178138"/>
              <a:gd name="connsiteX16" fmla="*/ 146282 w 1976414"/>
              <a:gd name="connsiteY16" fmla="*/ 1131571 h 1178138"/>
              <a:gd name="connsiteX17" fmla="*/ 178031 w 1976414"/>
              <a:gd name="connsiteY17" fmla="*/ 1051138 h 1178138"/>
              <a:gd name="connsiteX18" fmla="*/ 249999 w 1976414"/>
              <a:gd name="connsiteY18" fmla="*/ 864872 h 1178138"/>
              <a:gd name="connsiteX19" fmla="*/ 296565 w 1976414"/>
              <a:gd name="connsiteY19" fmla="*/ 704005 h 1178138"/>
              <a:gd name="connsiteX20" fmla="*/ 211899 w 1976414"/>
              <a:gd name="connsiteY20" fmla="*/ 733638 h 1178138"/>
              <a:gd name="connsiteX21" fmla="*/ 93365 w 1976414"/>
              <a:gd name="connsiteY21" fmla="*/ 742105 h 1178138"/>
              <a:gd name="connsiteX22" fmla="*/ 25632 w 1976414"/>
              <a:gd name="connsiteY22" fmla="*/ 708238 h 1178138"/>
              <a:gd name="connsiteX23" fmla="*/ 232 w 1976414"/>
              <a:gd name="connsiteY23" fmla="*/ 589705 h 1178138"/>
              <a:gd name="connsiteX24" fmla="*/ 17165 w 1976414"/>
              <a:gd name="connsiteY24" fmla="*/ 505038 h 1178138"/>
              <a:gd name="connsiteX25" fmla="*/ 80665 w 1976414"/>
              <a:gd name="connsiteY25" fmla="*/ 428838 h 1178138"/>
              <a:gd name="connsiteX26" fmla="*/ 186499 w 1976414"/>
              <a:gd name="connsiteY26" fmla="*/ 450005 h 1178138"/>
              <a:gd name="connsiteX27" fmla="*/ 264815 w 1976414"/>
              <a:gd name="connsiteY27" fmla="*/ 496572 h 1178138"/>
              <a:gd name="connsiteX28" fmla="*/ 279632 w 1976414"/>
              <a:gd name="connsiteY28" fmla="*/ 462705 h 1178138"/>
              <a:gd name="connsiteX29" fmla="*/ 228832 w 1976414"/>
              <a:gd name="connsiteY29" fmla="*/ 301838 h 1178138"/>
              <a:gd name="connsiteX30" fmla="*/ 211899 w 1976414"/>
              <a:gd name="connsiteY30" fmla="*/ 221405 h 1178138"/>
              <a:gd name="connsiteX31" fmla="*/ 156865 w 1976414"/>
              <a:gd name="connsiteY31" fmla="*/ 90172 h 1178138"/>
              <a:gd name="connsiteX32" fmla="*/ 101832 w 1976414"/>
              <a:gd name="connsiteY32" fmla="*/ 9738 h 1178138"/>
              <a:gd name="connsiteX0" fmla="*/ 101832 w 1976414"/>
              <a:gd name="connsiteY0" fmla="*/ 9738 h 1178138"/>
              <a:gd name="connsiteX1" fmla="*/ 800332 w 1976414"/>
              <a:gd name="connsiteY1" fmla="*/ 18205 h 1178138"/>
              <a:gd name="connsiteX2" fmla="*/ 1232132 w 1976414"/>
              <a:gd name="connsiteY2" fmla="*/ 30905 h 1178138"/>
              <a:gd name="connsiteX3" fmla="*/ 1553865 w 1976414"/>
              <a:gd name="connsiteY3" fmla="*/ 35138 h 1178138"/>
              <a:gd name="connsiteX4" fmla="*/ 1812099 w 1976414"/>
              <a:gd name="connsiteY4" fmla="*/ 39372 h 1178138"/>
              <a:gd name="connsiteX5" fmla="*/ 1926399 w 1976414"/>
              <a:gd name="connsiteY5" fmla="*/ 90172 h 1178138"/>
              <a:gd name="connsiteX6" fmla="*/ 1972965 w 1976414"/>
              <a:gd name="connsiteY6" fmla="*/ 297605 h 1178138"/>
              <a:gd name="connsiteX7" fmla="*/ 1972965 w 1976414"/>
              <a:gd name="connsiteY7" fmla="*/ 610872 h 1178138"/>
              <a:gd name="connsiteX8" fmla="*/ 1972965 w 1976414"/>
              <a:gd name="connsiteY8" fmla="*/ 902972 h 1178138"/>
              <a:gd name="connsiteX9" fmla="*/ 1943332 w 1976414"/>
              <a:gd name="connsiteY9" fmla="*/ 1093472 h 1178138"/>
              <a:gd name="connsiteX10" fmla="*/ 1854432 w 1976414"/>
              <a:gd name="connsiteY10" fmla="*/ 1156972 h 1178138"/>
              <a:gd name="connsiteX11" fmla="*/ 1549632 w 1976414"/>
              <a:gd name="connsiteY11" fmla="*/ 1173905 h 1178138"/>
              <a:gd name="connsiteX12" fmla="*/ 1117832 w 1976414"/>
              <a:gd name="connsiteY12" fmla="*/ 1178138 h 1178138"/>
              <a:gd name="connsiteX13" fmla="*/ 804565 w 1976414"/>
              <a:gd name="connsiteY13" fmla="*/ 1173905 h 1178138"/>
              <a:gd name="connsiteX14" fmla="*/ 537865 w 1976414"/>
              <a:gd name="connsiteY14" fmla="*/ 1152738 h 1178138"/>
              <a:gd name="connsiteX15" fmla="*/ 275399 w 1976414"/>
              <a:gd name="connsiteY15" fmla="*/ 1144272 h 1178138"/>
              <a:gd name="connsiteX16" fmla="*/ 146282 w 1976414"/>
              <a:gd name="connsiteY16" fmla="*/ 1131571 h 1178138"/>
              <a:gd name="connsiteX17" fmla="*/ 178031 w 1976414"/>
              <a:gd name="connsiteY17" fmla="*/ 1051138 h 1178138"/>
              <a:gd name="connsiteX18" fmla="*/ 249999 w 1976414"/>
              <a:gd name="connsiteY18" fmla="*/ 864872 h 1178138"/>
              <a:gd name="connsiteX19" fmla="*/ 296565 w 1976414"/>
              <a:gd name="connsiteY19" fmla="*/ 704005 h 1178138"/>
              <a:gd name="connsiteX20" fmla="*/ 211899 w 1976414"/>
              <a:gd name="connsiteY20" fmla="*/ 733638 h 1178138"/>
              <a:gd name="connsiteX21" fmla="*/ 93365 w 1976414"/>
              <a:gd name="connsiteY21" fmla="*/ 742105 h 1178138"/>
              <a:gd name="connsiteX22" fmla="*/ 25632 w 1976414"/>
              <a:gd name="connsiteY22" fmla="*/ 708238 h 1178138"/>
              <a:gd name="connsiteX23" fmla="*/ 232 w 1976414"/>
              <a:gd name="connsiteY23" fmla="*/ 589705 h 1178138"/>
              <a:gd name="connsiteX24" fmla="*/ 17165 w 1976414"/>
              <a:gd name="connsiteY24" fmla="*/ 505038 h 1178138"/>
              <a:gd name="connsiteX25" fmla="*/ 80665 w 1976414"/>
              <a:gd name="connsiteY25" fmla="*/ 428838 h 1178138"/>
              <a:gd name="connsiteX26" fmla="*/ 186499 w 1976414"/>
              <a:gd name="connsiteY26" fmla="*/ 450005 h 1178138"/>
              <a:gd name="connsiteX27" fmla="*/ 264815 w 1976414"/>
              <a:gd name="connsiteY27" fmla="*/ 496572 h 1178138"/>
              <a:gd name="connsiteX28" fmla="*/ 279632 w 1976414"/>
              <a:gd name="connsiteY28" fmla="*/ 462705 h 1178138"/>
              <a:gd name="connsiteX29" fmla="*/ 228832 w 1976414"/>
              <a:gd name="connsiteY29" fmla="*/ 301838 h 1178138"/>
              <a:gd name="connsiteX30" fmla="*/ 190733 w 1976414"/>
              <a:gd name="connsiteY30" fmla="*/ 200239 h 1178138"/>
              <a:gd name="connsiteX31" fmla="*/ 156865 w 1976414"/>
              <a:gd name="connsiteY31" fmla="*/ 90172 h 1178138"/>
              <a:gd name="connsiteX32" fmla="*/ 101832 w 1976414"/>
              <a:gd name="connsiteY32" fmla="*/ 9738 h 1178138"/>
              <a:gd name="connsiteX0" fmla="*/ 101832 w 1976414"/>
              <a:gd name="connsiteY0" fmla="*/ 4837 h 1173237"/>
              <a:gd name="connsiteX1" fmla="*/ 800332 w 1976414"/>
              <a:gd name="connsiteY1" fmla="*/ 13304 h 1173237"/>
              <a:gd name="connsiteX2" fmla="*/ 1232132 w 1976414"/>
              <a:gd name="connsiteY2" fmla="*/ 26004 h 1173237"/>
              <a:gd name="connsiteX3" fmla="*/ 1553865 w 1976414"/>
              <a:gd name="connsiteY3" fmla="*/ 30237 h 1173237"/>
              <a:gd name="connsiteX4" fmla="*/ 1812099 w 1976414"/>
              <a:gd name="connsiteY4" fmla="*/ 34471 h 1173237"/>
              <a:gd name="connsiteX5" fmla="*/ 1926399 w 1976414"/>
              <a:gd name="connsiteY5" fmla="*/ 85271 h 1173237"/>
              <a:gd name="connsiteX6" fmla="*/ 1972965 w 1976414"/>
              <a:gd name="connsiteY6" fmla="*/ 292704 h 1173237"/>
              <a:gd name="connsiteX7" fmla="*/ 1972965 w 1976414"/>
              <a:gd name="connsiteY7" fmla="*/ 605971 h 1173237"/>
              <a:gd name="connsiteX8" fmla="*/ 1972965 w 1976414"/>
              <a:gd name="connsiteY8" fmla="*/ 898071 h 1173237"/>
              <a:gd name="connsiteX9" fmla="*/ 1943332 w 1976414"/>
              <a:gd name="connsiteY9" fmla="*/ 1088571 h 1173237"/>
              <a:gd name="connsiteX10" fmla="*/ 1854432 w 1976414"/>
              <a:gd name="connsiteY10" fmla="*/ 1152071 h 1173237"/>
              <a:gd name="connsiteX11" fmla="*/ 1549632 w 1976414"/>
              <a:gd name="connsiteY11" fmla="*/ 1169004 h 1173237"/>
              <a:gd name="connsiteX12" fmla="*/ 1117832 w 1976414"/>
              <a:gd name="connsiteY12" fmla="*/ 1173237 h 1173237"/>
              <a:gd name="connsiteX13" fmla="*/ 804565 w 1976414"/>
              <a:gd name="connsiteY13" fmla="*/ 1169004 h 1173237"/>
              <a:gd name="connsiteX14" fmla="*/ 537865 w 1976414"/>
              <a:gd name="connsiteY14" fmla="*/ 1147837 h 1173237"/>
              <a:gd name="connsiteX15" fmla="*/ 275399 w 1976414"/>
              <a:gd name="connsiteY15" fmla="*/ 1139371 h 1173237"/>
              <a:gd name="connsiteX16" fmla="*/ 146282 w 1976414"/>
              <a:gd name="connsiteY16" fmla="*/ 1126670 h 1173237"/>
              <a:gd name="connsiteX17" fmla="*/ 178031 w 1976414"/>
              <a:gd name="connsiteY17" fmla="*/ 1046237 h 1173237"/>
              <a:gd name="connsiteX18" fmla="*/ 249999 w 1976414"/>
              <a:gd name="connsiteY18" fmla="*/ 859971 h 1173237"/>
              <a:gd name="connsiteX19" fmla="*/ 296565 w 1976414"/>
              <a:gd name="connsiteY19" fmla="*/ 699104 h 1173237"/>
              <a:gd name="connsiteX20" fmla="*/ 211899 w 1976414"/>
              <a:gd name="connsiteY20" fmla="*/ 728737 h 1173237"/>
              <a:gd name="connsiteX21" fmla="*/ 93365 w 1976414"/>
              <a:gd name="connsiteY21" fmla="*/ 737204 h 1173237"/>
              <a:gd name="connsiteX22" fmla="*/ 25632 w 1976414"/>
              <a:gd name="connsiteY22" fmla="*/ 703337 h 1173237"/>
              <a:gd name="connsiteX23" fmla="*/ 232 w 1976414"/>
              <a:gd name="connsiteY23" fmla="*/ 584804 h 1173237"/>
              <a:gd name="connsiteX24" fmla="*/ 17165 w 1976414"/>
              <a:gd name="connsiteY24" fmla="*/ 500137 h 1173237"/>
              <a:gd name="connsiteX25" fmla="*/ 80665 w 1976414"/>
              <a:gd name="connsiteY25" fmla="*/ 423937 h 1173237"/>
              <a:gd name="connsiteX26" fmla="*/ 186499 w 1976414"/>
              <a:gd name="connsiteY26" fmla="*/ 445104 h 1173237"/>
              <a:gd name="connsiteX27" fmla="*/ 264815 w 1976414"/>
              <a:gd name="connsiteY27" fmla="*/ 491671 h 1173237"/>
              <a:gd name="connsiteX28" fmla="*/ 279632 w 1976414"/>
              <a:gd name="connsiteY28" fmla="*/ 457804 h 1173237"/>
              <a:gd name="connsiteX29" fmla="*/ 228832 w 1976414"/>
              <a:gd name="connsiteY29" fmla="*/ 296937 h 1173237"/>
              <a:gd name="connsiteX30" fmla="*/ 190733 w 1976414"/>
              <a:gd name="connsiteY30" fmla="*/ 195338 h 1173237"/>
              <a:gd name="connsiteX31" fmla="*/ 161098 w 1976414"/>
              <a:gd name="connsiteY31" fmla="*/ 93737 h 1173237"/>
              <a:gd name="connsiteX32" fmla="*/ 101832 w 1976414"/>
              <a:gd name="connsiteY32" fmla="*/ 4837 h 1173237"/>
              <a:gd name="connsiteX0" fmla="*/ 101832 w 1976414"/>
              <a:gd name="connsiteY0" fmla="*/ 22508 h 1190908"/>
              <a:gd name="connsiteX1" fmla="*/ 800332 w 1976414"/>
              <a:gd name="connsiteY1" fmla="*/ 30975 h 1190908"/>
              <a:gd name="connsiteX2" fmla="*/ 1232132 w 1976414"/>
              <a:gd name="connsiteY2" fmla="*/ 43675 h 1190908"/>
              <a:gd name="connsiteX3" fmla="*/ 1553865 w 1976414"/>
              <a:gd name="connsiteY3" fmla="*/ 47908 h 1190908"/>
              <a:gd name="connsiteX4" fmla="*/ 1812099 w 1976414"/>
              <a:gd name="connsiteY4" fmla="*/ 52142 h 1190908"/>
              <a:gd name="connsiteX5" fmla="*/ 1926399 w 1976414"/>
              <a:gd name="connsiteY5" fmla="*/ 102942 h 1190908"/>
              <a:gd name="connsiteX6" fmla="*/ 1972965 w 1976414"/>
              <a:gd name="connsiteY6" fmla="*/ 310375 h 1190908"/>
              <a:gd name="connsiteX7" fmla="*/ 1972965 w 1976414"/>
              <a:gd name="connsiteY7" fmla="*/ 623642 h 1190908"/>
              <a:gd name="connsiteX8" fmla="*/ 1972965 w 1976414"/>
              <a:gd name="connsiteY8" fmla="*/ 915742 h 1190908"/>
              <a:gd name="connsiteX9" fmla="*/ 1943332 w 1976414"/>
              <a:gd name="connsiteY9" fmla="*/ 1106242 h 1190908"/>
              <a:gd name="connsiteX10" fmla="*/ 1854432 w 1976414"/>
              <a:gd name="connsiteY10" fmla="*/ 1169742 h 1190908"/>
              <a:gd name="connsiteX11" fmla="*/ 1549632 w 1976414"/>
              <a:gd name="connsiteY11" fmla="*/ 1186675 h 1190908"/>
              <a:gd name="connsiteX12" fmla="*/ 1117832 w 1976414"/>
              <a:gd name="connsiteY12" fmla="*/ 1190908 h 1190908"/>
              <a:gd name="connsiteX13" fmla="*/ 804565 w 1976414"/>
              <a:gd name="connsiteY13" fmla="*/ 1186675 h 1190908"/>
              <a:gd name="connsiteX14" fmla="*/ 537865 w 1976414"/>
              <a:gd name="connsiteY14" fmla="*/ 1165508 h 1190908"/>
              <a:gd name="connsiteX15" fmla="*/ 275399 w 1976414"/>
              <a:gd name="connsiteY15" fmla="*/ 1157042 h 1190908"/>
              <a:gd name="connsiteX16" fmla="*/ 146282 w 1976414"/>
              <a:gd name="connsiteY16" fmla="*/ 1144341 h 1190908"/>
              <a:gd name="connsiteX17" fmla="*/ 178031 w 1976414"/>
              <a:gd name="connsiteY17" fmla="*/ 1063908 h 1190908"/>
              <a:gd name="connsiteX18" fmla="*/ 249999 w 1976414"/>
              <a:gd name="connsiteY18" fmla="*/ 877642 h 1190908"/>
              <a:gd name="connsiteX19" fmla="*/ 296565 w 1976414"/>
              <a:gd name="connsiteY19" fmla="*/ 716775 h 1190908"/>
              <a:gd name="connsiteX20" fmla="*/ 211899 w 1976414"/>
              <a:gd name="connsiteY20" fmla="*/ 746408 h 1190908"/>
              <a:gd name="connsiteX21" fmla="*/ 93365 w 1976414"/>
              <a:gd name="connsiteY21" fmla="*/ 754875 h 1190908"/>
              <a:gd name="connsiteX22" fmla="*/ 25632 w 1976414"/>
              <a:gd name="connsiteY22" fmla="*/ 721008 h 1190908"/>
              <a:gd name="connsiteX23" fmla="*/ 232 w 1976414"/>
              <a:gd name="connsiteY23" fmla="*/ 602475 h 1190908"/>
              <a:gd name="connsiteX24" fmla="*/ 17165 w 1976414"/>
              <a:gd name="connsiteY24" fmla="*/ 517808 h 1190908"/>
              <a:gd name="connsiteX25" fmla="*/ 80665 w 1976414"/>
              <a:gd name="connsiteY25" fmla="*/ 441608 h 1190908"/>
              <a:gd name="connsiteX26" fmla="*/ 186499 w 1976414"/>
              <a:gd name="connsiteY26" fmla="*/ 462775 h 1190908"/>
              <a:gd name="connsiteX27" fmla="*/ 264815 w 1976414"/>
              <a:gd name="connsiteY27" fmla="*/ 509342 h 1190908"/>
              <a:gd name="connsiteX28" fmla="*/ 279632 w 1976414"/>
              <a:gd name="connsiteY28" fmla="*/ 475475 h 1190908"/>
              <a:gd name="connsiteX29" fmla="*/ 228832 w 1976414"/>
              <a:gd name="connsiteY29" fmla="*/ 314608 h 1190908"/>
              <a:gd name="connsiteX30" fmla="*/ 190733 w 1976414"/>
              <a:gd name="connsiteY30" fmla="*/ 213009 h 1190908"/>
              <a:gd name="connsiteX31" fmla="*/ 161098 w 1976414"/>
              <a:gd name="connsiteY31" fmla="*/ 111408 h 1190908"/>
              <a:gd name="connsiteX32" fmla="*/ 101832 w 1976414"/>
              <a:gd name="connsiteY32" fmla="*/ 22508 h 1190908"/>
              <a:gd name="connsiteX0" fmla="*/ 129348 w 1976414"/>
              <a:gd name="connsiteY0" fmla="*/ 29679 h 1170562"/>
              <a:gd name="connsiteX1" fmla="*/ 800332 w 1976414"/>
              <a:gd name="connsiteY1" fmla="*/ 10629 h 1170562"/>
              <a:gd name="connsiteX2" fmla="*/ 1232132 w 1976414"/>
              <a:gd name="connsiteY2" fmla="*/ 23329 h 1170562"/>
              <a:gd name="connsiteX3" fmla="*/ 1553865 w 1976414"/>
              <a:gd name="connsiteY3" fmla="*/ 27562 h 1170562"/>
              <a:gd name="connsiteX4" fmla="*/ 1812099 w 1976414"/>
              <a:gd name="connsiteY4" fmla="*/ 31796 h 1170562"/>
              <a:gd name="connsiteX5" fmla="*/ 1926399 w 1976414"/>
              <a:gd name="connsiteY5" fmla="*/ 82596 h 1170562"/>
              <a:gd name="connsiteX6" fmla="*/ 1972965 w 1976414"/>
              <a:gd name="connsiteY6" fmla="*/ 290029 h 1170562"/>
              <a:gd name="connsiteX7" fmla="*/ 1972965 w 1976414"/>
              <a:gd name="connsiteY7" fmla="*/ 603296 h 1170562"/>
              <a:gd name="connsiteX8" fmla="*/ 1972965 w 1976414"/>
              <a:gd name="connsiteY8" fmla="*/ 895396 h 1170562"/>
              <a:gd name="connsiteX9" fmla="*/ 1943332 w 1976414"/>
              <a:gd name="connsiteY9" fmla="*/ 1085896 h 1170562"/>
              <a:gd name="connsiteX10" fmla="*/ 1854432 w 1976414"/>
              <a:gd name="connsiteY10" fmla="*/ 1149396 h 1170562"/>
              <a:gd name="connsiteX11" fmla="*/ 1549632 w 1976414"/>
              <a:gd name="connsiteY11" fmla="*/ 1166329 h 1170562"/>
              <a:gd name="connsiteX12" fmla="*/ 1117832 w 1976414"/>
              <a:gd name="connsiteY12" fmla="*/ 1170562 h 1170562"/>
              <a:gd name="connsiteX13" fmla="*/ 804565 w 1976414"/>
              <a:gd name="connsiteY13" fmla="*/ 1166329 h 1170562"/>
              <a:gd name="connsiteX14" fmla="*/ 537865 w 1976414"/>
              <a:gd name="connsiteY14" fmla="*/ 1145162 h 1170562"/>
              <a:gd name="connsiteX15" fmla="*/ 275399 w 1976414"/>
              <a:gd name="connsiteY15" fmla="*/ 1136696 h 1170562"/>
              <a:gd name="connsiteX16" fmla="*/ 146282 w 1976414"/>
              <a:gd name="connsiteY16" fmla="*/ 1123995 h 1170562"/>
              <a:gd name="connsiteX17" fmla="*/ 178031 w 1976414"/>
              <a:gd name="connsiteY17" fmla="*/ 1043562 h 1170562"/>
              <a:gd name="connsiteX18" fmla="*/ 249999 w 1976414"/>
              <a:gd name="connsiteY18" fmla="*/ 857296 h 1170562"/>
              <a:gd name="connsiteX19" fmla="*/ 296565 w 1976414"/>
              <a:gd name="connsiteY19" fmla="*/ 696429 h 1170562"/>
              <a:gd name="connsiteX20" fmla="*/ 211899 w 1976414"/>
              <a:gd name="connsiteY20" fmla="*/ 726062 h 1170562"/>
              <a:gd name="connsiteX21" fmla="*/ 93365 w 1976414"/>
              <a:gd name="connsiteY21" fmla="*/ 734529 h 1170562"/>
              <a:gd name="connsiteX22" fmla="*/ 25632 w 1976414"/>
              <a:gd name="connsiteY22" fmla="*/ 700662 h 1170562"/>
              <a:gd name="connsiteX23" fmla="*/ 232 w 1976414"/>
              <a:gd name="connsiteY23" fmla="*/ 582129 h 1170562"/>
              <a:gd name="connsiteX24" fmla="*/ 17165 w 1976414"/>
              <a:gd name="connsiteY24" fmla="*/ 497462 h 1170562"/>
              <a:gd name="connsiteX25" fmla="*/ 80665 w 1976414"/>
              <a:gd name="connsiteY25" fmla="*/ 421262 h 1170562"/>
              <a:gd name="connsiteX26" fmla="*/ 186499 w 1976414"/>
              <a:gd name="connsiteY26" fmla="*/ 442429 h 1170562"/>
              <a:gd name="connsiteX27" fmla="*/ 264815 w 1976414"/>
              <a:gd name="connsiteY27" fmla="*/ 488996 h 1170562"/>
              <a:gd name="connsiteX28" fmla="*/ 279632 w 1976414"/>
              <a:gd name="connsiteY28" fmla="*/ 455129 h 1170562"/>
              <a:gd name="connsiteX29" fmla="*/ 228832 w 1976414"/>
              <a:gd name="connsiteY29" fmla="*/ 294262 h 1170562"/>
              <a:gd name="connsiteX30" fmla="*/ 190733 w 1976414"/>
              <a:gd name="connsiteY30" fmla="*/ 192663 h 1170562"/>
              <a:gd name="connsiteX31" fmla="*/ 161098 w 1976414"/>
              <a:gd name="connsiteY31" fmla="*/ 91062 h 1170562"/>
              <a:gd name="connsiteX32" fmla="*/ 129348 w 1976414"/>
              <a:gd name="connsiteY32" fmla="*/ 29679 h 1170562"/>
              <a:gd name="connsiteX0" fmla="*/ 129348 w 1976414"/>
              <a:gd name="connsiteY0" fmla="*/ 19109 h 1159992"/>
              <a:gd name="connsiteX1" fmla="*/ 800332 w 1976414"/>
              <a:gd name="connsiteY1" fmla="*/ 59 h 1159992"/>
              <a:gd name="connsiteX2" fmla="*/ 1232132 w 1976414"/>
              <a:gd name="connsiteY2" fmla="*/ 12759 h 1159992"/>
              <a:gd name="connsiteX3" fmla="*/ 1553865 w 1976414"/>
              <a:gd name="connsiteY3" fmla="*/ 16992 h 1159992"/>
              <a:gd name="connsiteX4" fmla="*/ 1812099 w 1976414"/>
              <a:gd name="connsiteY4" fmla="*/ 21226 h 1159992"/>
              <a:gd name="connsiteX5" fmla="*/ 1926399 w 1976414"/>
              <a:gd name="connsiteY5" fmla="*/ 72026 h 1159992"/>
              <a:gd name="connsiteX6" fmla="*/ 1972965 w 1976414"/>
              <a:gd name="connsiteY6" fmla="*/ 279459 h 1159992"/>
              <a:gd name="connsiteX7" fmla="*/ 1972965 w 1976414"/>
              <a:gd name="connsiteY7" fmla="*/ 592726 h 1159992"/>
              <a:gd name="connsiteX8" fmla="*/ 1972965 w 1976414"/>
              <a:gd name="connsiteY8" fmla="*/ 884826 h 1159992"/>
              <a:gd name="connsiteX9" fmla="*/ 1943332 w 1976414"/>
              <a:gd name="connsiteY9" fmla="*/ 1075326 h 1159992"/>
              <a:gd name="connsiteX10" fmla="*/ 1854432 w 1976414"/>
              <a:gd name="connsiteY10" fmla="*/ 1138826 h 1159992"/>
              <a:gd name="connsiteX11" fmla="*/ 1549632 w 1976414"/>
              <a:gd name="connsiteY11" fmla="*/ 1155759 h 1159992"/>
              <a:gd name="connsiteX12" fmla="*/ 1117832 w 1976414"/>
              <a:gd name="connsiteY12" fmla="*/ 1159992 h 1159992"/>
              <a:gd name="connsiteX13" fmla="*/ 804565 w 1976414"/>
              <a:gd name="connsiteY13" fmla="*/ 1155759 h 1159992"/>
              <a:gd name="connsiteX14" fmla="*/ 537865 w 1976414"/>
              <a:gd name="connsiteY14" fmla="*/ 1134592 h 1159992"/>
              <a:gd name="connsiteX15" fmla="*/ 275399 w 1976414"/>
              <a:gd name="connsiteY15" fmla="*/ 1126126 h 1159992"/>
              <a:gd name="connsiteX16" fmla="*/ 146282 w 1976414"/>
              <a:gd name="connsiteY16" fmla="*/ 1113425 h 1159992"/>
              <a:gd name="connsiteX17" fmla="*/ 178031 w 1976414"/>
              <a:gd name="connsiteY17" fmla="*/ 1032992 h 1159992"/>
              <a:gd name="connsiteX18" fmla="*/ 249999 w 1976414"/>
              <a:gd name="connsiteY18" fmla="*/ 846726 h 1159992"/>
              <a:gd name="connsiteX19" fmla="*/ 296565 w 1976414"/>
              <a:gd name="connsiteY19" fmla="*/ 685859 h 1159992"/>
              <a:gd name="connsiteX20" fmla="*/ 211899 w 1976414"/>
              <a:gd name="connsiteY20" fmla="*/ 715492 h 1159992"/>
              <a:gd name="connsiteX21" fmla="*/ 93365 w 1976414"/>
              <a:gd name="connsiteY21" fmla="*/ 723959 h 1159992"/>
              <a:gd name="connsiteX22" fmla="*/ 25632 w 1976414"/>
              <a:gd name="connsiteY22" fmla="*/ 690092 h 1159992"/>
              <a:gd name="connsiteX23" fmla="*/ 232 w 1976414"/>
              <a:gd name="connsiteY23" fmla="*/ 571559 h 1159992"/>
              <a:gd name="connsiteX24" fmla="*/ 17165 w 1976414"/>
              <a:gd name="connsiteY24" fmla="*/ 486892 h 1159992"/>
              <a:gd name="connsiteX25" fmla="*/ 80665 w 1976414"/>
              <a:gd name="connsiteY25" fmla="*/ 410692 h 1159992"/>
              <a:gd name="connsiteX26" fmla="*/ 186499 w 1976414"/>
              <a:gd name="connsiteY26" fmla="*/ 431859 h 1159992"/>
              <a:gd name="connsiteX27" fmla="*/ 264815 w 1976414"/>
              <a:gd name="connsiteY27" fmla="*/ 478426 h 1159992"/>
              <a:gd name="connsiteX28" fmla="*/ 279632 w 1976414"/>
              <a:gd name="connsiteY28" fmla="*/ 444559 h 1159992"/>
              <a:gd name="connsiteX29" fmla="*/ 228832 w 1976414"/>
              <a:gd name="connsiteY29" fmla="*/ 283692 h 1159992"/>
              <a:gd name="connsiteX30" fmla="*/ 190733 w 1976414"/>
              <a:gd name="connsiteY30" fmla="*/ 182093 h 1159992"/>
              <a:gd name="connsiteX31" fmla="*/ 165331 w 1976414"/>
              <a:gd name="connsiteY31" fmla="*/ 91076 h 1159992"/>
              <a:gd name="connsiteX32" fmla="*/ 129348 w 1976414"/>
              <a:gd name="connsiteY32" fmla="*/ 19109 h 1159992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6565 w 1976414"/>
              <a:gd name="connsiteY19" fmla="*/ 694525 h 1168658"/>
              <a:gd name="connsiteX20" fmla="*/ 211899 w 1976414"/>
              <a:gd name="connsiteY20" fmla="*/ 724158 h 1168658"/>
              <a:gd name="connsiteX21" fmla="*/ 933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0215 w 1976414"/>
              <a:gd name="connsiteY19" fmla="*/ 694525 h 1168658"/>
              <a:gd name="connsiteX20" fmla="*/ 211899 w 1976414"/>
              <a:gd name="connsiteY20" fmla="*/ 724158 h 1168658"/>
              <a:gd name="connsiteX21" fmla="*/ 933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8658"/>
              <a:gd name="connsiteX1" fmla="*/ 800332 w 1976414"/>
              <a:gd name="connsiteY1" fmla="*/ 8725 h 1168658"/>
              <a:gd name="connsiteX2" fmla="*/ 1232132 w 1976414"/>
              <a:gd name="connsiteY2" fmla="*/ 21425 h 1168658"/>
              <a:gd name="connsiteX3" fmla="*/ 1553865 w 1976414"/>
              <a:gd name="connsiteY3" fmla="*/ 25658 h 1168658"/>
              <a:gd name="connsiteX4" fmla="*/ 1812099 w 1976414"/>
              <a:gd name="connsiteY4" fmla="*/ 29892 h 1168658"/>
              <a:gd name="connsiteX5" fmla="*/ 1926399 w 1976414"/>
              <a:gd name="connsiteY5" fmla="*/ 80692 h 1168658"/>
              <a:gd name="connsiteX6" fmla="*/ 1972965 w 1976414"/>
              <a:gd name="connsiteY6" fmla="*/ 288125 h 1168658"/>
              <a:gd name="connsiteX7" fmla="*/ 1972965 w 1976414"/>
              <a:gd name="connsiteY7" fmla="*/ 601392 h 1168658"/>
              <a:gd name="connsiteX8" fmla="*/ 1972965 w 1976414"/>
              <a:gd name="connsiteY8" fmla="*/ 893492 h 1168658"/>
              <a:gd name="connsiteX9" fmla="*/ 1943332 w 1976414"/>
              <a:gd name="connsiteY9" fmla="*/ 1083992 h 1168658"/>
              <a:gd name="connsiteX10" fmla="*/ 1854432 w 1976414"/>
              <a:gd name="connsiteY10" fmla="*/ 1147492 h 1168658"/>
              <a:gd name="connsiteX11" fmla="*/ 1549632 w 1976414"/>
              <a:gd name="connsiteY11" fmla="*/ 1164425 h 1168658"/>
              <a:gd name="connsiteX12" fmla="*/ 1117832 w 1976414"/>
              <a:gd name="connsiteY12" fmla="*/ 1168658 h 1168658"/>
              <a:gd name="connsiteX13" fmla="*/ 804565 w 1976414"/>
              <a:gd name="connsiteY13" fmla="*/ 1164425 h 1168658"/>
              <a:gd name="connsiteX14" fmla="*/ 537865 w 1976414"/>
              <a:gd name="connsiteY14" fmla="*/ 1143258 h 1168658"/>
              <a:gd name="connsiteX15" fmla="*/ 275399 w 1976414"/>
              <a:gd name="connsiteY15" fmla="*/ 1134792 h 1168658"/>
              <a:gd name="connsiteX16" fmla="*/ 146282 w 1976414"/>
              <a:gd name="connsiteY16" fmla="*/ 1122091 h 1168658"/>
              <a:gd name="connsiteX17" fmla="*/ 178031 w 1976414"/>
              <a:gd name="connsiteY17" fmla="*/ 1041658 h 1168658"/>
              <a:gd name="connsiteX18" fmla="*/ 249999 w 1976414"/>
              <a:gd name="connsiteY18" fmla="*/ 855392 h 1168658"/>
              <a:gd name="connsiteX19" fmla="*/ 290215 w 1976414"/>
              <a:gd name="connsiteY19" fmla="*/ 694525 h 1168658"/>
              <a:gd name="connsiteX20" fmla="*/ 211899 w 1976414"/>
              <a:gd name="connsiteY20" fmla="*/ 724158 h 1168658"/>
              <a:gd name="connsiteX21" fmla="*/ 106065 w 1976414"/>
              <a:gd name="connsiteY21" fmla="*/ 732625 h 1168658"/>
              <a:gd name="connsiteX22" fmla="*/ 25632 w 1976414"/>
              <a:gd name="connsiteY22" fmla="*/ 698758 h 1168658"/>
              <a:gd name="connsiteX23" fmla="*/ 232 w 1976414"/>
              <a:gd name="connsiteY23" fmla="*/ 580225 h 1168658"/>
              <a:gd name="connsiteX24" fmla="*/ 17165 w 1976414"/>
              <a:gd name="connsiteY24" fmla="*/ 495558 h 1168658"/>
              <a:gd name="connsiteX25" fmla="*/ 80665 w 1976414"/>
              <a:gd name="connsiteY25" fmla="*/ 419358 h 1168658"/>
              <a:gd name="connsiteX26" fmla="*/ 186499 w 1976414"/>
              <a:gd name="connsiteY26" fmla="*/ 440525 h 1168658"/>
              <a:gd name="connsiteX27" fmla="*/ 264815 w 1976414"/>
              <a:gd name="connsiteY27" fmla="*/ 487092 h 1168658"/>
              <a:gd name="connsiteX28" fmla="*/ 279632 w 1976414"/>
              <a:gd name="connsiteY28" fmla="*/ 453225 h 1168658"/>
              <a:gd name="connsiteX29" fmla="*/ 228832 w 1976414"/>
              <a:gd name="connsiteY29" fmla="*/ 292358 h 1168658"/>
              <a:gd name="connsiteX30" fmla="*/ 190733 w 1976414"/>
              <a:gd name="connsiteY30" fmla="*/ 190759 h 1168658"/>
              <a:gd name="connsiteX31" fmla="*/ 165331 w 1976414"/>
              <a:gd name="connsiteY31" fmla="*/ 99742 h 1168658"/>
              <a:gd name="connsiteX32" fmla="*/ 129348 w 1976414"/>
              <a:gd name="connsiteY32" fmla="*/ 27775 h 1168658"/>
              <a:gd name="connsiteX0" fmla="*/ 129348 w 1976414"/>
              <a:gd name="connsiteY0" fmla="*/ 27775 h 1169534"/>
              <a:gd name="connsiteX1" fmla="*/ 800332 w 1976414"/>
              <a:gd name="connsiteY1" fmla="*/ 8725 h 1169534"/>
              <a:gd name="connsiteX2" fmla="*/ 1232132 w 1976414"/>
              <a:gd name="connsiteY2" fmla="*/ 21425 h 1169534"/>
              <a:gd name="connsiteX3" fmla="*/ 1553865 w 1976414"/>
              <a:gd name="connsiteY3" fmla="*/ 25658 h 1169534"/>
              <a:gd name="connsiteX4" fmla="*/ 1812099 w 1976414"/>
              <a:gd name="connsiteY4" fmla="*/ 29892 h 1169534"/>
              <a:gd name="connsiteX5" fmla="*/ 1926399 w 1976414"/>
              <a:gd name="connsiteY5" fmla="*/ 80692 h 1169534"/>
              <a:gd name="connsiteX6" fmla="*/ 1972965 w 1976414"/>
              <a:gd name="connsiteY6" fmla="*/ 288125 h 1169534"/>
              <a:gd name="connsiteX7" fmla="*/ 1972965 w 1976414"/>
              <a:gd name="connsiteY7" fmla="*/ 601392 h 1169534"/>
              <a:gd name="connsiteX8" fmla="*/ 1972965 w 1976414"/>
              <a:gd name="connsiteY8" fmla="*/ 893492 h 1169534"/>
              <a:gd name="connsiteX9" fmla="*/ 1943332 w 1976414"/>
              <a:gd name="connsiteY9" fmla="*/ 1083992 h 1169534"/>
              <a:gd name="connsiteX10" fmla="*/ 1854432 w 1976414"/>
              <a:gd name="connsiteY10" fmla="*/ 1147492 h 1169534"/>
              <a:gd name="connsiteX11" fmla="*/ 1549632 w 1976414"/>
              <a:gd name="connsiteY11" fmla="*/ 1164425 h 1169534"/>
              <a:gd name="connsiteX12" fmla="*/ 1117832 w 1976414"/>
              <a:gd name="connsiteY12" fmla="*/ 1168658 h 1169534"/>
              <a:gd name="connsiteX13" fmla="*/ 817265 w 1976414"/>
              <a:gd name="connsiteY13" fmla="*/ 1149609 h 1169534"/>
              <a:gd name="connsiteX14" fmla="*/ 537865 w 1976414"/>
              <a:gd name="connsiteY14" fmla="*/ 1143258 h 1169534"/>
              <a:gd name="connsiteX15" fmla="*/ 275399 w 1976414"/>
              <a:gd name="connsiteY15" fmla="*/ 1134792 h 1169534"/>
              <a:gd name="connsiteX16" fmla="*/ 146282 w 1976414"/>
              <a:gd name="connsiteY16" fmla="*/ 1122091 h 1169534"/>
              <a:gd name="connsiteX17" fmla="*/ 178031 w 1976414"/>
              <a:gd name="connsiteY17" fmla="*/ 1041658 h 1169534"/>
              <a:gd name="connsiteX18" fmla="*/ 249999 w 1976414"/>
              <a:gd name="connsiteY18" fmla="*/ 855392 h 1169534"/>
              <a:gd name="connsiteX19" fmla="*/ 290215 w 1976414"/>
              <a:gd name="connsiteY19" fmla="*/ 694525 h 1169534"/>
              <a:gd name="connsiteX20" fmla="*/ 211899 w 1976414"/>
              <a:gd name="connsiteY20" fmla="*/ 724158 h 1169534"/>
              <a:gd name="connsiteX21" fmla="*/ 106065 w 1976414"/>
              <a:gd name="connsiteY21" fmla="*/ 732625 h 1169534"/>
              <a:gd name="connsiteX22" fmla="*/ 25632 w 1976414"/>
              <a:gd name="connsiteY22" fmla="*/ 698758 h 1169534"/>
              <a:gd name="connsiteX23" fmla="*/ 232 w 1976414"/>
              <a:gd name="connsiteY23" fmla="*/ 580225 h 1169534"/>
              <a:gd name="connsiteX24" fmla="*/ 17165 w 1976414"/>
              <a:gd name="connsiteY24" fmla="*/ 495558 h 1169534"/>
              <a:gd name="connsiteX25" fmla="*/ 80665 w 1976414"/>
              <a:gd name="connsiteY25" fmla="*/ 419358 h 1169534"/>
              <a:gd name="connsiteX26" fmla="*/ 186499 w 1976414"/>
              <a:gd name="connsiteY26" fmla="*/ 440525 h 1169534"/>
              <a:gd name="connsiteX27" fmla="*/ 264815 w 1976414"/>
              <a:gd name="connsiteY27" fmla="*/ 487092 h 1169534"/>
              <a:gd name="connsiteX28" fmla="*/ 279632 w 1976414"/>
              <a:gd name="connsiteY28" fmla="*/ 453225 h 1169534"/>
              <a:gd name="connsiteX29" fmla="*/ 228832 w 1976414"/>
              <a:gd name="connsiteY29" fmla="*/ 292358 h 1169534"/>
              <a:gd name="connsiteX30" fmla="*/ 190733 w 1976414"/>
              <a:gd name="connsiteY30" fmla="*/ 190759 h 1169534"/>
              <a:gd name="connsiteX31" fmla="*/ 165331 w 1976414"/>
              <a:gd name="connsiteY31" fmla="*/ 99742 h 1169534"/>
              <a:gd name="connsiteX32" fmla="*/ 129348 w 1976414"/>
              <a:gd name="connsiteY32" fmla="*/ 27775 h 1169534"/>
              <a:gd name="connsiteX0" fmla="*/ 129348 w 1976414"/>
              <a:gd name="connsiteY0" fmla="*/ 27775 h 1164425"/>
              <a:gd name="connsiteX1" fmla="*/ 800332 w 1976414"/>
              <a:gd name="connsiteY1" fmla="*/ 8725 h 1164425"/>
              <a:gd name="connsiteX2" fmla="*/ 1232132 w 1976414"/>
              <a:gd name="connsiteY2" fmla="*/ 21425 h 1164425"/>
              <a:gd name="connsiteX3" fmla="*/ 1553865 w 1976414"/>
              <a:gd name="connsiteY3" fmla="*/ 25658 h 1164425"/>
              <a:gd name="connsiteX4" fmla="*/ 1812099 w 1976414"/>
              <a:gd name="connsiteY4" fmla="*/ 29892 h 1164425"/>
              <a:gd name="connsiteX5" fmla="*/ 1926399 w 1976414"/>
              <a:gd name="connsiteY5" fmla="*/ 80692 h 1164425"/>
              <a:gd name="connsiteX6" fmla="*/ 1972965 w 1976414"/>
              <a:gd name="connsiteY6" fmla="*/ 288125 h 1164425"/>
              <a:gd name="connsiteX7" fmla="*/ 1972965 w 1976414"/>
              <a:gd name="connsiteY7" fmla="*/ 601392 h 1164425"/>
              <a:gd name="connsiteX8" fmla="*/ 1972965 w 1976414"/>
              <a:gd name="connsiteY8" fmla="*/ 893492 h 1164425"/>
              <a:gd name="connsiteX9" fmla="*/ 1943332 w 1976414"/>
              <a:gd name="connsiteY9" fmla="*/ 1083992 h 1164425"/>
              <a:gd name="connsiteX10" fmla="*/ 1854432 w 1976414"/>
              <a:gd name="connsiteY10" fmla="*/ 1147492 h 1164425"/>
              <a:gd name="connsiteX11" fmla="*/ 1549632 w 1976414"/>
              <a:gd name="connsiteY11" fmla="*/ 1164425 h 1164425"/>
              <a:gd name="connsiteX12" fmla="*/ 1124182 w 1976414"/>
              <a:gd name="connsiteY12" fmla="*/ 1147492 h 1164425"/>
              <a:gd name="connsiteX13" fmla="*/ 817265 w 1976414"/>
              <a:gd name="connsiteY13" fmla="*/ 1149609 h 1164425"/>
              <a:gd name="connsiteX14" fmla="*/ 537865 w 1976414"/>
              <a:gd name="connsiteY14" fmla="*/ 1143258 h 1164425"/>
              <a:gd name="connsiteX15" fmla="*/ 275399 w 1976414"/>
              <a:gd name="connsiteY15" fmla="*/ 1134792 h 1164425"/>
              <a:gd name="connsiteX16" fmla="*/ 146282 w 1976414"/>
              <a:gd name="connsiteY16" fmla="*/ 1122091 h 1164425"/>
              <a:gd name="connsiteX17" fmla="*/ 178031 w 1976414"/>
              <a:gd name="connsiteY17" fmla="*/ 1041658 h 1164425"/>
              <a:gd name="connsiteX18" fmla="*/ 249999 w 1976414"/>
              <a:gd name="connsiteY18" fmla="*/ 855392 h 1164425"/>
              <a:gd name="connsiteX19" fmla="*/ 290215 w 1976414"/>
              <a:gd name="connsiteY19" fmla="*/ 694525 h 1164425"/>
              <a:gd name="connsiteX20" fmla="*/ 211899 w 1976414"/>
              <a:gd name="connsiteY20" fmla="*/ 724158 h 1164425"/>
              <a:gd name="connsiteX21" fmla="*/ 106065 w 1976414"/>
              <a:gd name="connsiteY21" fmla="*/ 732625 h 1164425"/>
              <a:gd name="connsiteX22" fmla="*/ 25632 w 1976414"/>
              <a:gd name="connsiteY22" fmla="*/ 698758 h 1164425"/>
              <a:gd name="connsiteX23" fmla="*/ 232 w 1976414"/>
              <a:gd name="connsiteY23" fmla="*/ 580225 h 1164425"/>
              <a:gd name="connsiteX24" fmla="*/ 17165 w 1976414"/>
              <a:gd name="connsiteY24" fmla="*/ 495558 h 1164425"/>
              <a:gd name="connsiteX25" fmla="*/ 80665 w 1976414"/>
              <a:gd name="connsiteY25" fmla="*/ 419358 h 1164425"/>
              <a:gd name="connsiteX26" fmla="*/ 186499 w 1976414"/>
              <a:gd name="connsiteY26" fmla="*/ 440525 h 1164425"/>
              <a:gd name="connsiteX27" fmla="*/ 264815 w 1976414"/>
              <a:gd name="connsiteY27" fmla="*/ 487092 h 1164425"/>
              <a:gd name="connsiteX28" fmla="*/ 279632 w 1976414"/>
              <a:gd name="connsiteY28" fmla="*/ 453225 h 1164425"/>
              <a:gd name="connsiteX29" fmla="*/ 228832 w 1976414"/>
              <a:gd name="connsiteY29" fmla="*/ 292358 h 1164425"/>
              <a:gd name="connsiteX30" fmla="*/ 190733 w 1976414"/>
              <a:gd name="connsiteY30" fmla="*/ 190759 h 1164425"/>
              <a:gd name="connsiteX31" fmla="*/ 165331 w 1976414"/>
              <a:gd name="connsiteY31" fmla="*/ 99742 h 1164425"/>
              <a:gd name="connsiteX32" fmla="*/ 129348 w 1976414"/>
              <a:gd name="connsiteY32" fmla="*/ 27775 h 1164425"/>
              <a:gd name="connsiteX0" fmla="*/ 129348 w 1976414"/>
              <a:gd name="connsiteY0" fmla="*/ 27775 h 1152969"/>
              <a:gd name="connsiteX1" fmla="*/ 800332 w 1976414"/>
              <a:gd name="connsiteY1" fmla="*/ 8725 h 1152969"/>
              <a:gd name="connsiteX2" fmla="*/ 1232132 w 1976414"/>
              <a:gd name="connsiteY2" fmla="*/ 21425 h 1152969"/>
              <a:gd name="connsiteX3" fmla="*/ 1553865 w 1976414"/>
              <a:gd name="connsiteY3" fmla="*/ 25658 h 1152969"/>
              <a:gd name="connsiteX4" fmla="*/ 1812099 w 1976414"/>
              <a:gd name="connsiteY4" fmla="*/ 29892 h 1152969"/>
              <a:gd name="connsiteX5" fmla="*/ 1926399 w 1976414"/>
              <a:gd name="connsiteY5" fmla="*/ 80692 h 1152969"/>
              <a:gd name="connsiteX6" fmla="*/ 1972965 w 1976414"/>
              <a:gd name="connsiteY6" fmla="*/ 288125 h 1152969"/>
              <a:gd name="connsiteX7" fmla="*/ 1972965 w 1976414"/>
              <a:gd name="connsiteY7" fmla="*/ 601392 h 1152969"/>
              <a:gd name="connsiteX8" fmla="*/ 1972965 w 1976414"/>
              <a:gd name="connsiteY8" fmla="*/ 893492 h 1152969"/>
              <a:gd name="connsiteX9" fmla="*/ 1943332 w 1976414"/>
              <a:gd name="connsiteY9" fmla="*/ 1083992 h 1152969"/>
              <a:gd name="connsiteX10" fmla="*/ 1854432 w 1976414"/>
              <a:gd name="connsiteY10" fmla="*/ 1147492 h 1152969"/>
              <a:gd name="connsiteX11" fmla="*/ 1551749 w 1976414"/>
              <a:gd name="connsiteY11" fmla="*/ 1149609 h 1152969"/>
              <a:gd name="connsiteX12" fmla="*/ 1124182 w 1976414"/>
              <a:gd name="connsiteY12" fmla="*/ 1147492 h 1152969"/>
              <a:gd name="connsiteX13" fmla="*/ 817265 w 1976414"/>
              <a:gd name="connsiteY13" fmla="*/ 1149609 h 1152969"/>
              <a:gd name="connsiteX14" fmla="*/ 537865 w 1976414"/>
              <a:gd name="connsiteY14" fmla="*/ 1143258 h 1152969"/>
              <a:gd name="connsiteX15" fmla="*/ 275399 w 1976414"/>
              <a:gd name="connsiteY15" fmla="*/ 1134792 h 1152969"/>
              <a:gd name="connsiteX16" fmla="*/ 146282 w 1976414"/>
              <a:gd name="connsiteY16" fmla="*/ 1122091 h 1152969"/>
              <a:gd name="connsiteX17" fmla="*/ 178031 w 1976414"/>
              <a:gd name="connsiteY17" fmla="*/ 1041658 h 1152969"/>
              <a:gd name="connsiteX18" fmla="*/ 249999 w 1976414"/>
              <a:gd name="connsiteY18" fmla="*/ 855392 h 1152969"/>
              <a:gd name="connsiteX19" fmla="*/ 290215 w 1976414"/>
              <a:gd name="connsiteY19" fmla="*/ 694525 h 1152969"/>
              <a:gd name="connsiteX20" fmla="*/ 211899 w 1976414"/>
              <a:gd name="connsiteY20" fmla="*/ 724158 h 1152969"/>
              <a:gd name="connsiteX21" fmla="*/ 106065 w 1976414"/>
              <a:gd name="connsiteY21" fmla="*/ 732625 h 1152969"/>
              <a:gd name="connsiteX22" fmla="*/ 25632 w 1976414"/>
              <a:gd name="connsiteY22" fmla="*/ 698758 h 1152969"/>
              <a:gd name="connsiteX23" fmla="*/ 232 w 1976414"/>
              <a:gd name="connsiteY23" fmla="*/ 580225 h 1152969"/>
              <a:gd name="connsiteX24" fmla="*/ 17165 w 1976414"/>
              <a:gd name="connsiteY24" fmla="*/ 495558 h 1152969"/>
              <a:gd name="connsiteX25" fmla="*/ 80665 w 1976414"/>
              <a:gd name="connsiteY25" fmla="*/ 419358 h 1152969"/>
              <a:gd name="connsiteX26" fmla="*/ 186499 w 1976414"/>
              <a:gd name="connsiteY26" fmla="*/ 440525 h 1152969"/>
              <a:gd name="connsiteX27" fmla="*/ 264815 w 1976414"/>
              <a:gd name="connsiteY27" fmla="*/ 487092 h 1152969"/>
              <a:gd name="connsiteX28" fmla="*/ 279632 w 1976414"/>
              <a:gd name="connsiteY28" fmla="*/ 453225 h 1152969"/>
              <a:gd name="connsiteX29" fmla="*/ 228832 w 1976414"/>
              <a:gd name="connsiteY29" fmla="*/ 292358 h 1152969"/>
              <a:gd name="connsiteX30" fmla="*/ 190733 w 1976414"/>
              <a:gd name="connsiteY30" fmla="*/ 190759 h 1152969"/>
              <a:gd name="connsiteX31" fmla="*/ 165331 w 1976414"/>
              <a:gd name="connsiteY31" fmla="*/ 99742 h 1152969"/>
              <a:gd name="connsiteX32" fmla="*/ 129348 w 1976414"/>
              <a:gd name="connsiteY32" fmla="*/ 27775 h 115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976414" h="1152969">
                <a:moveTo>
                  <a:pt x="129348" y="27775"/>
                </a:moveTo>
                <a:cubicBezTo>
                  <a:pt x="112414" y="-21261"/>
                  <a:pt x="616535" y="9783"/>
                  <a:pt x="800332" y="8725"/>
                </a:cubicBezTo>
                <a:cubicBezTo>
                  <a:pt x="984129" y="7667"/>
                  <a:pt x="1232132" y="21425"/>
                  <a:pt x="1232132" y="21425"/>
                </a:cubicBezTo>
                <a:lnTo>
                  <a:pt x="1553865" y="25658"/>
                </a:lnTo>
                <a:lnTo>
                  <a:pt x="1812099" y="29892"/>
                </a:lnTo>
                <a:cubicBezTo>
                  <a:pt x="1874188" y="39064"/>
                  <a:pt x="1899588" y="37653"/>
                  <a:pt x="1926399" y="80692"/>
                </a:cubicBezTo>
                <a:cubicBezTo>
                  <a:pt x="1953210" y="123731"/>
                  <a:pt x="1965204" y="201342"/>
                  <a:pt x="1972965" y="288125"/>
                </a:cubicBezTo>
                <a:cubicBezTo>
                  <a:pt x="1980726" y="374908"/>
                  <a:pt x="1972965" y="500498"/>
                  <a:pt x="1972965" y="601392"/>
                </a:cubicBezTo>
                <a:cubicBezTo>
                  <a:pt x="1972965" y="702286"/>
                  <a:pt x="1977904" y="813059"/>
                  <a:pt x="1972965" y="893492"/>
                </a:cubicBezTo>
                <a:cubicBezTo>
                  <a:pt x="1968026" y="973925"/>
                  <a:pt x="1963088" y="1041659"/>
                  <a:pt x="1943332" y="1083992"/>
                </a:cubicBezTo>
                <a:cubicBezTo>
                  <a:pt x="1923577" y="1126325"/>
                  <a:pt x="1919696" y="1136556"/>
                  <a:pt x="1854432" y="1147492"/>
                </a:cubicBezTo>
                <a:cubicBezTo>
                  <a:pt x="1789168" y="1158428"/>
                  <a:pt x="1673457" y="1149609"/>
                  <a:pt x="1551749" y="1149609"/>
                </a:cubicBezTo>
                <a:lnTo>
                  <a:pt x="1124182" y="1147492"/>
                </a:lnTo>
                <a:lnTo>
                  <a:pt x="817265" y="1149609"/>
                </a:lnTo>
                <a:cubicBezTo>
                  <a:pt x="719546" y="1148903"/>
                  <a:pt x="628176" y="1145728"/>
                  <a:pt x="537865" y="1143258"/>
                </a:cubicBezTo>
                <a:lnTo>
                  <a:pt x="275399" y="1134792"/>
                </a:lnTo>
                <a:cubicBezTo>
                  <a:pt x="210135" y="1131264"/>
                  <a:pt x="162510" y="1137613"/>
                  <a:pt x="146282" y="1122091"/>
                </a:cubicBezTo>
                <a:cubicBezTo>
                  <a:pt x="130054" y="1106569"/>
                  <a:pt x="160745" y="1086108"/>
                  <a:pt x="178031" y="1041658"/>
                </a:cubicBezTo>
                <a:cubicBezTo>
                  <a:pt x="195317" y="997208"/>
                  <a:pt x="231302" y="913248"/>
                  <a:pt x="249999" y="855392"/>
                </a:cubicBezTo>
                <a:cubicBezTo>
                  <a:pt x="268696" y="797537"/>
                  <a:pt x="296565" y="716397"/>
                  <a:pt x="290215" y="694525"/>
                </a:cubicBezTo>
                <a:cubicBezTo>
                  <a:pt x="283865" y="672653"/>
                  <a:pt x="242591" y="717808"/>
                  <a:pt x="211899" y="724158"/>
                </a:cubicBezTo>
                <a:cubicBezTo>
                  <a:pt x="181207" y="730508"/>
                  <a:pt x="137110" y="736858"/>
                  <a:pt x="106065" y="732625"/>
                </a:cubicBezTo>
                <a:cubicBezTo>
                  <a:pt x="75020" y="728392"/>
                  <a:pt x="43271" y="724158"/>
                  <a:pt x="25632" y="698758"/>
                </a:cubicBezTo>
                <a:cubicBezTo>
                  <a:pt x="7993" y="673358"/>
                  <a:pt x="1643" y="614092"/>
                  <a:pt x="232" y="580225"/>
                </a:cubicBezTo>
                <a:cubicBezTo>
                  <a:pt x="-1179" y="546358"/>
                  <a:pt x="3759" y="522369"/>
                  <a:pt x="17165" y="495558"/>
                </a:cubicBezTo>
                <a:cubicBezTo>
                  <a:pt x="30570" y="468747"/>
                  <a:pt x="52443" y="428530"/>
                  <a:pt x="80665" y="419358"/>
                </a:cubicBezTo>
                <a:cubicBezTo>
                  <a:pt x="108887" y="410186"/>
                  <a:pt x="155807" y="429236"/>
                  <a:pt x="186499" y="440525"/>
                </a:cubicBezTo>
                <a:cubicBezTo>
                  <a:pt x="217191" y="451814"/>
                  <a:pt x="249293" y="484975"/>
                  <a:pt x="264815" y="487092"/>
                </a:cubicBezTo>
                <a:cubicBezTo>
                  <a:pt x="280337" y="489209"/>
                  <a:pt x="285629" y="485681"/>
                  <a:pt x="279632" y="453225"/>
                </a:cubicBezTo>
                <a:cubicBezTo>
                  <a:pt x="273635" y="420769"/>
                  <a:pt x="243648" y="336102"/>
                  <a:pt x="228832" y="292358"/>
                </a:cubicBezTo>
                <a:cubicBezTo>
                  <a:pt x="214016" y="248614"/>
                  <a:pt x="202728" y="226037"/>
                  <a:pt x="190733" y="190759"/>
                </a:cubicBezTo>
                <a:cubicBezTo>
                  <a:pt x="178739" y="155481"/>
                  <a:pt x="175562" y="126906"/>
                  <a:pt x="165331" y="99742"/>
                </a:cubicBezTo>
                <a:cubicBezTo>
                  <a:pt x="155100" y="72578"/>
                  <a:pt x="146282" y="76811"/>
                  <a:pt x="129348" y="27775"/>
                </a:cubicBezTo>
                <a:close/>
              </a:path>
            </a:pathLst>
          </a:custGeom>
          <a:solidFill>
            <a:srgbClr val="00B0F0">
              <a:alpha val="10000"/>
            </a:srgbClr>
          </a:solidFill>
          <a:ln>
            <a:solidFill>
              <a:srgbClr val="00B0F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2631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401</TotalTime>
  <Words>1</Words>
  <Application>Microsoft Office PowerPoint</Application>
  <PresentationFormat>A4 Paper (210x297 mm)</PresentationFormat>
  <Paragraphs>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Low</dc:creator>
  <cp:lastModifiedBy>Robin Low</cp:lastModifiedBy>
  <cp:revision>14</cp:revision>
  <dcterms:created xsi:type="dcterms:W3CDTF">2025-05-14T14:34:12Z</dcterms:created>
  <dcterms:modified xsi:type="dcterms:W3CDTF">2025-07-27T11:46:14Z</dcterms:modified>
</cp:coreProperties>
</file>