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22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BA52-EC16-413D-B656-090C48228131}" type="datetimeFigureOut">
              <a:rPr lang="en-SG" smtClean="0"/>
              <a:t>14/5/2025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13A9-74AB-42CD-B1BE-721ACD784B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01341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BA52-EC16-413D-B656-090C48228131}" type="datetimeFigureOut">
              <a:rPr lang="en-SG" smtClean="0"/>
              <a:t>14/5/2025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13A9-74AB-42CD-B1BE-721ACD784B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46992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BA52-EC16-413D-B656-090C48228131}" type="datetimeFigureOut">
              <a:rPr lang="en-SG" smtClean="0"/>
              <a:t>14/5/2025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13A9-74AB-42CD-B1BE-721ACD784B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63277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BA52-EC16-413D-B656-090C48228131}" type="datetimeFigureOut">
              <a:rPr lang="en-SG" smtClean="0"/>
              <a:t>14/5/2025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13A9-74AB-42CD-B1BE-721ACD784B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46914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BA52-EC16-413D-B656-090C48228131}" type="datetimeFigureOut">
              <a:rPr lang="en-SG" smtClean="0"/>
              <a:t>14/5/2025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13A9-74AB-42CD-B1BE-721ACD784B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98440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BA52-EC16-413D-B656-090C48228131}" type="datetimeFigureOut">
              <a:rPr lang="en-SG" smtClean="0"/>
              <a:t>14/5/2025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13A9-74AB-42CD-B1BE-721ACD784B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00159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BA52-EC16-413D-B656-090C48228131}" type="datetimeFigureOut">
              <a:rPr lang="en-SG" smtClean="0"/>
              <a:t>14/5/2025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13A9-74AB-42CD-B1BE-721ACD784B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024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BA52-EC16-413D-B656-090C48228131}" type="datetimeFigureOut">
              <a:rPr lang="en-SG" smtClean="0"/>
              <a:t>14/5/2025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13A9-74AB-42CD-B1BE-721ACD784B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05766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BA52-EC16-413D-B656-090C48228131}" type="datetimeFigureOut">
              <a:rPr lang="en-SG" smtClean="0"/>
              <a:t>14/5/2025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13A9-74AB-42CD-B1BE-721ACD784B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14994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BA52-EC16-413D-B656-090C48228131}" type="datetimeFigureOut">
              <a:rPr lang="en-SG" smtClean="0"/>
              <a:t>14/5/2025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13A9-74AB-42CD-B1BE-721ACD784B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37659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9BA52-EC16-413D-B656-090C48228131}" type="datetimeFigureOut">
              <a:rPr lang="en-SG" smtClean="0"/>
              <a:t>14/5/2025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F13A9-74AB-42CD-B1BE-721ACD784B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7652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F9BA52-EC16-413D-B656-090C48228131}" type="datetimeFigureOut">
              <a:rPr lang="en-SG" smtClean="0"/>
              <a:t>14/5/2025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8F13A9-74AB-42CD-B1BE-721ACD784BE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36224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ll Possible Shapes Jigsaw Puzzle Pieces Stock Vector (Royalty Free)  280930625 | Shutterstock">
            <a:extLst>
              <a:ext uri="{FF2B5EF4-FFF2-40B4-BE49-F238E27FC236}">
                <a16:creationId xmlns:a16="http://schemas.microsoft.com/office/drawing/2014/main" id="{6286C66A-452D-4AFC-0F25-F17F1CEB36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5958030" y="-828866"/>
            <a:ext cx="4389054" cy="6618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301C3AE-9A00-3DCE-857B-E3DF734D1F34}"/>
              </a:ext>
            </a:extLst>
          </p:cNvPr>
          <p:cNvSpPr/>
          <p:nvPr/>
        </p:nvSpPr>
        <p:spPr>
          <a:xfrm>
            <a:off x="0" y="1640150"/>
            <a:ext cx="3305758" cy="2301084"/>
          </a:xfrm>
          <a:custGeom>
            <a:avLst/>
            <a:gdLst>
              <a:gd name="connsiteX0" fmla="*/ 118477 w 892143"/>
              <a:gd name="connsiteY0" fmla="*/ 77356 h 835776"/>
              <a:gd name="connsiteX1" fmla="*/ 199757 w 892143"/>
              <a:gd name="connsiteY1" fmla="*/ 295796 h 835776"/>
              <a:gd name="connsiteX2" fmla="*/ 133717 w 892143"/>
              <a:gd name="connsiteY2" fmla="*/ 341516 h 835776"/>
              <a:gd name="connsiteX3" fmla="*/ 67677 w 892143"/>
              <a:gd name="connsiteY3" fmla="*/ 316116 h 835776"/>
              <a:gd name="connsiteX4" fmla="*/ 1637 w 892143"/>
              <a:gd name="connsiteY4" fmla="*/ 382156 h 835776"/>
              <a:gd name="connsiteX5" fmla="*/ 32117 w 892143"/>
              <a:gd name="connsiteY5" fmla="*/ 514236 h 835776"/>
              <a:gd name="connsiteX6" fmla="*/ 159117 w 892143"/>
              <a:gd name="connsiteY6" fmla="*/ 473596 h 835776"/>
              <a:gd name="connsiteX7" fmla="*/ 199757 w 892143"/>
              <a:gd name="connsiteY7" fmla="*/ 559956 h 835776"/>
              <a:gd name="connsiteX8" fmla="*/ 118477 w 892143"/>
              <a:gd name="connsiteY8" fmla="*/ 747916 h 835776"/>
              <a:gd name="connsiteX9" fmla="*/ 397877 w 892143"/>
              <a:gd name="connsiteY9" fmla="*/ 834276 h 835776"/>
              <a:gd name="connsiteX10" fmla="*/ 372477 w 892143"/>
              <a:gd name="connsiteY10" fmla="*/ 681876 h 835776"/>
              <a:gd name="connsiteX11" fmla="*/ 438517 w 892143"/>
              <a:gd name="connsiteY11" fmla="*/ 631076 h 835776"/>
              <a:gd name="connsiteX12" fmla="*/ 545197 w 892143"/>
              <a:gd name="connsiteY12" fmla="*/ 681876 h 835776"/>
              <a:gd name="connsiteX13" fmla="*/ 509637 w 892143"/>
              <a:gd name="connsiteY13" fmla="*/ 793636 h 835776"/>
              <a:gd name="connsiteX14" fmla="*/ 606157 w 892143"/>
              <a:gd name="connsiteY14" fmla="*/ 803796 h 835776"/>
              <a:gd name="connsiteX15" fmla="*/ 783957 w 892143"/>
              <a:gd name="connsiteY15" fmla="*/ 737756 h 835776"/>
              <a:gd name="connsiteX16" fmla="*/ 728077 w 892143"/>
              <a:gd name="connsiteY16" fmla="*/ 631076 h 835776"/>
              <a:gd name="connsiteX17" fmla="*/ 738237 w 892143"/>
              <a:gd name="connsiteY17" fmla="*/ 468516 h 835776"/>
              <a:gd name="connsiteX18" fmla="*/ 824597 w 892143"/>
              <a:gd name="connsiteY18" fmla="*/ 534556 h 835776"/>
              <a:gd name="connsiteX19" fmla="*/ 890637 w 892143"/>
              <a:gd name="connsiteY19" fmla="*/ 448196 h 835776"/>
              <a:gd name="connsiteX20" fmla="*/ 860157 w 892143"/>
              <a:gd name="connsiteY20" fmla="*/ 316116 h 835776"/>
              <a:gd name="connsiteX21" fmla="*/ 743317 w 892143"/>
              <a:gd name="connsiteY21" fmla="*/ 361836 h 835776"/>
              <a:gd name="connsiteX22" fmla="*/ 717917 w 892143"/>
              <a:gd name="connsiteY22" fmla="*/ 265316 h 835776"/>
              <a:gd name="connsiteX23" fmla="*/ 789037 w 892143"/>
              <a:gd name="connsiteY23" fmla="*/ 82436 h 835776"/>
              <a:gd name="connsiteX24" fmla="*/ 519797 w 892143"/>
              <a:gd name="connsiteY24" fmla="*/ 11316 h 835776"/>
              <a:gd name="connsiteX25" fmla="*/ 550277 w 892143"/>
              <a:gd name="connsiteY25" fmla="*/ 107836 h 835776"/>
              <a:gd name="connsiteX26" fmla="*/ 514717 w 892143"/>
              <a:gd name="connsiteY26" fmla="*/ 178956 h 835776"/>
              <a:gd name="connsiteX27" fmla="*/ 367397 w 892143"/>
              <a:gd name="connsiteY27" fmla="*/ 168796 h 835776"/>
              <a:gd name="connsiteX28" fmla="*/ 402957 w 892143"/>
              <a:gd name="connsiteY28" fmla="*/ 31636 h 835776"/>
              <a:gd name="connsiteX29" fmla="*/ 291197 w 892143"/>
              <a:gd name="connsiteY29" fmla="*/ 1156 h 835776"/>
              <a:gd name="connsiteX30" fmla="*/ 118477 w 892143"/>
              <a:gd name="connsiteY30" fmla="*/ 77356 h 83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892143" h="835776">
                <a:moveTo>
                  <a:pt x="118477" y="77356"/>
                </a:moveTo>
                <a:cubicBezTo>
                  <a:pt x="103237" y="126463"/>
                  <a:pt x="197217" y="251769"/>
                  <a:pt x="199757" y="295796"/>
                </a:cubicBezTo>
                <a:cubicBezTo>
                  <a:pt x="202297" y="339823"/>
                  <a:pt x="155730" y="338129"/>
                  <a:pt x="133717" y="341516"/>
                </a:cubicBezTo>
                <a:cubicBezTo>
                  <a:pt x="111704" y="344903"/>
                  <a:pt x="89690" y="309343"/>
                  <a:pt x="67677" y="316116"/>
                </a:cubicBezTo>
                <a:cubicBezTo>
                  <a:pt x="45664" y="322889"/>
                  <a:pt x="7564" y="349136"/>
                  <a:pt x="1637" y="382156"/>
                </a:cubicBezTo>
                <a:cubicBezTo>
                  <a:pt x="-4290" y="415176"/>
                  <a:pt x="5870" y="498996"/>
                  <a:pt x="32117" y="514236"/>
                </a:cubicBezTo>
                <a:cubicBezTo>
                  <a:pt x="58364" y="529476"/>
                  <a:pt x="131177" y="465976"/>
                  <a:pt x="159117" y="473596"/>
                </a:cubicBezTo>
                <a:cubicBezTo>
                  <a:pt x="187057" y="481216"/>
                  <a:pt x="206530" y="514236"/>
                  <a:pt x="199757" y="559956"/>
                </a:cubicBezTo>
                <a:cubicBezTo>
                  <a:pt x="192984" y="605676"/>
                  <a:pt x="85457" y="702196"/>
                  <a:pt x="118477" y="747916"/>
                </a:cubicBezTo>
                <a:cubicBezTo>
                  <a:pt x="151497" y="793636"/>
                  <a:pt x="355544" y="845283"/>
                  <a:pt x="397877" y="834276"/>
                </a:cubicBezTo>
                <a:cubicBezTo>
                  <a:pt x="440210" y="823269"/>
                  <a:pt x="365704" y="715743"/>
                  <a:pt x="372477" y="681876"/>
                </a:cubicBezTo>
                <a:cubicBezTo>
                  <a:pt x="379250" y="648009"/>
                  <a:pt x="409730" y="631076"/>
                  <a:pt x="438517" y="631076"/>
                </a:cubicBezTo>
                <a:cubicBezTo>
                  <a:pt x="467304" y="631076"/>
                  <a:pt x="533344" y="654783"/>
                  <a:pt x="545197" y="681876"/>
                </a:cubicBezTo>
                <a:cubicBezTo>
                  <a:pt x="557050" y="708969"/>
                  <a:pt x="499477" y="773316"/>
                  <a:pt x="509637" y="793636"/>
                </a:cubicBezTo>
                <a:cubicBezTo>
                  <a:pt x="519797" y="813956"/>
                  <a:pt x="560437" y="813109"/>
                  <a:pt x="606157" y="803796"/>
                </a:cubicBezTo>
                <a:cubicBezTo>
                  <a:pt x="651877" y="794483"/>
                  <a:pt x="763637" y="766543"/>
                  <a:pt x="783957" y="737756"/>
                </a:cubicBezTo>
                <a:cubicBezTo>
                  <a:pt x="804277" y="708969"/>
                  <a:pt x="735697" y="675949"/>
                  <a:pt x="728077" y="631076"/>
                </a:cubicBezTo>
                <a:cubicBezTo>
                  <a:pt x="720457" y="586203"/>
                  <a:pt x="722150" y="484603"/>
                  <a:pt x="738237" y="468516"/>
                </a:cubicBezTo>
                <a:cubicBezTo>
                  <a:pt x="754324" y="452429"/>
                  <a:pt x="799197" y="537943"/>
                  <a:pt x="824597" y="534556"/>
                </a:cubicBezTo>
                <a:cubicBezTo>
                  <a:pt x="849997" y="531169"/>
                  <a:pt x="884710" y="484603"/>
                  <a:pt x="890637" y="448196"/>
                </a:cubicBezTo>
                <a:cubicBezTo>
                  <a:pt x="896564" y="411789"/>
                  <a:pt x="884710" y="330509"/>
                  <a:pt x="860157" y="316116"/>
                </a:cubicBezTo>
                <a:cubicBezTo>
                  <a:pt x="835604" y="301723"/>
                  <a:pt x="767024" y="370303"/>
                  <a:pt x="743317" y="361836"/>
                </a:cubicBezTo>
                <a:cubicBezTo>
                  <a:pt x="719610" y="353369"/>
                  <a:pt x="710297" y="311883"/>
                  <a:pt x="717917" y="265316"/>
                </a:cubicBezTo>
                <a:cubicBezTo>
                  <a:pt x="725537" y="218749"/>
                  <a:pt x="822057" y="124769"/>
                  <a:pt x="789037" y="82436"/>
                </a:cubicBezTo>
                <a:cubicBezTo>
                  <a:pt x="756017" y="40103"/>
                  <a:pt x="559590" y="7083"/>
                  <a:pt x="519797" y="11316"/>
                </a:cubicBezTo>
                <a:cubicBezTo>
                  <a:pt x="480004" y="15549"/>
                  <a:pt x="551124" y="79896"/>
                  <a:pt x="550277" y="107836"/>
                </a:cubicBezTo>
                <a:cubicBezTo>
                  <a:pt x="549430" y="135776"/>
                  <a:pt x="545197" y="168796"/>
                  <a:pt x="514717" y="178956"/>
                </a:cubicBezTo>
                <a:cubicBezTo>
                  <a:pt x="484237" y="189116"/>
                  <a:pt x="386024" y="193349"/>
                  <a:pt x="367397" y="168796"/>
                </a:cubicBezTo>
                <a:cubicBezTo>
                  <a:pt x="348770" y="144243"/>
                  <a:pt x="415657" y="59576"/>
                  <a:pt x="402957" y="31636"/>
                </a:cubicBezTo>
                <a:cubicBezTo>
                  <a:pt x="390257" y="3696"/>
                  <a:pt x="336070" y="-3077"/>
                  <a:pt x="291197" y="1156"/>
                </a:cubicBezTo>
                <a:cubicBezTo>
                  <a:pt x="246324" y="5389"/>
                  <a:pt x="133717" y="28249"/>
                  <a:pt x="118477" y="77356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71036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</TotalTime>
  <Words>0</Words>
  <Application>Microsoft Office PowerPoint</Application>
  <PresentationFormat>A4 Paper (210x297 mm)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Robin Low</dc:creator>
  <cp:lastModifiedBy>Robin Low</cp:lastModifiedBy>
  <cp:revision>1</cp:revision>
  <dcterms:created xsi:type="dcterms:W3CDTF">2025-05-14T14:34:12Z</dcterms:created>
  <dcterms:modified xsi:type="dcterms:W3CDTF">2025-05-14T14:45:44Z</dcterms:modified>
</cp:coreProperties>
</file>